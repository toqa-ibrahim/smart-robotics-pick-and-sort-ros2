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29"/>
  </p:notesMasterIdLst>
  <p:sldIdLst>
    <p:sldId id="256" r:id="rId2"/>
    <p:sldId id="258" r:id="rId3"/>
    <p:sldId id="297" r:id="rId4"/>
    <p:sldId id="257" r:id="rId5"/>
    <p:sldId id="261" r:id="rId6"/>
    <p:sldId id="263" r:id="rId7"/>
    <p:sldId id="260" r:id="rId8"/>
    <p:sldId id="262" r:id="rId9"/>
    <p:sldId id="298" r:id="rId10"/>
    <p:sldId id="299" r:id="rId11"/>
    <p:sldId id="300" r:id="rId12"/>
    <p:sldId id="301" r:id="rId13"/>
    <p:sldId id="304" r:id="rId14"/>
    <p:sldId id="303" r:id="rId15"/>
    <p:sldId id="316" r:id="rId16"/>
    <p:sldId id="310" r:id="rId17"/>
    <p:sldId id="315" r:id="rId18"/>
    <p:sldId id="312" r:id="rId19"/>
    <p:sldId id="314" r:id="rId20"/>
    <p:sldId id="313" r:id="rId21"/>
    <p:sldId id="305" r:id="rId22"/>
    <p:sldId id="307" r:id="rId23"/>
    <p:sldId id="317" r:id="rId24"/>
    <p:sldId id="318" r:id="rId25"/>
    <p:sldId id="306" r:id="rId26"/>
    <p:sldId id="308" r:id="rId27"/>
    <p:sldId id="275" r:id="rId28"/>
  </p:sldIdLst>
  <p:sldSz cx="9144000" cy="5143500" type="screen16x9"/>
  <p:notesSz cx="6858000" cy="9144000"/>
  <p:embeddedFontLst>
    <p:embeddedFont>
      <p:font typeface="Michroma" charset="0"/>
      <p:regular r:id="rId30"/>
    </p:embeddedFont>
    <p:embeddedFont>
      <p:font typeface="DM Sans" charset="0"/>
      <p:regular r:id="rId31"/>
      <p:bold r:id="rId32"/>
      <p:italic r:id="rId33"/>
      <p:boldItalic r:id="rId34"/>
    </p:embeddedFont>
    <p:embeddedFont>
      <p:font typeface="DM Sans Medium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AA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417D81D4-1724-47A6-BD11-340B27994D2B}">
  <a:tblStyle styleId="{417D81D4-1724-47A6-BD11-340B27994D2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1ECCF01-8B03-437C-A3A0-725A6D79BBF8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-216" y="-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76278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2" name="Google Shape;1309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93" name="Google Shape;1309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3" name="Google Shape;13353;g1b67244453b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4" name="Google Shape;13354;g1b67244453b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8763D0A9-04E8-6E2F-84EA-A9E53C01B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C0A79919-F298-C4FA-B03A-EF316F7933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0CE2D287-55DD-CA1F-BE5B-E096578F82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01138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0" name="Google Shape;13330;g213da46543b_0_2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31" name="Google Shape;13331;g213da46543b_0_2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" name="Google Shape;13629;g1b67244453b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30" name="Google Shape;13630;g1b67244453b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0" name="Google Shape;13780;g1b67244453b_1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81" name="Google Shape;13781;g1b67244453b_1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" name="Google Shape;13723;g1b67244453b_1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4" name="Google Shape;13724;g1b67244453b_1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2">
          <a:extLst>
            <a:ext uri="{FF2B5EF4-FFF2-40B4-BE49-F238E27FC236}">
              <a16:creationId xmlns:a16="http://schemas.microsoft.com/office/drawing/2014/main" xmlns="" id="{114AD469-C440-82D0-3AB0-84D692AA2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" name="Google Shape;13723;g1b67244453b_1_98:notes">
            <a:extLst>
              <a:ext uri="{FF2B5EF4-FFF2-40B4-BE49-F238E27FC236}">
                <a16:creationId xmlns:a16="http://schemas.microsoft.com/office/drawing/2014/main" xmlns="" id="{B982A077-BFAA-A842-DF9D-71ACF0745E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4" name="Google Shape;13724;g1b67244453b_1_98:notes">
            <a:extLst>
              <a:ext uri="{FF2B5EF4-FFF2-40B4-BE49-F238E27FC236}">
                <a16:creationId xmlns:a16="http://schemas.microsoft.com/office/drawing/2014/main" xmlns="" id="{20CFCBC9-E0FC-F3CA-35D2-96F770A8F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081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2">
          <a:extLst>
            <a:ext uri="{FF2B5EF4-FFF2-40B4-BE49-F238E27FC236}">
              <a16:creationId xmlns:a16="http://schemas.microsoft.com/office/drawing/2014/main" xmlns="" id="{6F8C7A42-5A74-2895-743D-D5BC5DA53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" name="Google Shape;13723;g1b67244453b_1_98:notes">
            <a:extLst>
              <a:ext uri="{FF2B5EF4-FFF2-40B4-BE49-F238E27FC236}">
                <a16:creationId xmlns:a16="http://schemas.microsoft.com/office/drawing/2014/main" xmlns="" id="{CD4F069C-9F51-60A5-5AD1-9D2E37CE34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4" name="Google Shape;13724;g1b67244453b_1_98:notes">
            <a:extLst>
              <a:ext uri="{FF2B5EF4-FFF2-40B4-BE49-F238E27FC236}">
                <a16:creationId xmlns:a16="http://schemas.microsoft.com/office/drawing/2014/main" xmlns="" id="{85745507-09F0-894A-5AA4-2A95C32EB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50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2">
          <a:extLst>
            <a:ext uri="{FF2B5EF4-FFF2-40B4-BE49-F238E27FC236}">
              <a16:creationId xmlns:a16="http://schemas.microsoft.com/office/drawing/2014/main" xmlns="" id="{FF8BF418-CABC-1EC7-80B7-0BFC93179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" name="Google Shape;13723;g1b67244453b_1_98:notes">
            <a:extLst>
              <a:ext uri="{FF2B5EF4-FFF2-40B4-BE49-F238E27FC236}">
                <a16:creationId xmlns:a16="http://schemas.microsoft.com/office/drawing/2014/main" xmlns="" id="{0A4710D4-E57E-DF0F-D7D4-5240D79CB8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4" name="Google Shape;13724;g1b67244453b_1_98:notes">
            <a:extLst>
              <a:ext uri="{FF2B5EF4-FFF2-40B4-BE49-F238E27FC236}">
                <a16:creationId xmlns:a16="http://schemas.microsoft.com/office/drawing/2014/main" xmlns="" id="{605225B1-A596-5AFD-3BBB-0B23C8665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741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22">
          <a:extLst>
            <a:ext uri="{FF2B5EF4-FFF2-40B4-BE49-F238E27FC236}">
              <a16:creationId xmlns:a16="http://schemas.microsoft.com/office/drawing/2014/main" xmlns="" id="{E67F1C68-7592-2D50-E976-5D0C213D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3" name="Google Shape;13723;g1b67244453b_1_98:notes">
            <a:extLst>
              <a:ext uri="{FF2B5EF4-FFF2-40B4-BE49-F238E27FC236}">
                <a16:creationId xmlns:a16="http://schemas.microsoft.com/office/drawing/2014/main" xmlns="" id="{A19AC6D6-1E9D-D33F-CD70-34B95461D2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4" name="Google Shape;13724;g1b67244453b_1_98:notes">
            <a:extLst>
              <a:ext uri="{FF2B5EF4-FFF2-40B4-BE49-F238E27FC236}">
                <a16:creationId xmlns:a16="http://schemas.microsoft.com/office/drawing/2014/main" xmlns="" id="{7FEBB7FF-CEB4-C8FA-4430-FADF8A1CDB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485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7A6584C-AE6A-F8A1-73ED-F087B8DEA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AF9982CB-0BC1-5060-55B3-FF2C5B7998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3AF90EE0-3A2B-44B2-AD42-1901C0AE41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7343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>
          <a:extLst>
            <a:ext uri="{FF2B5EF4-FFF2-40B4-BE49-F238E27FC236}">
              <a16:creationId xmlns:a16="http://schemas.microsoft.com/office/drawing/2014/main" xmlns="" id="{D2A51932-537E-3C5B-B73F-3B0CE9A3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g214b9e4ab52_0_42833:notes">
            <a:extLst>
              <a:ext uri="{FF2B5EF4-FFF2-40B4-BE49-F238E27FC236}">
                <a16:creationId xmlns:a16="http://schemas.microsoft.com/office/drawing/2014/main" xmlns="" id="{31F50D01-0D7D-129D-9675-EC7AD27C3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g214b9e4ab52_0_42833:notes">
            <a:extLst>
              <a:ext uri="{FF2B5EF4-FFF2-40B4-BE49-F238E27FC236}">
                <a16:creationId xmlns:a16="http://schemas.microsoft.com/office/drawing/2014/main" xmlns="" id="{7A450C2C-4829-4343-3B1B-471E74D97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4442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8BF3E70-2BB5-E663-747E-9414FD62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D7E29547-ED45-4A07-5B7A-37D803B5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D5DCE556-CB07-A12B-4A73-095D3E0D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27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>
          <a:extLst>
            <a:ext uri="{FF2B5EF4-FFF2-40B4-BE49-F238E27FC236}">
              <a16:creationId xmlns:a16="http://schemas.microsoft.com/office/drawing/2014/main" xmlns="" id="{D2A51932-537E-3C5B-B73F-3B0CE9A3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g214b9e4ab52_0_42833:notes">
            <a:extLst>
              <a:ext uri="{FF2B5EF4-FFF2-40B4-BE49-F238E27FC236}">
                <a16:creationId xmlns:a16="http://schemas.microsoft.com/office/drawing/2014/main" xmlns="" id="{31F50D01-0D7D-129D-9675-EC7AD27C3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g214b9e4ab52_0_42833:notes">
            <a:extLst>
              <a:ext uri="{FF2B5EF4-FFF2-40B4-BE49-F238E27FC236}">
                <a16:creationId xmlns:a16="http://schemas.microsoft.com/office/drawing/2014/main" xmlns="" id="{7A450C2C-4829-4343-3B1B-471E74D97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4442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8BF3E70-2BB5-E663-747E-9414FD62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D7E29547-ED45-4A07-5B7A-37D803B5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D5DCE556-CB07-A12B-4A73-095D3E0D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27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>
          <a:extLst>
            <a:ext uri="{FF2B5EF4-FFF2-40B4-BE49-F238E27FC236}">
              <a16:creationId xmlns:a16="http://schemas.microsoft.com/office/drawing/2014/main" xmlns="" id="{D2A51932-537E-3C5B-B73F-3B0CE9A3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g214b9e4ab52_0_42833:notes">
            <a:extLst>
              <a:ext uri="{FF2B5EF4-FFF2-40B4-BE49-F238E27FC236}">
                <a16:creationId xmlns:a16="http://schemas.microsoft.com/office/drawing/2014/main" xmlns="" id="{31F50D01-0D7D-129D-9675-EC7AD27C3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g214b9e4ab52_0_42833:notes">
            <a:extLst>
              <a:ext uri="{FF2B5EF4-FFF2-40B4-BE49-F238E27FC236}">
                <a16:creationId xmlns:a16="http://schemas.microsoft.com/office/drawing/2014/main" xmlns="" id="{7A450C2C-4829-4343-3B1B-471E74D97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4442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8BF3E70-2BB5-E663-747E-9414FD62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D7E29547-ED45-4A07-5B7A-37D803B5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D5DCE556-CB07-A12B-4A73-095D3E0D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27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>
          <a:extLst>
            <a:ext uri="{FF2B5EF4-FFF2-40B4-BE49-F238E27FC236}">
              <a16:creationId xmlns:a16="http://schemas.microsoft.com/office/drawing/2014/main" xmlns="" id="{D2A51932-537E-3C5B-B73F-3B0CE9A3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g214b9e4ab52_0_42833:notes">
            <a:extLst>
              <a:ext uri="{FF2B5EF4-FFF2-40B4-BE49-F238E27FC236}">
                <a16:creationId xmlns:a16="http://schemas.microsoft.com/office/drawing/2014/main" xmlns="" id="{31F50D01-0D7D-129D-9675-EC7AD27C3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g214b9e4ab52_0_42833:notes">
            <a:extLst>
              <a:ext uri="{FF2B5EF4-FFF2-40B4-BE49-F238E27FC236}">
                <a16:creationId xmlns:a16="http://schemas.microsoft.com/office/drawing/2014/main" xmlns="" id="{7A450C2C-4829-4343-3B1B-471E74D97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4442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8BF3E70-2BB5-E663-747E-9414FD62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D7E29547-ED45-4A07-5B7A-37D803B5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D5DCE556-CB07-A12B-4A73-095D3E0D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27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0">
          <a:extLst>
            <a:ext uri="{FF2B5EF4-FFF2-40B4-BE49-F238E27FC236}">
              <a16:creationId xmlns:a16="http://schemas.microsoft.com/office/drawing/2014/main" xmlns="" id="{CE422E5A-2B33-18CE-4CA1-9D86E5259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" name="Google Shape;14131;g214b9e4ab52_0_43836:notes">
            <a:extLst>
              <a:ext uri="{FF2B5EF4-FFF2-40B4-BE49-F238E27FC236}">
                <a16:creationId xmlns:a16="http://schemas.microsoft.com/office/drawing/2014/main" xmlns="" id="{9524FA7E-7751-C19E-2C81-B422A2BAE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2" name="Google Shape;14132;g214b9e4ab52_0_43836:notes">
            <a:extLst>
              <a:ext uri="{FF2B5EF4-FFF2-40B4-BE49-F238E27FC236}">
                <a16:creationId xmlns:a16="http://schemas.microsoft.com/office/drawing/2014/main" xmlns="" id="{02DA01E1-018C-B874-68CB-1F7678DBE4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8109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E8BF3E70-2BB5-E663-747E-9414FD62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D7E29547-ED45-4A07-5B7A-37D803B55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D5DCE556-CB07-A12B-4A73-095D3E0D01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7012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2">
          <a:extLst>
            <a:ext uri="{FF2B5EF4-FFF2-40B4-BE49-F238E27FC236}">
              <a16:creationId xmlns:a16="http://schemas.microsoft.com/office/drawing/2014/main" xmlns="" id="{D2A51932-537E-3C5B-B73F-3B0CE9A35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3" name="Google Shape;13813;g214b9e4ab52_0_42833:notes">
            <a:extLst>
              <a:ext uri="{FF2B5EF4-FFF2-40B4-BE49-F238E27FC236}">
                <a16:creationId xmlns:a16="http://schemas.microsoft.com/office/drawing/2014/main" xmlns="" id="{31F50D01-0D7D-129D-9675-EC7AD27C3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14" name="Google Shape;13814;g214b9e4ab52_0_42833:notes">
            <a:extLst>
              <a:ext uri="{FF2B5EF4-FFF2-40B4-BE49-F238E27FC236}">
                <a16:creationId xmlns:a16="http://schemas.microsoft.com/office/drawing/2014/main" xmlns="" id="{7A450C2C-4829-4343-3B1B-471E74D976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94442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6">
          <a:extLst>
            <a:ext uri="{FF2B5EF4-FFF2-40B4-BE49-F238E27FC236}">
              <a16:creationId xmlns:a16="http://schemas.microsoft.com/office/drawing/2014/main" xmlns="" id="{CC5A1430-4BB1-1B74-2984-1345A69F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7" name="Google Shape;13457;g1b67244453b_1_69:notes">
            <a:extLst>
              <a:ext uri="{FF2B5EF4-FFF2-40B4-BE49-F238E27FC236}">
                <a16:creationId xmlns:a16="http://schemas.microsoft.com/office/drawing/2014/main" xmlns="" id="{472144C8-9120-F6CC-B435-A0F728AC78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8" name="Google Shape;13458;g1b67244453b_1_69:notes">
            <a:extLst>
              <a:ext uri="{FF2B5EF4-FFF2-40B4-BE49-F238E27FC236}">
                <a16:creationId xmlns:a16="http://schemas.microsoft.com/office/drawing/2014/main" xmlns="" id="{7AD09E99-F0F9-D636-1C66-71BAB1036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13447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8">
          <a:extLst>
            <a:ext uri="{FF2B5EF4-FFF2-40B4-BE49-F238E27FC236}">
              <a16:creationId xmlns:a16="http://schemas.microsoft.com/office/drawing/2014/main" xmlns="" id="{116E92F9-8860-3C0B-0419-81BF063AC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49" name="Google Shape;16249;g214b9e4ab52_0_37511:notes">
            <a:extLst>
              <a:ext uri="{FF2B5EF4-FFF2-40B4-BE49-F238E27FC236}">
                <a16:creationId xmlns:a16="http://schemas.microsoft.com/office/drawing/2014/main" xmlns="" id="{D0545F57-4B33-B413-3759-7AC6C99512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50" name="Google Shape;16250;g214b9e4ab52_0_37511:notes">
            <a:extLst>
              <a:ext uri="{FF2B5EF4-FFF2-40B4-BE49-F238E27FC236}">
                <a16:creationId xmlns:a16="http://schemas.microsoft.com/office/drawing/2014/main" xmlns="" id="{04ACE21C-A838-0A6F-BD0F-D13D54FAC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62592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9" name="Google Shape;14459;g214b9e4ab52_0_44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60" name="Google Shape;14460;g214b9e4ab52_0_44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6"/>
            </a:gs>
            <a:gs pos="40000">
              <a:schemeClr val="accent6"/>
            </a:gs>
            <a:gs pos="100000">
              <a:schemeClr val="dk1"/>
            </a:gs>
          </a:gsLst>
          <a:lin ang="2700006" scaled="0"/>
        </a:gra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06" y="2731045"/>
            <a:ext cx="9143593" cy="2495468"/>
            <a:chOff x="1851250" y="1720850"/>
            <a:chExt cx="3539775" cy="966075"/>
          </a:xfrm>
        </p:grpSpPr>
        <p:sp>
          <p:nvSpPr>
            <p:cNvPr id="10" name="Google Shape;10;p2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2" name="Google Shape;112;p2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" name="Google Shape;117;p2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" name="Google Shape;118;p2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" name="Google Shape;125;p2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" name="Google Shape;126;p2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" name="Google Shape;127;p2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" name="Google Shape;129;p2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" name="Google Shape;130;p2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" name="Google Shape;131;p2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" name="Google Shape;132;p2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" name="Google Shape;133;p2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" name="Google Shape;134;p2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2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" name="Google Shape;137;p2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9" name="Google Shape;139;p2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1" name="Google Shape;141;p2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3" name="Google Shape;143;p2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" name="Google Shape;144;p2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" name="Google Shape;145;p2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7" name="Google Shape;147;p2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" name="Google Shape;149;p2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" name="Google Shape;151;p2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" name="Google Shape;152;p2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" name="Google Shape;153;p2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" name="Google Shape;155;p2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" name="Google Shape;157;p2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" name="Google Shape;159;p2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" name="Google Shape;160;p2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" name="Google Shape;161;p2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" name="Google Shape;162;p2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" name="Google Shape;163;p2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" name="Google Shape;164;p2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" name="Google Shape;165;p2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" name="Google Shape;166;p2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" name="Google Shape;167;p2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" name="Google Shape;168;p2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" name="Google Shape;169;p2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" name="Google Shape;170;p2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" name="Google Shape;171;p2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" name="Google Shape;172;p2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" name="Google Shape;173;p2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" name="Google Shape;174;p2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" name="Google Shape;175;p2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" name="Google Shape;176;p2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" name="Google Shape;177;p2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" name="Google Shape;178;p2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" name="Google Shape;179;p2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" name="Google Shape;180;p2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" name="Google Shape;181;p2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" name="Google Shape;182;p2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" name="Google Shape;183;p2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" name="Google Shape;184;p2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" name="Google Shape;185;p2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" name="Google Shape;186;p2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" name="Google Shape;187;p2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" name="Google Shape;188;p2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" name="Google Shape;189;p2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" name="Google Shape;190;p2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" name="Google Shape;191;p2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" name="Google Shape;192;p2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3" name="Google Shape;193;p2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4" name="Google Shape;194;p2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5" name="Google Shape;195;p2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6" name="Google Shape;196;p2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7" name="Google Shape;197;p2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8" name="Google Shape;198;p2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9" name="Google Shape;199;p2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00;p2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" name="Google Shape;201;p2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" name="Google Shape;203;p2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" name="Google Shape;204;p2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" name="Google Shape;205;p2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" name="Google Shape;206;p2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" name="Google Shape;207;p2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" name="Google Shape;208;p2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" name="Google Shape;209;p2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" name="Google Shape;210;p2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" name="Google Shape;211;p2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" name="Google Shape;212;p2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" name="Google Shape;213;p2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" name="Google Shape;214;p2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" name="Google Shape;215;p2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" name="Google Shape;216;p2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" name="Google Shape;217;p2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" name="Google Shape;218;p2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" name="Google Shape;219;p2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" name="Google Shape;220;p2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" name="Google Shape;221;p2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" name="Google Shape;222;p2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" name="Google Shape;224;p2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" name="Google Shape;225;p2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" name="Google Shape;226;p2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" name="Google Shape;227;p2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" name="Google Shape;228;p2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" name="Google Shape;229;p2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" name="Google Shape;230;p2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" name="Google Shape;231;p2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" name="Google Shape;232;p2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" name="Google Shape;233;p2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" name="Google Shape;234;p2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" name="Google Shape;235;p2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" name="Google Shape;236;p2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" name="Google Shape;237;p2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" name="Google Shape;238;p2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" name="Google Shape;239;p2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" name="Google Shape;240;p2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" name="Google Shape;241;p2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" name="Google Shape;242;p2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" name="Google Shape;243;p2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" name="Google Shape;244;p2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" name="Google Shape;245;p2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" name="Google Shape;246;p2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" name="Google Shape;247;p2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" name="Google Shape;248;p2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9" name="Google Shape;249;p2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0" name="Google Shape;250;p2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1" name="Google Shape;251;p2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2" name="Google Shape;252;p2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3" name="Google Shape;253;p2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4" name="Google Shape;254;p2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2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6" name="Google Shape;256;p2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2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8" name="Google Shape;258;p2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9" name="Google Shape;259;p2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0" name="Google Shape;260;p2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1" name="Google Shape;261;p2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2" name="Google Shape;262;p2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3" name="Google Shape;263;p2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4" name="Google Shape;264;p2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5" name="Google Shape;265;p2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6" name="Google Shape;266;p2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7" name="Google Shape;267;p2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8" name="Google Shape;268;p2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69" name="Google Shape;269;p2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0" name="Google Shape;270;p2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1" name="Google Shape;271;p2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2" name="Google Shape;272;p2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3" name="Google Shape;273;p2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4" name="Google Shape;274;p2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5" name="Google Shape;275;p2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6" name="Google Shape;276;p2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7" name="Google Shape;277;p2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8" name="Google Shape;278;p2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79" name="Google Shape;279;p2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0" name="Google Shape;280;p2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1" name="Google Shape;281;p2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2" name="Google Shape;282;p2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3" name="Google Shape;283;p2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4" name="Google Shape;284;p2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5" name="Google Shape;285;p2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6" name="Google Shape;286;p2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7" name="Google Shape;287;p2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8" name="Google Shape;288;p2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9" name="Google Shape;289;p2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0" name="Google Shape;290;p2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1" name="Google Shape;291;p2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2" name="Google Shape;292;p2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3" name="Google Shape;293;p2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4" name="Google Shape;294;p2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5" name="Google Shape;295;p2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6" name="Google Shape;296;p2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7" name="Google Shape;297;p2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8" name="Google Shape;298;p2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9" name="Google Shape;299;p2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0" name="Google Shape;300;p2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1" name="Google Shape;301;p2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2" name="Google Shape;302;p2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3" name="Google Shape;303;p2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4" name="Google Shape;304;p2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5" name="Google Shape;305;p2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6" name="Google Shape;306;p2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7" name="Google Shape;307;p2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8" name="Google Shape;308;p2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09" name="Google Shape;309;p2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0" name="Google Shape;310;p2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1" name="Google Shape;311;p2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2" name="Google Shape;312;p2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3" name="Google Shape;313;p2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4" name="Google Shape;314;p2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26" name="Google Shape;326;p2"/>
          <p:cNvGrpSpPr/>
          <p:nvPr/>
        </p:nvGrpSpPr>
        <p:grpSpPr>
          <a:xfrm>
            <a:off x="13" y="56"/>
            <a:ext cx="9143721" cy="2251922"/>
            <a:chOff x="-347225" y="-1310325"/>
            <a:chExt cx="7672194" cy="1889514"/>
          </a:xfrm>
        </p:grpSpPr>
        <p:sp>
          <p:nvSpPr>
            <p:cNvPr id="327" name="Google Shape;327;p2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7" name="Google Shape;407;p2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8" name="Google Shape;408;p2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09" name="Google Shape;409;p2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0" name="Google Shape;410;p2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1" name="Google Shape;411;p2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2" name="Google Shape;412;p2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3" name="Google Shape;413;p2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4" name="Google Shape;414;p2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5" name="Google Shape;415;p2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6" name="Google Shape;416;p2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7" name="Google Shape;417;p2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8" name="Google Shape;418;p2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19" name="Google Shape;419;p2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0" name="Google Shape;420;p2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1" name="Google Shape;421;p2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2" name="Google Shape;422;p2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3" name="Google Shape;423;p2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4" name="Google Shape;424;p2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5" name="Google Shape;425;p2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6" name="Google Shape;426;p2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7" name="Google Shape;427;p2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8" name="Google Shape;428;p2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29" name="Google Shape;429;p2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0" name="Google Shape;430;p2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1" name="Google Shape;431;p2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2" name="Google Shape;432;p2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3" name="Google Shape;433;p2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4" name="Google Shape;434;p2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5" name="Google Shape;435;p2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6" name="Google Shape;436;p2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7" name="Google Shape;437;p2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8" name="Google Shape;438;p2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39" name="Google Shape;439;p2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0" name="Google Shape;440;p2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1" name="Google Shape;441;p2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2" name="Google Shape;442;p2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3" name="Google Shape;443;p2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4" name="Google Shape;444;p2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5" name="Google Shape;445;p2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6" name="Google Shape;446;p2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7" name="Google Shape;447;p2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8" name="Google Shape;448;p2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49" name="Google Shape;449;p2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0" name="Google Shape;450;p2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1" name="Google Shape;451;p2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2" name="Google Shape;452;p2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3" name="Google Shape;453;p2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4" name="Google Shape;454;p2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5" name="Google Shape;455;p2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6" name="Google Shape;456;p2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  <p:sp>
          <p:nvSpPr>
            <p:cNvPr id="457" name="Google Shape;457;p2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62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sp>
        <p:nvSpPr>
          <p:cNvPr id="458" name="Google Shape;458;p2"/>
          <p:cNvSpPr txBox="1">
            <a:spLocks noGrp="1"/>
          </p:cNvSpPr>
          <p:nvPr>
            <p:ph type="subTitle" idx="1"/>
          </p:nvPr>
        </p:nvSpPr>
        <p:spPr>
          <a:xfrm>
            <a:off x="885800" y="4208677"/>
            <a:ext cx="6192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59" name="Google Shape;459;p2"/>
          <p:cNvSpPr txBox="1">
            <a:spLocks noGrp="1"/>
          </p:cNvSpPr>
          <p:nvPr>
            <p:ph type="ctrTitle"/>
          </p:nvPr>
        </p:nvSpPr>
        <p:spPr>
          <a:xfrm>
            <a:off x="885800" y="2097740"/>
            <a:ext cx="6192900" cy="20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Michroma"/>
                <a:ea typeface="Michroma"/>
                <a:cs typeface="Michroma"/>
                <a:sym typeface="Michrom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1" name="Google Shape;461;p3"/>
          <p:cNvGrpSpPr/>
          <p:nvPr/>
        </p:nvGrpSpPr>
        <p:grpSpPr>
          <a:xfrm flipH="1">
            <a:off x="-78629" y="2709652"/>
            <a:ext cx="9222176" cy="2516915"/>
            <a:chOff x="1851250" y="1720850"/>
            <a:chExt cx="3539775" cy="966075"/>
          </a:xfrm>
        </p:grpSpPr>
        <p:sp>
          <p:nvSpPr>
            <p:cNvPr id="462" name="Google Shape;462;p3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3" name="Google Shape;463;p3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4" name="Google Shape;464;p3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5" name="Google Shape;465;p3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6" name="Google Shape;466;p3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7" name="Google Shape;467;p3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8" name="Google Shape;468;p3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69" name="Google Shape;469;p3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0" name="Google Shape;470;p3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1" name="Google Shape;471;p3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2" name="Google Shape;472;p3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3" name="Google Shape;473;p3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5" name="Google Shape;475;p3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6" name="Google Shape;476;p3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7" name="Google Shape;477;p3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79" name="Google Shape;479;p3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0" name="Google Shape;480;p3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1" name="Google Shape;481;p3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3" name="Google Shape;483;p3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4" name="Google Shape;484;p3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5" name="Google Shape;485;p3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7" name="Google Shape;487;p3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8" name="Google Shape;488;p3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89" name="Google Shape;489;p3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0" name="Google Shape;490;p3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1" name="Google Shape;491;p3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2" name="Google Shape;492;p3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3" name="Google Shape;493;p3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4" name="Google Shape;494;p3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5" name="Google Shape;495;p3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" name="Google Shape;496;p3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" name="Google Shape;497;p3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" name="Google Shape;498;p3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" name="Google Shape;499;p3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" name="Google Shape;500;p3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" name="Google Shape;501;p3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" name="Google Shape;502;p3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" name="Google Shape;503;p3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" name="Google Shape;504;p3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3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" name="Google Shape;506;p3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" name="Google Shape;507;p3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" name="Google Shape;508;p3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" name="Google Shape;509;p3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" name="Google Shape;510;p3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" name="Google Shape;511;p3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" name="Google Shape;512;p3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" name="Google Shape;513;p3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" name="Google Shape;514;p3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" name="Google Shape;515;p3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" name="Google Shape;516;p3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" name="Google Shape;517;p3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" name="Google Shape;518;p3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" name="Google Shape;519;p3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" name="Google Shape;520;p3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" name="Google Shape;521;p3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" name="Google Shape;522;p3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" name="Google Shape;523;p3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" name="Google Shape;524;p3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" name="Google Shape;525;p3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" name="Google Shape;526;p3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" name="Google Shape;527;p3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" name="Google Shape;528;p3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" name="Google Shape;529;p3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" name="Google Shape;530;p3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" name="Google Shape;531;p3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" name="Google Shape;532;p3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" name="Google Shape;533;p3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" name="Google Shape;534;p3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" name="Google Shape;535;p3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" name="Google Shape;536;p3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" name="Google Shape;537;p3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" name="Google Shape;538;p3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" name="Google Shape;539;p3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" name="Google Shape;540;p3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" name="Google Shape;541;p3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3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3" name="Google Shape;543;p3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4" name="Google Shape;544;p3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5" name="Google Shape;545;p3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6" name="Google Shape;546;p3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7" name="Google Shape;547;p3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3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9" name="Google Shape;549;p3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0" name="Google Shape;550;p3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1" name="Google Shape;551;p3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2" name="Google Shape;552;p3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" name="Google Shape;553;p3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" name="Google Shape;554;p3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" name="Google Shape;555;p3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" name="Google Shape;556;p3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" name="Google Shape;557;p3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" name="Google Shape;558;p3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" name="Google Shape;559;p3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" name="Google Shape;560;p3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" name="Google Shape;561;p3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" name="Google Shape;562;p3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" name="Google Shape;563;p3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" name="Google Shape;564;p3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" name="Google Shape;565;p3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" name="Google Shape;566;p3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" name="Google Shape;567;p3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" name="Google Shape;568;p3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" name="Google Shape;569;p3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" name="Google Shape;570;p3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" name="Google Shape;571;p3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" name="Google Shape;572;p3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" name="Google Shape;573;p3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" name="Google Shape;574;p3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" name="Google Shape;575;p3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" name="Google Shape;576;p3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" name="Google Shape;577;p3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" name="Google Shape;578;p3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" name="Google Shape;579;p3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" name="Google Shape;580;p3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" name="Google Shape;581;p3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" name="Google Shape;582;p3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" name="Google Shape;583;p3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" name="Google Shape;584;p3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" name="Google Shape;585;p3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" name="Google Shape;586;p3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" name="Google Shape;587;p3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" name="Google Shape;588;p3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" name="Google Shape;589;p3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" name="Google Shape;590;p3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" name="Google Shape;591;p3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" name="Google Shape;592;p3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" name="Google Shape;593;p3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" name="Google Shape;594;p3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" name="Google Shape;595;p3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" name="Google Shape;596;p3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" name="Google Shape;597;p3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8" name="Google Shape;598;p3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9" name="Google Shape;599;p3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0" name="Google Shape;600;p3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1" name="Google Shape;601;p3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2" name="Google Shape;602;p3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3" name="Google Shape;603;p3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4" name="Google Shape;604;p3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5" name="Google Shape;605;p3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6" name="Google Shape;606;p3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7" name="Google Shape;607;p3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8" name="Google Shape;608;p3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" name="Google Shape;609;p3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" name="Google Shape;610;p3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" name="Google Shape;611;p3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" name="Google Shape;612;p3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" name="Google Shape;613;p3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" name="Google Shape;614;p3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" name="Google Shape;615;p3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" name="Google Shape;616;p3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" name="Google Shape;617;p3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" name="Google Shape;618;p3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" name="Google Shape;619;p3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" name="Google Shape;620;p3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" name="Google Shape;621;p3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" name="Google Shape;622;p3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" name="Google Shape;623;p3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" name="Google Shape;624;p3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" name="Google Shape;625;p3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" name="Google Shape;626;p3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" name="Google Shape;627;p3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" name="Google Shape;628;p3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" name="Google Shape;629;p3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" name="Google Shape;630;p3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" name="Google Shape;631;p3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" name="Google Shape;632;p3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" name="Google Shape;633;p3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" name="Google Shape;634;p3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" name="Google Shape;635;p3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" name="Google Shape;636;p3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" name="Google Shape;637;p3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" name="Google Shape;638;p3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" name="Google Shape;639;p3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" name="Google Shape;640;p3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" name="Google Shape;641;p3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" name="Google Shape;642;p3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" name="Google Shape;643;p3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" name="Google Shape;644;p3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" name="Google Shape;645;p3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" name="Google Shape;646;p3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" name="Google Shape;647;p3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" name="Google Shape;648;p3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" name="Google Shape;649;p3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" name="Google Shape;650;p3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" name="Google Shape;651;p3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" name="Google Shape;652;p3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" name="Google Shape;653;p3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" name="Google Shape;654;p3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5" name="Google Shape;655;p3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6" name="Google Shape;656;p3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7" name="Google Shape;657;p3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8" name="Google Shape;658;p3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9" name="Google Shape;659;p3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0" name="Google Shape;660;p3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1" name="Google Shape;661;p3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2" name="Google Shape;662;p3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3" name="Google Shape;663;p3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4" name="Google Shape;664;p3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5" name="Google Shape;665;p3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" name="Google Shape;666;p3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" name="Google Shape;667;p3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" name="Google Shape;668;p3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" name="Google Shape;669;p3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" name="Google Shape;670;p3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" name="Google Shape;671;p3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" name="Google Shape;672;p3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" name="Google Shape;673;p3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" name="Google Shape;674;p3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" name="Google Shape;675;p3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" name="Google Shape;676;p3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" name="Google Shape;677;p3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" name="Google Shape;678;p3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" name="Google Shape;679;p3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" name="Google Shape;680;p3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" name="Google Shape;681;p3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" name="Google Shape;682;p3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" name="Google Shape;683;p3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" name="Google Shape;684;p3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" name="Google Shape;685;p3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" name="Google Shape;686;p3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" name="Google Shape;687;p3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" name="Google Shape;688;p3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" name="Google Shape;689;p3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" name="Google Shape;690;p3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" name="Google Shape;691;p3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" name="Google Shape;692;p3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" name="Google Shape;693;p3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" name="Google Shape;694;p3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" name="Google Shape;695;p3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" name="Google Shape;696;p3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" name="Google Shape;697;p3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" name="Google Shape;698;p3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" name="Google Shape;699;p3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" name="Google Shape;700;p3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" name="Google Shape;701;p3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" name="Google Shape;702;p3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" name="Google Shape;703;p3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" name="Google Shape;704;p3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" name="Google Shape;705;p3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" name="Google Shape;706;p3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" name="Google Shape;707;p3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" name="Google Shape;708;p3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" name="Google Shape;709;p3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" name="Google Shape;710;p3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2" name="Google Shape;712;p3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3" name="Google Shape;713;p3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4" name="Google Shape;714;p3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5" name="Google Shape;715;p3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6" name="Google Shape;716;p3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7" name="Google Shape;717;p3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8" name="Google Shape;718;p3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9" name="Google Shape;719;p3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0" name="Google Shape;720;p3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1" name="Google Shape;721;p3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" name="Google Shape;722;p3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" name="Google Shape;723;p3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" name="Google Shape;724;p3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" name="Google Shape;725;p3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" name="Google Shape;726;p3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" name="Google Shape;727;p3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" name="Google Shape;728;p3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" name="Google Shape;729;p3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" name="Google Shape;730;p3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" name="Google Shape;731;p3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" name="Google Shape;732;p3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" name="Google Shape;733;p3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" name="Google Shape;734;p3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" name="Google Shape;735;p3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" name="Google Shape;736;p3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" name="Google Shape;737;p3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" name="Google Shape;738;p3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" name="Google Shape;739;p3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" name="Google Shape;740;p3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" name="Google Shape;741;p3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" name="Google Shape;742;p3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" name="Google Shape;743;p3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" name="Google Shape;744;p3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" name="Google Shape;745;p3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" name="Google Shape;746;p3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" name="Google Shape;747;p3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" name="Google Shape;748;p3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" name="Google Shape;749;p3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" name="Google Shape;750;p3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" name="Google Shape;751;p3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" name="Google Shape;752;p3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" name="Google Shape;753;p3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" name="Google Shape;754;p3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" name="Google Shape;755;p3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" name="Google Shape;756;p3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" name="Google Shape;757;p3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" name="Google Shape;758;p3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" name="Google Shape;759;p3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" name="Google Shape;760;p3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" name="Google Shape;761;p3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" name="Google Shape;762;p3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" name="Google Shape;763;p3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" name="Google Shape;764;p3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" name="Google Shape;765;p3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" name="Google Shape;766;p3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7" name="Google Shape;767;p3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8" name="Google Shape;768;p3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9" name="Google Shape;769;p3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0" name="Google Shape;770;p3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1" name="Google Shape;771;p3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2" name="Google Shape;772;p3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3" name="Google Shape;773;p3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4" name="Google Shape;774;p3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5" name="Google Shape;775;p3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6" name="Google Shape;776;p3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77" name="Google Shape;777;p3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78" name="Google Shape;778;p3"/>
          <p:cNvGrpSpPr/>
          <p:nvPr/>
        </p:nvGrpSpPr>
        <p:grpSpPr>
          <a:xfrm flipH="1">
            <a:off x="79" y="56"/>
            <a:ext cx="9143721" cy="2251922"/>
            <a:chOff x="-347225" y="-1310325"/>
            <a:chExt cx="7672194" cy="1889514"/>
          </a:xfrm>
        </p:grpSpPr>
        <p:sp>
          <p:nvSpPr>
            <p:cNvPr id="779" name="Google Shape;779;p3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0" name="Google Shape;780;p3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1" name="Google Shape;781;p3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2" name="Google Shape;782;p3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3" name="Google Shape;783;p3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4" name="Google Shape;784;p3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5" name="Google Shape;785;p3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6" name="Google Shape;786;p3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7" name="Google Shape;787;p3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8" name="Google Shape;788;p3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89" name="Google Shape;789;p3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0" name="Google Shape;790;p3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1" name="Google Shape;791;p3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2" name="Google Shape;792;p3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3" name="Google Shape;793;p3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4" name="Google Shape;794;p3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5" name="Google Shape;795;p3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6" name="Google Shape;796;p3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7" name="Google Shape;797;p3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8" name="Google Shape;798;p3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99" name="Google Shape;799;p3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0" name="Google Shape;800;p3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1" name="Google Shape;801;p3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2" name="Google Shape;802;p3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3" name="Google Shape;803;p3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4" name="Google Shape;804;p3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5" name="Google Shape;805;p3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6" name="Google Shape;806;p3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7" name="Google Shape;807;p3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8" name="Google Shape;808;p3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09" name="Google Shape;809;p3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0" name="Google Shape;810;p3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1" name="Google Shape;811;p3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2" name="Google Shape;812;p3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3" name="Google Shape;813;p3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4" name="Google Shape;814;p3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5" name="Google Shape;815;p3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6" name="Google Shape;816;p3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7" name="Google Shape;817;p3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8" name="Google Shape;818;p3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19" name="Google Shape;819;p3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0" name="Google Shape;820;p3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1" name="Google Shape;821;p3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2" name="Google Shape;822;p3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3" name="Google Shape;823;p3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4" name="Google Shape;824;p3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5" name="Google Shape;825;p3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6" name="Google Shape;826;p3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7" name="Google Shape;827;p3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8" name="Google Shape;828;p3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29" name="Google Shape;829;p3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0" name="Google Shape;830;p3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1" name="Google Shape;831;p3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2" name="Google Shape;832;p3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3" name="Google Shape;833;p3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4" name="Google Shape;834;p3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5" name="Google Shape;835;p3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6" name="Google Shape;836;p3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7" name="Google Shape;837;p3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8" name="Google Shape;838;p3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39" name="Google Shape;839;p3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0" name="Google Shape;840;p3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1" name="Google Shape;841;p3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2" name="Google Shape;842;p3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3" name="Google Shape;843;p3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4" name="Google Shape;844;p3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5" name="Google Shape;845;p3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6" name="Google Shape;846;p3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7" name="Google Shape;847;p3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8" name="Google Shape;848;p3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49" name="Google Shape;849;p3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0" name="Google Shape;850;p3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1" name="Google Shape;851;p3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2" name="Google Shape;852;p3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3" name="Google Shape;853;p3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4" name="Google Shape;854;p3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5" name="Google Shape;855;p3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6" name="Google Shape;856;p3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7" name="Google Shape;857;p3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8" name="Google Shape;858;p3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59" name="Google Shape;859;p3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0" name="Google Shape;860;p3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1" name="Google Shape;861;p3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2" name="Google Shape;862;p3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3" name="Google Shape;863;p3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4" name="Google Shape;864;p3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5" name="Google Shape;865;p3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6" name="Google Shape;866;p3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7" name="Google Shape;867;p3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8" name="Google Shape;868;p3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69" name="Google Shape;869;p3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0" name="Google Shape;870;p3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1" name="Google Shape;871;p3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2" name="Google Shape;872;p3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3" name="Google Shape;873;p3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4" name="Google Shape;874;p3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5" name="Google Shape;875;p3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6" name="Google Shape;876;p3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7" name="Google Shape;877;p3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8" name="Google Shape;878;p3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" name="Google Shape;879;p3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" name="Google Shape;880;p3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" name="Google Shape;881;p3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" name="Google Shape;882;p3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" name="Google Shape;883;p3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" name="Google Shape;884;p3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" name="Google Shape;885;p3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" name="Google Shape;886;p3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" name="Google Shape;887;p3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" name="Google Shape;888;p3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" name="Google Shape;889;p3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" name="Google Shape;890;p3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" name="Google Shape;891;p3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" name="Google Shape;892;p3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" name="Google Shape;893;p3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" name="Google Shape;894;p3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" name="Google Shape;895;p3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" name="Google Shape;896;p3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" name="Google Shape;897;p3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" name="Google Shape;898;p3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" name="Google Shape;899;p3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" name="Google Shape;900;p3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" name="Google Shape;901;p3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" name="Google Shape;902;p3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" name="Google Shape;903;p3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" name="Google Shape;904;p3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" name="Google Shape;905;p3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" name="Google Shape;906;p3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" name="Google Shape;907;p3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" name="Google Shape;908;p3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" name="Google Shape;909;p3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10" name="Google Shape;910;p3"/>
          <p:cNvSpPr txBox="1">
            <a:spLocks noGrp="1"/>
          </p:cNvSpPr>
          <p:nvPr>
            <p:ph type="title"/>
          </p:nvPr>
        </p:nvSpPr>
        <p:spPr>
          <a:xfrm>
            <a:off x="714675" y="2841500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11" name="Google Shape;911;p3"/>
          <p:cNvSpPr txBox="1">
            <a:spLocks noGrp="1"/>
          </p:cNvSpPr>
          <p:nvPr>
            <p:ph type="title" idx="2" hasCustomPrompt="1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48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2" name="Google Shape;912;p3"/>
          <p:cNvSpPr txBox="1">
            <a:spLocks noGrp="1"/>
          </p:cNvSpPr>
          <p:nvPr>
            <p:ph type="subTitle" idx="1"/>
          </p:nvPr>
        </p:nvSpPr>
        <p:spPr>
          <a:xfrm>
            <a:off x="714675" y="4221263"/>
            <a:ext cx="44352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0" name="Google Shape;1480;p5"/>
          <p:cNvGrpSpPr/>
          <p:nvPr/>
        </p:nvGrpSpPr>
        <p:grpSpPr>
          <a:xfrm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1481" name="Google Shape;1481;p5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2" name="Google Shape;1482;p5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3" name="Google Shape;1483;p5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4" name="Google Shape;1484;p5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5" name="Google Shape;1485;p5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6" name="Google Shape;1486;p5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7" name="Google Shape;1487;p5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8" name="Google Shape;1488;p5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89" name="Google Shape;1489;p5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0" name="Google Shape;1490;p5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1" name="Google Shape;1491;p5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2" name="Google Shape;1492;p5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3" name="Google Shape;1493;p5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4" name="Google Shape;1494;p5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5" name="Google Shape;1495;p5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6" name="Google Shape;1496;p5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7" name="Google Shape;1497;p5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8" name="Google Shape;1498;p5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99" name="Google Shape;1499;p5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0" name="Google Shape;1500;p5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1" name="Google Shape;1501;p5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2" name="Google Shape;1502;p5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3" name="Google Shape;1503;p5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4" name="Google Shape;1504;p5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5" name="Google Shape;1505;p5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6" name="Google Shape;1506;p5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7" name="Google Shape;1507;p5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8" name="Google Shape;1508;p5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09" name="Google Shape;1509;p5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0" name="Google Shape;1510;p5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1" name="Google Shape;1511;p5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2" name="Google Shape;1512;p5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3" name="Google Shape;1513;p5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4" name="Google Shape;1514;p5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5" name="Google Shape;1515;p5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6" name="Google Shape;1516;p5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7" name="Google Shape;1517;p5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8" name="Google Shape;1518;p5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19" name="Google Shape;1519;p5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0" name="Google Shape;1520;p5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1" name="Google Shape;1521;p5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2" name="Google Shape;1522;p5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3" name="Google Shape;1523;p5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4" name="Google Shape;1524;p5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5" name="Google Shape;1525;p5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6" name="Google Shape;1526;p5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7" name="Google Shape;1527;p5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8" name="Google Shape;1528;p5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29" name="Google Shape;1529;p5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0" name="Google Shape;1530;p5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1" name="Google Shape;1531;p5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2" name="Google Shape;1532;p5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3" name="Google Shape;1533;p5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4" name="Google Shape;1534;p5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5" name="Google Shape;1535;p5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6" name="Google Shape;1536;p5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7" name="Google Shape;1537;p5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8" name="Google Shape;1538;p5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39" name="Google Shape;1539;p5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0" name="Google Shape;1540;p5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1" name="Google Shape;1541;p5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2" name="Google Shape;1542;p5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3" name="Google Shape;1543;p5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4" name="Google Shape;1544;p5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5" name="Google Shape;1545;p5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6" name="Google Shape;1546;p5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7" name="Google Shape;1547;p5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8" name="Google Shape;1548;p5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49" name="Google Shape;1549;p5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0" name="Google Shape;1550;p5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1" name="Google Shape;1551;p5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2" name="Google Shape;1552;p5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3" name="Google Shape;1553;p5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4" name="Google Shape;1554;p5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5" name="Google Shape;1555;p5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6" name="Google Shape;1556;p5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7" name="Google Shape;1557;p5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8" name="Google Shape;1558;p5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59" name="Google Shape;1559;p5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0" name="Google Shape;1560;p5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1" name="Google Shape;1561;p5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2" name="Google Shape;1562;p5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3" name="Google Shape;1563;p5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4" name="Google Shape;1564;p5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5" name="Google Shape;1565;p5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6" name="Google Shape;1566;p5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7" name="Google Shape;1567;p5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8" name="Google Shape;1568;p5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69" name="Google Shape;1569;p5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0" name="Google Shape;1570;p5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1" name="Google Shape;1571;p5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2" name="Google Shape;1572;p5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3" name="Google Shape;1573;p5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4" name="Google Shape;1574;p5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5" name="Google Shape;1575;p5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6" name="Google Shape;1576;p5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7" name="Google Shape;1577;p5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8" name="Google Shape;1578;p5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79" name="Google Shape;1579;p5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0" name="Google Shape;1580;p5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1" name="Google Shape;1581;p5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2" name="Google Shape;1582;p5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3" name="Google Shape;1583;p5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4" name="Google Shape;1584;p5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5" name="Google Shape;1585;p5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6" name="Google Shape;1586;p5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7" name="Google Shape;1587;p5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8" name="Google Shape;1588;p5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89" name="Google Shape;1589;p5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0" name="Google Shape;1590;p5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1" name="Google Shape;1591;p5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2" name="Google Shape;1592;p5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3" name="Google Shape;1593;p5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4" name="Google Shape;1594;p5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5" name="Google Shape;1595;p5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6" name="Google Shape;1596;p5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7" name="Google Shape;1597;p5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8" name="Google Shape;1598;p5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99" name="Google Shape;1599;p5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0" name="Google Shape;1600;p5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1" name="Google Shape;1601;p5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2" name="Google Shape;1602;p5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3" name="Google Shape;1603;p5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4" name="Google Shape;1604;p5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5" name="Google Shape;1605;p5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6" name="Google Shape;1606;p5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7" name="Google Shape;1607;p5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8" name="Google Shape;1608;p5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09" name="Google Shape;1609;p5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0" name="Google Shape;1610;p5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1" name="Google Shape;1611;p5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2" name="Google Shape;1612;p5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3" name="Google Shape;1613;p5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4" name="Google Shape;1614;p5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5" name="Google Shape;1615;p5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6" name="Google Shape;1616;p5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7" name="Google Shape;1617;p5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8" name="Google Shape;1618;p5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19" name="Google Shape;1619;p5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0" name="Google Shape;1620;p5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1" name="Google Shape;1621;p5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2" name="Google Shape;1622;p5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3" name="Google Shape;1623;p5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4" name="Google Shape;1624;p5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" name="Google Shape;1625;p5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" name="Google Shape;1626;p5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" name="Google Shape;1627;p5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" name="Google Shape;1628;p5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" name="Google Shape;1629;p5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0" name="Google Shape;1630;p5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1" name="Google Shape;1631;p5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2" name="Google Shape;1632;p5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3" name="Google Shape;1633;p5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4" name="Google Shape;1634;p5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5" name="Google Shape;1635;p5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6" name="Google Shape;1636;p5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7" name="Google Shape;1637;p5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8" name="Google Shape;1638;p5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39" name="Google Shape;1639;p5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0" name="Google Shape;1640;p5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1" name="Google Shape;1641;p5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2" name="Google Shape;1642;p5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3" name="Google Shape;1643;p5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4" name="Google Shape;1644;p5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5" name="Google Shape;1645;p5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6" name="Google Shape;1646;p5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7" name="Google Shape;1647;p5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8" name="Google Shape;1648;p5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49" name="Google Shape;1649;p5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0" name="Google Shape;1650;p5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1" name="Google Shape;1651;p5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2" name="Google Shape;1652;p5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3" name="Google Shape;1653;p5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4" name="Google Shape;1654;p5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5" name="Google Shape;1655;p5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6" name="Google Shape;1656;p5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7" name="Google Shape;1657;p5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8" name="Google Shape;1658;p5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59" name="Google Shape;1659;p5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0" name="Google Shape;1660;p5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1" name="Google Shape;1661;p5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2" name="Google Shape;1662;p5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3" name="Google Shape;1663;p5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4" name="Google Shape;1664;p5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5" name="Google Shape;1665;p5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6" name="Google Shape;1666;p5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7" name="Google Shape;1667;p5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8" name="Google Shape;1668;p5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69" name="Google Shape;1669;p5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0" name="Google Shape;1670;p5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1" name="Google Shape;1671;p5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2" name="Google Shape;1672;p5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3" name="Google Shape;1673;p5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4" name="Google Shape;1674;p5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5" name="Google Shape;1675;p5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6" name="Google Shape;1676;p5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7" name="Google Shape;1677;p5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8" name="Google Shape;1678;p5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79" name="Google Shape;1679;p5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0" name="Google Shape;1680;p5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1" name="Google Shape;1681;p5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2" name="Google Shape;1682;p5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3" name="Google Shape;1683;p5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4" name="Google Shape;1684;p5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5" name="Google Shape;1685;p5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6" name="Google Shape;1686;p5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7" name="Google Shape;1687;p5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8" name="Google Shape;1688;p5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89" name="Google Shape;1689;p5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0" name="Google Shape;1690;p5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1" name="Google Shape;1691;p5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2" name="Google Shape;1692;p5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3" name="Google Shape;1693;p5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4" name="Google Shape;1694;p5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5" name="Google Shape;1695;p5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6" name="Google Shape;1696;p5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7" name="Google Shape;1697;p5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8" name="Google Shape;1698;p5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99" name="Google Shape;1699;p5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0" name="Google Shape;1700;p5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1" name="Google Shape;1701;p5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2" name="Google Shape;1702;p5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3" name="Google Shape;1703;p5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4" name="Google Shape;1704;p5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5" name="Google Shape;1705;p5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6" name="Google Shape;1706;p5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7" name="Google Shape;1707;p5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8" name="Google Shape;1708;p5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09" name="Google Shape;1709;p5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0" name="Google Shape;1710;p5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1" name="Google Shape;1711;p5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2" name="Google Shape;1712;p5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3" name="Google Shape;1713;p5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4" name="Google Shape;1714;p5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5" name="Google Shape;1715;p5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6" name="Google Shape;1716;p5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7" name="Google Shape;1717;p5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8" name="Google Shape;1718;p5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19" name="Google Shape;1719;p5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0" name="Google Shape;1720;p5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1" name="Google Shape;1721;p5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2" name="Google Shape;1722;p5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3" name="Google Shape;1723;p5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4" name="Google Shape;1724;p5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5" name="Google Shape;1725;p5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6" name="Google Shape;1726;p5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7" name="Google Shape;1727;p5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8" name="Google Shape;1728;p5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9" name="Google Shape;1729;p5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0" name="Google Shape;1730;p5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1" name="Google Shape;1731;p5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2" name="Google Shape;1732;p5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3" name="Google Shape;1733;p5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4" name="Google Shape;1734;p5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5" name="Google Shape;1735;p5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6" name="Google Shape;1736;p5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7" name="Google Shape;1737;p5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8" name="Google Shape;1738;p5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39" name="Google Shape;1739;p5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0" name="Google Shape;1740;p5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1" name="Google Shape;1741;p5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2" name="Google Shape;1742;p5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3" name="Google Shape;1743;p5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4" name="Google Shape;1744;p5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5" name="Google Shape;1745;p5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6" name="Google Shape;1746;p5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7" name="Google Shape;1747;p5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8" name="Google Shape;1748;p5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49" name="Google Shape;1749;p5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0" name="Google Shape;1750;p5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1" name="Google Shape;1751;p5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2" name="Google Shape;1752;p5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3" name="Google Shape;1753;p5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4" name="Google Shape;1754;p5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5" name="Google Shape;1755;p5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6" name="Google Shape;1756;p5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7" name="Google Shape;1757;p5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8" name="Google Shape;1758;p5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59" name="Google Shape;1759;p5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0" name="Google Shape;1760;p5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1" name="Google Shape;1761;p5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2" name="Google Shape;1762;p5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3" name="Google Shape;1763;p5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4" name="Google Shape;1764;p5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5" name="Google Shape;1765;p5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6" name="Google Shape;1766;p5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7" name="Google Shape;1767;p5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8" name="Google Shape;1768;p5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69" name="Google Shape;1769;p5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0" name="Google Shape;1770;p5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1" name="Google Shape;1771;p5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2" name="Google Shape;1772;p5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3" name="Google Shape;1773;p5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4" name="Google Shape;1774;p5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5" name="Google Shape;1775;p5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6" name="Google Shape;1776;p5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7" name="Google Shape;1777;p5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8" name="Google Shape;1778;p5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79" name="Google Shape;1779;p5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0" name="Google Shape;1780;p5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1" name="Google Shape;1781;p5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2" name="Google Shape;1782;p5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3" name="Google Shape;1783;p5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4" name="Google Shape;1784;p5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5" name="Google Shape;1785;p5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6" name="Google Shape;1786;p5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7" name="Google Shape;1787;p5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8" name="Google Shape;1788;p5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89" name="Google Shape;1789;p5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0" name="Google Shape;1790;p5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1" name="Google Shape;1791;p5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2" name="Google Shape;1792;p5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3" name="Google Shape;1793;p5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4" name="Google Shape;1794;p5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5" name="Google Shape;1795;p5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6" name="Google Shape;1796;p5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797" name="Google Shape;1797;p5"/>
          <p:cNvGrpSpPr/>
          <p:nvPr/>
        </p:nvGrpSpPr>
        <p:grpSpPr>
          <a:xfrm>
            <a:off x="41785" y="56"/>
            <a:ext cx="9143721" cy="2251922"/>
            <a:chOff x="-347225" y="-1310325"/>
            <a:chExt cx="7672194" cy="1889514"/>
          </a:xfrm>
        </p:grpSpPr>
        <p:sp>
          <p:nvSpPr>
            <p:cNvPr id="1798" name="Google Shape;1798;p5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99" name="Google Shape;1799;p5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0" name="Google Shape;1800;p5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1" name="Google Shape;1801;p5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2" name="Google Shape;1802;p5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3" name="Google Shape;1803;p5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4" name="Google Shape;1804;p5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5" name="Google Shape;1805;p5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6" name="Google Shape;1806;p5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7" name="Google Shape;1807;p5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8" name="Google Shape;1808;p5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09" name="Google Shape;1809;p5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0" name="Google Shape;1810;p5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1" name="Google Shape;1811;p5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2" name="Google Shape;1812;p5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3" name="Google Shape;1813;p5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4" name="Google Shape;1814;p5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5" name="Google Shape;1815;p5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6" name="Google Shape;1816;p5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7" name="Google Shape;1817;p5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8" name="Google Shape;1818;p5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19" name="Google Shape;1819;p5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0" name="Google Shape;1820;p5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1" name="Google Shape;1821;p5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2" name="Google Shape;1822;p5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3" name="Google Shape;1823;p5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4" name="Google Shape;1824;p5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5" name="Google Shape;1825;p5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6" name="Google Shape;1826;p5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7" name="Google Shape;1827;p5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8" name="Google Shape;1828;p5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29" name="Google Shape;1829;p5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0" name="Google Shape;1830;p5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1" name="Google Shape;1831;p5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2" name="Google Shape;1832;p5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3" name="Google Shape;1833;p5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4" name="Google Shape;1834;p5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5" name="Google Shape;1835;p5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6" name="Google Shape;1836;p5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7" name="Google Shape;1837;p5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8" name="Google Shape;1838;p5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39" name="Google Shape;1839;p5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0" name="Google Shape;1840;p5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1" name="Google Shape;1841;p5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2" name="Google Shape;1842;p5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3" name="Google Shape;1843;p5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4" name="Google Shape;1844;p5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5" name="Google Shape;1845;p5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6" name="Google Shape;1846;p5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7" name="Google Shape;1847;p5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8" name="Google Shape;1848;p5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49" name="Google Shape;1849;p5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0" name="Google Shape;1850;p5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1" name="Google Shape;1851;p5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2" name="Google Shape;1852;p5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3" name="Google Shape;1853;p5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4" name="Google Shape;1854;p5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5" name="Google Shape;1855;p5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6" name="Google Shape;1856;p5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7" name="Google Shape;1857;p5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8" name="Google Shape;1858;p5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59" name="Google Shape;1859;p5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0" name="Google Shape;1860;p5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1" name="Google Shape;1861;p5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2" name="Google Shape;1862;p5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3" name="Google Shape;1863;p5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4" name="Google Shape;1864;p5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5" name="Google Shape;1865;p5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6" name="Google Shape;1866;p5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7" name="Google Shape;1867;p5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8" name="Google Shape;1868;p5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69" name="Google Shape;1869;p5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0" name="Google Shape;1870;p5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1" name="Google Shape;1871;p5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2" name="Google Shape;1872;p5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3" name="Google Shape;1873;p5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4" name="Google Shape;1874;p5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5" name="Google Shape;1875;p5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6" name="Google Shape;1876;p5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7" name="Google Shape;1877;p5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8" name="Google Shape;1878;p5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79" name="Google Shape;1879;p5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0" name="Google Shape;1880;p5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1" name="Google Shape;1881;p5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2" name="Google Shape;1882;p5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3" name="Google Shape;1883;p5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4" name="Google Shape;1884;p5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5" name="Google Shape;1885;p5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6" name="Google Shape;1886;p5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7" name="Google Shape;1887;p5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8" name="Google Shape;1888;p5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89" name="Google Shape;1889;p5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0" name="Google Shape;1890;p5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1" name="Google Shape;1891;p5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2" name="Google Shape;1892;p5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3" name="Google Shape;1893;p5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4" name="Google Shape;1894;p5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5" name="Google Shape;1895;p5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6" name="Google Shape;1896;p5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7" name="Google Shape;1897;p5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8" name="Google Shape;1898;p5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99" name="Google Shape;1899;p5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0" name="Google Shape;1900;p5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1" name="Google Shape;1901;p5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2" name="Google Shape;1902;p5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3" name="Google Shape;1903;p5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4" name="Google Shape;1904;p5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5" name="Google Shape;1905;p5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6" name="Google Shape;1906;p5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7" name="Google Shape;1907;p5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8" name="Google Shape;1908;p5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09" name="Google Shape;1909;p5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0" name="Google Shape;1910;p5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1" name="Google Shape;1911;p5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2" name="Google Shape;1912;p5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3" name="Google Shape;1913;p5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4" name="Google Shape;1914;p5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5" name="Google Shape;1915;p5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6" name="Google Shape;1916;p5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7" name="Google Shape;1917;p5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8" name="Google Shape;1918;p5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19" name="Google Shape;1919;p5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0" name="Google Shape;1920;p5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1" name="Google Shape;1921;p5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2" name="Google Shape;1922;p5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3" name="Google Shape;1923;p5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4" name="Google Shape;1924;p5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5" name="Google Shape;1925;p5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6" name="Google Shape;1926;p5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7" name="Google Shape;1927;p5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928" name="Google Shape;1928;p5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929" name="Google Shape;1929;p5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1930" name="Google Shape;1930;p5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31" name="Google Shape;1931;p5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1932" name="Google Shape;1932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3" name="Google Shape;1933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4" name="Google Shape;1934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5" name="Google Shape;1935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6" name="Google Shape;1936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37" name="Google Shape;1937;p5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1938" name="Google Shape;1938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39" name="Google Shape;1939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0" name="Google Shape;1940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1" name="Google Shape;1941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2" name="Google Shape;1942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943" name="Google Shape;1943;p5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944" name="Google Shape;1944;p5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1945" name="Google Shape;1945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6" name="Google Shape;1946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7" name="Google Shape;1947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8" name="Google Shape;1948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49" name="Google Shape;1949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50" name="Google Shape;1950;p5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1951" name="Google Shape;1951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2" name="Google Shape;1952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3" name="Google Shape;1953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4" name="Google Shape;1954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5" name="Google Shape;1955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56" name="Google Shape;1956;p5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1957" name="Google Shape;1957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8" name="Google Shape;1958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59" name="Google Shape;1959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0" name="Google Shape;1960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1" name="Google Shape;1961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62" name="Google Shape;1962;p5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1963" name="Google Shape;1963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4" name="Google Shape;1964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5" name="Google Shape;1965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6" name="Google Shape;1966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67" name="Google Shape;1967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68" name="Google Shape;1968;p5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1969" name="Google Shape;1969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0" name="Google Shape;1970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1" name="Google Shape;1971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2" name="Google Shape;1972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3" name="Google Shape;1973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74" name="Google Shape;1974;p5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1975" name="Google Shape;1975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6" name="Google Shape;1976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7" name="Google Shape;1977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8" name="Google Shape;1978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79" name="Google Shape;1979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80" name="Google Shape;1980;p5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1981" name="Google Shape;1981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2" name="Google Shape;1982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3" name="Google Shape;1983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4" name="Google Shape;1984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5" name="Google Shape;1985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86" name="Google Shape;1986;p5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1987" name="Google Shape;1987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8" name="Google Shape;1988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89" name="Google Shape;1989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0" name="Google Shape;1990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1" name="Google Shape;1991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92" name="Google Shape;1992;p5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1993" name="Google Shape;1993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4" name="Google Shape;1994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5" name="Google Shape;1995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6" name="Google Shape;1996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997" name="Google Shape;1997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998" name="Google Shape;1998;p5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1999" name="Google Shape;1999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0" name="Google Shape;2000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1" name="Google Shape;2001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2" name="Google Shape;2002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3" name="Google Shape;2003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004" name="Google Shape;2004;p5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2005" name="Google Shape;2005;p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6" name="Google Shape;2006;p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7" name="Google Shape;2007;p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8" name="Google Shape;2008;p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009" name="Google Shape;2009;p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010" name="Google Shape;2010;p5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011" name="Google Shape;2011;p5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12" name="Google Shape;2012;p5"/>
          <p:cNvSpPr txBox="1">
            <a:spLocks noGrp="1"/>
          </p:cNvSpPr>
          <p:nvPr>
            <p:ph type="body" idx="1"/>
          </p:nvPr>
        </p:nvSpPr>
        <p:spPr>
          <a:xfrm>
            <a:off x="714675" y="1485300"/>
            <a:ext cx="3470400" cy="25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013" name="Google Shape;2013;p5"/>
          <p:cNvSpPr txBox="1">
            <a:spLocks noGrp="1"/>
          </p:cNvSpPr>
          <p:nvPr>
            <p:ph type="body" idx="2"/>
          </p:nvPr>
        </p:nvSpPr>
        <p:spPr>
          <a:xfrm>
            <a:off x="4572125" y="1485356"/>
            <a:ext cx="3857400" cy="252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grpSp>
        <p:nvGrpSpPr>
          <p:cNvPr id="2014" name="Google Shape;2014;p5"/>
          <p:cNvGrpSpPr/>
          <p:nvPr/>
        </p:nvGrpSpPr>
        <p:grpSpPr>
          <a:xfrm>
            <a:off x="4975110" y="4608254"/>
            <a:ext cx="208157" cy="236967"/>
            <a:chOff x="4975110" y="4608254"/>
            <a:chExt cx="208157" cy="236967"/>
          </a:xfrm>
        </p:grpSpPr>
        <p:sp>
          <p:nvSpPr>
            <p:cNvPr id="2015" name="Google Shape;2015;p5"/>
            <p:cNvSpPr/>
            <p:nvPr/>
          </p:nvSpPr>
          <p:spPr>
            <a:xfrm flipH="1">
              <a:off x="4975110" y="4608254"/>
              <a:ext cx="208157" cy="236967"/>
            </a:xfrm>
            <a:custGeom>
              <a:avLst/>
              <a:gdLst/>
              <a:ahLst/>
              <a:cxnLst/>
              <a:rect l="l" t="t" r="r" b="b"/>
              <a:pathLst>
                <a:path w="2023" h="2303" extrusionOk="0">
                  <a:moveTo>
                    <a:pt x="394" y="1460"/>
                  </a:moveTo>
                  <a:cubicBezTo>
                    <a:pt x="1" y="562"/>
                    <a:pt x="1292" y="0"/>
                    <a:pt x="1686" y="843"/>
                  </a:cubicBezTo>
                  <a:cubicBezTo>
                    <a:pt x="2023" y="1741"/>
                    <a:pt x="731" y="2303"/>
                    <a:pt x="394" y="14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6" name="Google Shape;2016;p5"/>
            <p:cNvSpPr/>
            <p:nvPr/>
          </p:nvSpPr>
          <p:spPr>
            <a:xfrm flipH="1">
              <a:off x="5015547" y="4660217"/>
              <a:ext cx="127281" cy="127281"/>
            </a:xfrm>
            <a:custGeom>
              <a:avLst/>
              <a:gdLst/>
              <a:ahLst/>
              <a:cxnLst/>
              <a:rect l="l" t="t" r="r" b="b"/>
              <a:pathLst>
                <a:path w="1237" h="1237" extrusionOk="0">
                  <a:moveTo>
                    <a:pt x="169" y="843"/>
                  </a:moveTo>
                  <a:cubicBezTo>
                    <a:pt x="1" y="562"/>
                    <a:pt x="169" y="281"/>
                    <a:pt x="394" y="169"/>
                  </a:cubicBezTo>
                  <a:cubicBezTo>
                    <a:pt x="843" y="1"/>
                    <a:pt x="1236" y="394"/>
                    <a:pt x="1068" y="787"/>
                  </a:cubicBezTo>
                  <a:cubicBezTo>
                    <a:pt x="956" y="1236"/>
                    <a:pt x="338" y="1236"/>
                    <a:pt x="169" y="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7" name="Google Shape;2017;p5"/>
            <p:cNvSpPr/>
            <p:nvPr/>
          </p:nvSpPr>
          <p:spPr>
            <a:xfrm flipH="1">
              <a:off x="5009785" y="4665979"/>
              <a:ext cx="127281" cy="121519"/>
            </a:xfrm>
            <a:custGeom>
              <a:avLst/>
              <a:gdLst/>
              <a:ahLst/>
              <a:cxnLst/>
              <a:rect l="l" t="t" r="r" b="b"/>
              <a:pathLst>
                <a:path w="1237" h="1181" extrusionOk="0">
                  <a:moveTo>
                    <a:pt x="113" y="787"/>
                  </a:moveTo>
                  <a:cubicBezTo>
                    <a:pt x="1" y="619"/>
                    <a:pt x="57" y="450"/>
                    <a:pt x="169" y="282"/>
                  </a:cubicBezTo>
                  <a:cubicBezTo>
                    <a:pt x="169" y="225"/>
                    <a:pt x="226" y="225"/>
                    <a:pt x="282" y="225"/>
                  </a:cubicBezTo>
                  <a:cubicBezTo>
                    <a:pt x="787" y="1"/>
                    <a:pt x="1237" y="506"/>
                    <a:pt x="900" y="956"/>
                  </a:cubicBezTo>
                  <a:cubicBezTo>
                    <a:pt x="900" y="1012"/>
                    <a:pt x="843" y="1012"/>
                    <a:pt x="787" y="1068"/>
                  </a:cubicBezTo>
                  <a:cubicBezTo>
                    <a:pt x="506" y="1180"/>
                    <a:pt x="169" y="1068"/>
                    <a:pt x="57" y="78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18" name="Google Shape;2018;p5"/>
            <p:cNvSpPr/>
            <p:nvPr/>
          </p:nvSpPr>
          <p:spPr>
            <a:xfrm flipH="1">
              <a:off x="5044460" y="4694893"/>
              <a:ext cx="80978" cy="69454"/>
            </a:xfrm>
            <a:custGeom>
              <a:avLst/>
              <a:gdLst/>
              <a:ahLst/>
              <a:cxnLst/>
              <a:rect l="l" t="t" r="r" b="b"/>
              <a:pathLst>
                <a:path w="787" h="675" extrusionOk="0">
                  <a:moveTo>
                    <a:pt x="450" y="618"/>
                  </a:moveTo>
                  <a:cubicBezTo>
                    <a:pt x="113" y="618"/>
                    <a:pt x="0" y="225"/>
                    <a:pt x="225" y="1"/>
                  </a:cubicBezTo>
                  <a:cubicBezTo>
                    <a:pt x="169" y="57"/>
                    <a:pt x="169" y="113"/>
                    <a:pt x="169" y="169"/>
                  </a:cubicBezTo>
                  <a:cubicBezTo>
                    <a:pt x="113" y="338"/>
                    <a:pt x="281" y="562"/>
                    <a:pt x="506" y="562"/>
                  </a:cubicBezTo>
                  <a:cubicBezTo>
                    <a:pt x="562" y="562"/>
                    <a:pt x="674" y="562"/>
                    <a:pt x="787" y="450"/>
                  </a:cubicBezTo>
                  <a:cubicBezTo>
                    <a:pt x="730" y="562"/>
                    <a:pt x="562" y="675"/>
                    <a:pt x="450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19" name="Google Shape;2019;p5"/>
          <p:cNvGrpSpPr/>
          <p:nvPr/>
        </p:nvGrpSpPr>
        <p:grpSpPr>
          <a:xfrm flipH="1">
            <a:off x="390200" y="4388350"/>
            <a:ext cx="230087" cy="393387"/>
            <a:chOff x="1267792" y="5309150"/>
            <a:chExt cx="230087" cy="393387"/>
          </a:xfrm>
        </p:grpSpPr>
        <p:sp>
          <p:nvSpPr>
            <p:cNvPr id="2020" name="Google Shape;2020;p5"/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1" name="Google Shape;2021;p5"/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2" name="Google Shape;2022;p5"/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23" name="Google Shape;2023;p5"/>
          <p:cNvGrpSpPr/>
          <p:nvPr/>
        </p:nvGrpSpPr>
        <p:grpSpPr>
          <a:xfrm flipH="1">
            <a:off x="7441113" y="4681212"/>
            <a:ext cx="356261" cy="81650"/>
            <a:chOff x="1962943" y="5517637"/>
            <a:chExt cx="356261" cy="81650"/>
          </a:xfrm>
        </p:grpSpPr>
        <p:sp>
          <p:nvSpPr>
            <p:cNvPr id="2024" name="Google Shape;2024;p5"/>
            <p:cNvSpPr/>
            <p:nvPr/>
          </p:nvSpPr>
          <p:spPr>
            <a:xfrm>
              <a:off x="1985205" y="5517637"/>
              <a:ext cx="70552" cy="81650"/>
            </a:xfrm>
            <a:custGeom>
              <a:avLst/>
              <a:gdLst/>
              <a:ahLst/>
              <a:cxnLst/>
              <a:rect l="l" t="t" r="r" b="b"/>
              <a:pathLst>
                <a:path w="1068" h="1236" extrusionOk="0">
                  <a:moveTo>
                    <a:pt x="57" y="1236"/>
                  </a:moveTo>
                  <a:lnTo>
                    <a:pt x="0" y="0"/>
                  </a:lnTo>
                  <a:lnTo>
                    <a:pt x="1068" y="0"/>
                  </a:lnTo>
                  <a:lnTo>
                    <a:pt x="1068" y="123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5" name="Google Shape;2025;p5"/>
            <p:cNvSpPr/>
            <p:nvPr/>
          </p:nvSpPr>
          <p:spPr>
            <a:xfrm>
              <a:off x="2055690" y="5517637"/>
              <a:ext cx="263513" cy="81650"/>
            </a:xfrm>
            <a:custGeom>
              <a:avLst/>
              <a:gdLst/>
              <a:ahLst/>
              <a:cxnLst/>
              <a:rect l="l" t="t" r="r" b="b"/>
              <a:pathLst>
                <a:path w="3989" h="1236" extrusionOk="0">
                  <a:moveTo>
                    <a:pt x="1" y="1236"/>
                  </a:moveTo>
                  <a:lnTo>
                    <a:pt x="1" y="0"/>
                  </a:lnTo>
                  <a:lnTo>
                    <a:pt x="3988" y="0"/>
                  </a:lnTo>
                  <a:lnTo>
                    <a:pt x="3988" y="1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6" name="Google Shape;2026;p5"/>
            <p:cNvSpPr/>
            <p:nvPr/>
          </p:nvSpPr>
          <p:spPr>
            <a:xfrm>
              <a:off x="1962943" y="5517637"/>
              <a:ext cx="26028" cy="81650"/>
            </a:xfrm>
            <a:custGeom>
              <a:avLst/>
              <a:gdLst/>
              <a:ahLst/>
              <a:cxnLst/>
              <a:rect l="l" t="t" r="r" b="b"/>
              <a:pathLst>
                <a:path w="394" h="1236" extrusionOk="0">
                  <a:moveTo>
                    <a:pt x="0" y="1236"/>
                  </a:moveTo>
                  <a:lnTo>
                    <a:pt x="0" y="0"/>
                  </a:lnTo>
                  <a:lnTo>
                    <a:pt x="337" y="0"/>
                  </a:lnTo>
                  <a:lnTo>
                    <a:pt x="394" y="1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7" name="Google Shape;2027;p5"/>
            <p:cNvSpPr/>
            <p:nvPr/>
          </p:nvSpPr>
          <p:spPr>
            <a:xfrm>
              <a:off x="2055690" y="5580723"/>
              <a:ext cx="263513" cy="18563"/>
            </a:xfrm>
            <a:custGeom>
              <a:avLst/>
              <a:gdLst/>
              <a:ahLst/>
              <a:cxnLst/>
              <a:rect l="l" t="t" r="r" b="b"/>
              <a:pathLst>
                <a:path w="3989" h="281" extrusionOk="0">
                  <a:moveTo>
                    <a:pt x="3988" y="0"/>
                  </a:moveTo>
                  <a:lnTo>
                    <a:pt x="3988" y="281"/>
                  </a:lnTo>
                  <a:lnTo>
                    <a:pt x="1" y="2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28" name="Google Shape;2028;p5"/>
            <p:cNvSpPr/>
            <p:nvPr/>
          </p:nvSpPr>
          <p:spPr>
            <a:xfrm>
              <a:off x="1962943" y="5580723"/>
              <a:ext cx="26028" cy="18563"/>
            </a:xfrm>
            <a:custGeom>
              <a:avLst/>
              <a:gdLst/>
              <a:ahLst/>
              <a:cxnLst/>
              <a:rect l="l" t="t" r="r" b="b"/>
              <a:pathLst>
                <a:path w="394" h="281" extrusionOk="0">
                  <a:moveTo>
                    <a:pt x="394" y="0"/>
                  </a:moveTo>
                  <a:lnTo>
                    <a:pt x="394" y="281"/>
                  </a:lnTo>
                  <a:lnTo>
                    <a:pt x="0" y="2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029" name="Google Shape;2029;p5"/>
          <p:cNvGrpSpPr/>
          <p:nvPr/>
        </p:nvGrpSpPr>
        <p:grpSpPr>
          <a:xfrm flipH="1">
            <a:off x="8056467" y="4536578"/>
            <a:ext cx="252349" cy="252349"/>
            <a:chOff x="1647575" y="5358103"/>
            <a:chExt cx="252349" cy="252349"/>
          </a:xfrm>
        </p:grpSpPr>
        <p:sp>
          <p:nvSpPr>
            <p:cNvPr id="2030" name="Google Shape;2030;p5"/>
            <p:cNvSpPr/>
            <p:nvPr/>
          </p:nvSpPr>
          <p:spPr>
            <a:xfrm>
              <a:off x="1647575" y="5358103"/>
              <a:ext cx="252349" cy="252349"/>
            </a:xfrm>
            <a:custGeom>
              <a:avLst/>
              <a:gdLst/>
              <a:ahLst/>
              <a:cxnLst/>
              <a:rect l="l" t="t" r="r" b="b"/>
              <a:pathLst>
                <a:path w="3820" h="3820" extrusionOk="0">
                  <a:moveTo>
                    <a:pt x="3707" y="2303"/>
                  </a:moveTo>
                  <a:cubicBezTo>
                    <a:pt x="3820" y="899"/>
                    <a:pt x="2247" y="0"/>
                    <a:pt x="1124" y="899"/>
                  </a:cubicBezTo>
                  <a:cubicBezTo>
                    <a:pt x="0" y="1741"/>
                    <a:pt x="506" y="3539"/>
                    <a:pt x="1910" y="3707"/>
                  </a:cubicBezTo>
                  <a:cubicBezTo>
                    <a:pt x="2809" y="3819"/>
                    <a:pt x="3595" y="3145"/>
                    <a:pt x="3707" y="23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1" name="Google Shape;2031;p5"/>
            <p:cNvSpPr/>
            <p:nvPr/>
          </p:nvSpPr>
          <p:spPr>
            <a:xfrm>
              <a:off x="1695798" y="5428588"/>
              <a:ext cx="163300" cy="141038"/>
            </a:xfrm>
            <a:custGeom>
              <a:avLst/>
              <a:gdLst/>
              <a:ahLst/>
              <a:cxnLst/>
              <a:rect l="l" t="t" r="r" b="b"/>
              <a:pathLst>
                <a:path w="2472" h="2135" extrusionOk="0">
                  <a:moveTo>
                    <a:pt x="2416" y="1180"/>
                  </a:moveTo>
                  <a:cubicBezTo>
                    <a:pt x="2472" y="562"/>
                    <a:pt x="2079" y="57"/>
                    <a:pt x="1461" y="0"/>
                  </a:cubicBezTo>
                  <a:lnTo>
                    <a:pt x="1405" y="0"/>
                  </a:lnTo>
                  <a:cubicBezTo>
                    <a:pt x="1" y="0"/>
                    <a:pt x="1" y="2135"/>
                    <a:pt x="1405" y="2135"/>
                  </a:cubicBezTo>
                  <a:lnTo>
                    <a:pt x="1461" y="2135"/>
                  </a:lnTo>
                  <a:cubicBezTo>
                    <a:pt x="1966" y="2022"/>
                    <a:pt x="2360" y="1685"/>
                    <a:pt x="2416" y="118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2" name="Google Shape;2032;p5"/>
            <p:cNvSpPr/>
            <p:nvPr/>
          </p:nvSpPr>
          <p:spPr>
            <a:xfrm>
              <a:off x="1740322" y="5450850"/>
              <a:ext cx="85416" cy="85416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1236" y="787"/>
                  </a:moveTo>
                  <a:cubicBezTo>
                    <a:pt x="1292" y="281"/>
                    <a:pt x="731" y="0"/>
                    <a:pt x="394" y="281"/>
                  </a:cubicBezTo>
                  <a:cubicBezTo>
                    <a:pt x="1" y="618"/>
                    <a:pt x="169" y="1180"/>
                    <a:pt x="675" y="1236"/>
                  </a:cubicBezTo>
                  <a:cubicBezTo>
                    <a:pt x="955" y="1292"/>
                    <a:pt x="1180" y="1068"/>
                    <a:pt x="1236" y="7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3" name="Google Shape;2033;p5"/>
            <p:cNvSpPr/>
            <p:nvPr/>
          </p:nvSpPr>
          <p:spPr>
            <a:xfrm>
              <a:off x="1758885" y="5495374"/>
              <a:ext cx="22328" cy="22328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7" y="169"/>
                  </a:moveTo>
                  <a:cubicBezTo>
                    <a:pt x="337" y="113"/>
                    <a:pt x="281" y="0"/>
                    <a:pt x="225" y="0"/>
                  </a:cubicBezTo>
                  <a:cubicBezTo>
                    <a:pt x="113" y="0"/>
                    <a:pt x="57" y="57"/>
                    <a:pt x="57" y="169"/>
                  </a:cubicBezTo>
                  <a:cubicBezTo>
                    <a:pt x="0" y="225"/>
                    <a:pt x="57" y="337"/>
                    <a:pt x="169" y="337"/>
                  </a:cubicBezTo>
                  <a:cubicBezTo>
                    <a:pt x="281" y="337"/>
                    <a:pt x="337" y="281"/>
                    <a:pt x="337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5" name="Google Shape;2035;p6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2036" name="Google Shape;2036;p6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7" name="Google Shape;2037;p6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8" name="Google Shape;2038;p6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39" name="Google Shape;2039;p6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0" name="Google Shape;2040;p6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1" name="Google Shape;2041;p6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2" name="Google Shape;2042;p6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3" name="Google Shape;2043;p6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4" name="Google Shape;2044;p6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5" name="Google Shape;2045;p6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6" name="Google Shape;2046;p6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7" name="Google Shape;2047;p6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8" name="Google Shape;2048;p6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49" name="Google Shape;2049;p6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0" name="Google Shape;2050;p6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1" name="Google Shape;2051;p6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2" name="Google Shape;2052;p6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3" name="Google Shape;2053;p6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4" name="Google Shape;2054;p6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5" name="Google Shape;2055;p6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6" name="Google Shape;2056;p6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7" name="Google Shape;2057;p6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8" name="Google Shape;2058;p6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59" name="Google Shape;2059;p6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0" name="Google Shape;2060;p6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1" name="Google Shape;2061;p6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2" name="Google Shape;2062;p6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3" name="Google Shape;2063;p6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4" name="Google Shape;2064;p6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5" name="Google Shape;2065;p6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6" name="Google Shape;2066;p6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7" name="Google Shape;2067;p6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8" name="Google Shape;2068;p6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69" name="Google Shape;2069;p6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0" name="Google Shape;2070;p6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1" name="Google Shape;2071;p6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2" name="Google Shape;2072;p6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3" name="Google Shape;2073;p6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4" name="Google Shape;2074;p6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5" name="Google Shape;2075;p6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6" name="Google Shape;2076;p6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7" name="Google Shape;2077;p6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8" name="Google Shape;2078;p6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79" name="Google Shape;2079;p6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0" name="Google Shape;2080;p6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1" name="Google Shape;2081;p6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2" name="Google Shape;2082;p6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3" name="Google Shape;2083;p6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4" name="Google Shape;2084;p6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5" name="Google Shape;2085;p6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6" name="Google Shape;2086;p6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7" name="Google Shape;2087;p6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8" name="Google Shape;2088;p6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89" name="Google Shape;2089;p6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0" name="Google Shape;2090;p6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1" name="Google Shape;2091;p6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2" name="Google Shape;2092;p6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3" name="Google Shape;2093;p6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4" name="Google Shape;2094;p6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5" name="Google Shape;2095;p6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6" name="Google Shape;2096;p6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7" name="Google Shape;2097;p6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8" name="Google Shape;2098;p6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99" name="Google Shape;2099;p6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0" name="Google Shape;2100;p6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1" name="Google Shape;2101;p6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2" name="Google Shape;2102;p6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3" name="Google Shape;2103;p6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4" name="Google Shape;2104;p6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5" name="Google Shape;2105;p6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6" name="Google Shape;2106;p6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7" name="Google Shape;2107;p6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8" name="Google Shape;2108;p6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09" name="Google Shape;2109;p6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0" name="Google Shape;2110;p6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1" name="Google Shape;2111;p6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2" name="Google Shape;2112;p6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3" name="Google Shape;2113;p6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4" name="Google Shape;2114;p6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5" name="Google Shape;2115;p6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6" name="Google Shape;2116;p6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7" name="Google Shape;2117;p6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8" name="Google Shape;2118;p6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19" name="Google Shape;2119;p6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0" name="Google Shape;2120;p6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1" name="Google Shape;2121;p6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2" name="Google Shape;2122;p6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3" name="Google Shape;2123;p6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4" name="Google Shape;2124;p6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5" name="Google Shape;2125;p6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6" name="Google Shape;2126;p6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7" name="Google Shape;2127;p6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8" name="Google Shape;2128;p6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29" name="Google Shape;2129;p6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0" name="Google Shape;2130;p6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1" name="Google Shape;2131;p6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2" name="Google Shape;2132;p6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3" name="Google Shape;2133;p6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4" name="Google Shape;2134;p6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5" name="Google Shape;2135;p6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6" name="Google Shape;2136;p6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7" name="Google Shape;2137;p6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8" name="Google Shape;2138;p6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39" name="Google Shape;2139;p6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0" name="Google Shape;2140;p6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1" name="Google Shape;2141;p6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2" name="Google Shape;2142;p6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3" name="Google Shape;2143;p6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4" name="Google Shape;2144;p6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5" name="Google Shape;2145;p6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6" name="Google Shape;2146;p6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7" name="Google Shape;2147;p6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8" name="Google Shape;2148;p6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49" name="Google Shape;2149;p6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0" name="Google Shape;2150;p6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1" name="Google Shape;2151;p6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2" name="Google Shape;2152;p6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3" name="Google Shape;2153;p6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4" name="Google Shape;2154;p6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5" name="Google Shape;2155;p6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6" name="Google Shape;2156;p6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7" name="Google Shape;2157;p6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8" name="Google Shape;2158;p6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59" name="Google Shape;2159;p6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0" name="Google Shape;2160;p6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1" name="Google Shape;2161;p6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2" name="Google Shape;2162;p6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3" name="Google Shape;2163;p6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4" name="Google Shape;2164;p6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5" name="Google Shape;2165;p6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6" name="Google Shape;2166;p6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7" name="Google Shape;2167;p6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8" name="Google Shape;2168;p6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69" name="Google Shape;2169;p6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0" name="Google Shape;2170;p6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1" name="Google Shape;2171;p6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2" name="Google Shape;2172;p6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3" name="Google Shape;2173;p6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4" name="Google Shape;2174;p6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5" name="Google Shape;2175;p6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6" name="Google Shape;2176;p6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7" name="Google Shape;2177;p6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8" name="Google Shape;2178;p6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79" name="Google Shape;2179;p6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0" name="Google Shape;2180;p6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1" name="Google Shape;2181;p6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2" name="Google Shape;2182;p6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3" name="Google Shape;2183;p6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4" name="Google Shape;2184;p6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5" name="Google Shape;2185;p6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6" name="Google Shape;2186;p6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7" name="Google Shape;2187;p6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8" name="Google Shape;2188;p6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89" name="Google Shape;2189;p6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0" name="Google Shape;2190;p6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1" name="Google Shape;2191;p6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2" name="Google Shape;2192;p6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3" name="Google Shape;2193;p6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4" name="Google Shape;2194;p6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5" name="Google Shape;2195;p6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6" name="Google Shape;2196;p6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7" name="Google Shape;2197;p6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8" name="Google Shape;2198;p6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199" name="Google Shape;2199;p6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0" name="Google Shape;2200;p6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1" name="Google Shape;2201;p6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2" name="Google Shape;2202;p6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3" name="Google Shape;2203;p6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4" name="Google Shape;2204;p6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5" name="Google Shape;2205;p6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6" name="Google Shape;2206;p6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7" name="Google Shape;2207;p6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8" name="Google Shape;2208;p6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09" name="Google Shape;2209;p6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0" name="Google Shape;2210;p6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1" name="Google Shape;2211;p6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2" name="Google Shape;2212;p6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3" name="Google Shape;2213;p6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4" name="Google Shape;2214;p6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5" name="Google Shape;2215;p6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6" name="Google Shape;2216;p6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7" name="Google Shape;2217;p6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8" name="Google Shape;2218;p6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19" name="Google Shape;2219;p6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0" name="Google Shape;2220;p6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1" name="Google Shape;2221;p6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2" name="Google Shape;2222;p6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3" name="Google Shape;2223;p6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4" name="Google Shape;2224;p6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5" name="Google Shape;2225;p6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6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7" name="Google Shape;2227;p6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8" name="Google Shape;2228;p6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9" name="Google Shape;2229;p6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0" name="Google Shape;2230;p6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1" name="Google Shape;2231;p6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2" name="Google Shape;2232;p6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3" name="Google Shape;2233;p6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4" name="Google Shape;2234;p6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5" name="Google Shape;2235;p6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6" name="Google Shape;2236;p6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7" name="Google Shape;2237;p6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8" name="Google Shape;2238;p6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39" name="Google Shape;2239;p6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0" name="Google Shape;2240;p6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1" name="Google Shape;2241;p6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2" name="Google Shape;2242;p6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3" name="Google Shape;2243;p6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4" name="Google Shape;2244;p6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5" name="Google Shape;2245;p6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6" name="Google Shape;2246;p6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7" name="Google Shape;2247;p6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8" name="Google Shape;2248;p6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49" name="Google Shape;2249;p6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0" name="Google Shape;2250;p6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1" name="Google Shape;2251;p6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2" name="Google Shape;2252;p6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3" name="Google Shape;2253;p6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4" name="Google Shape;2254;p6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5" name="Google Shape;2255;p6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6" name="Google Shape;2256;p6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7" name="Google Shape;2257;p6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8" name="Google Shape;2258;p6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59" name="Google Shape;2259;p6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0" name="Google Shape;2260;p6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1" name="Google Shape;2261;p6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2" name="Google Shape;2262;p6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3" name="Google Shape;2263;p6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4" name="Google Shape;2264;p6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5" name="Google Shape;2265;p6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6" name="Google Shape;2266;p6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7" name="Google Shape;2267;p6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8" name="Google Shape;2268;p6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69" name="Google Shape;2269;p6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0" name="Google Shape;2270;p6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1" name="Google Shape;2271;p6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2" name="Google Shape;2272;p6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3" name="Google Shape;2273;p6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4" name="Google Shape;2274;p6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5" name="Google Shape;2275;p6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6" name="Google Shape;2276;p6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7" name="Google Shape;2277;p6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8" name="Google Shape;2278;p6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79" name="Google Shape;2279;p6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0" name="Google Shape;2280;p6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1" name="Google Shape;2281;p6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2" name="Google Shape;2282;p6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3" name="Google Shape;2283;p6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4" name="Google Shape;2284;p6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5" name="Google Shape;2285;p6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6" name="Google Shape;2286;p6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7" name="Google Shape;2287;p6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8" name="Google Shape;2288;p6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89" name="Google Shape;2289;p6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0" name="Google Shape;2290;p6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1" name="Google Shape;2291;p6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2" name="Google Shape;2292;p6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3" name="Google Shape;2293;p6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4" name="Google Shape;2294;p6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5" name="Google Shape;2295;p6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6" name="Google Shape;2296;p6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7" name="Google Shape;2297;p6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8" name="Google Shape;2298;p6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99" name="Google Shape;2299;p6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0" name="Google Shape;2300;p6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1" name="Google Shape;2301;p6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2" name="Google Shape;2302;p6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3" name="Google Shape;2303;p6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4" name="Google Shape;2304;p6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5" name="Google Shape;2305;p6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6" name="Google Shape;2306;p6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7" name="Google Shape;2307;p6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8" name="Google Shape;2308;p6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09" name="Google Shape;2309;p6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0" name="Google Shape;2310;p6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1" name="Google Shape;2311;p6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2" name="Google Shape;2312;p6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3" name="Google Shape;2313;p6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4" name="Google Shape;2314;p6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5" name="Google Shape;2315;p6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6" name="Google Shape;2316;p6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7" name="Google Shape;2317;p6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8" name="Google Shape;2318;p6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19" name="Google Shape;2319;p6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0" name="Google Shape;2320;p6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1" name="Google Shape;2321;p6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2" name="Google Shape;2322;p6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3" name="Google Shape;2323;p6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4" name="Google Shape;2324;p6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5" name="Google Shape;2325;p6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6" name="Google Shape;2326;p6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7" name="Google Shape;2327;p6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8" name="Google Shape;2328;p6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29" name="Google Shape;2329;p6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0" name="Google Shape;2330;p6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1" name="Google Shape;2331;p6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2" name="Google Shape;2332;p6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3" name="Google Shape;2333;p6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4" name="Google Shape;2334;p6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5" name="Google Shape;2335;p6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6" name="Google Shape;2336;p6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7" name="Google Shape;2337;p6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8" name="Google Shape;2338;p6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39" name="Google Shape;2339;p6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0" name="Google Shape;2340;p6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1" name="Google Shape;2341;p6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2" name="Google Shape;2342;p6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3" name="Google Shape;2343;p6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4" name="Google Shape;2344;p6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5" name="Google Shape;2345;p6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6" name="Google Shape;2346;p6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7" name="Google Shape;2347;p6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8" name="Google Shape;2348;p6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49" name="Google Shape;2349;p6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0" name="Google Shape;2350;p6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1" name="Google Shape;2351;p6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352" name="Google Shape;2352;p6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2353" name="Google Shape;2353;p6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4" name="Google Shape;2354;p6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5" name="Google Shape;2355;p6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6" name="Google Shape;2356;p6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7" name="Google Shape;2357;p6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8" name="Google Shape;2358;p6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59" name="Google Shape;2359;p6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0" name="Google Shape;2360;p6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1" name="Google Shape;2361;p6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2" name="Google Shape;2362;p6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3" name="Google Shape;2363;p6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4" name="Google Shape;2364;p6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5" name="Google Shape;2365;p6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6" name="Google Shape;2366;p6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7" name="Google Shape;2367;p6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8" name="Google Shape;2368;p6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69" name="Google Shape;2369;p6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0" name="Google Shape;2370;p6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1" name="Google Shape;2371;p6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2" name="Google Shape;2372;p6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3" name="Google Shape;2373;p6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4" name="Google Shape;2374;p6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5" name="Google Shape;2375;p6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6" name="Google Shape;2376;p6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7" name="Google Shape;2377;p6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8" name="Google Shape;2378;p6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79" name="Google Shape;2379;p6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0" name="Google Shape;2380;p6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1" name="Google Shape;2381;p6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2" name="Google Shape;2382;p6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3" name="Google Shape;2383;p6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4" name="Google Shape;2384;p6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5" name="Google Shape;2385;p6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6" name="Google Shape;2386;p6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7" name="Google Shape;2387;p6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8" name="Google Shape;2388;p6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89" name="Google Shape;2389;p6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0" name="Google Shape;2390;p6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1" name="Google Shape;2391;p6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2" name="Google Shape;2392;p6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3" name="Google Shape;2393;p6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4" name="Google Shape;2394;p6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5" name="Google Shape;2395;p6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6" name="Google Shape;2396;p6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7" name="Google Shape;2397;p6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8" name="Google Shape;2398;p6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399" name="Google Shape;2399;p6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0" name="Google Shape;2400;p6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1" name="Google Shape;2401;p6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2" name="Google Shape;2402;p6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3" name="Google Shape;2403;p6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4" name="Google Shape;2404;p6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5" name="Google Shape;2405;p6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6" name="Google Shape;2406;p6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7" name="Google Shape;2407;p6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8" name="Google Shape;2408;p6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09" name="Google Shape;2409;p6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0" name="Google Shape;2410;p6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1" name="Google Shape;2411;p6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2" name="Google Shape;2412;p6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3" name="Google Shape;2413;p6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4" name="Google Shape;2414;p6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5" name="Google Shape;2415;p6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6" name="Google Shape;2416;p6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7" name="Google Shape;2417;p6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8" name="Google Shape;2418;p6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19" name="Google Shape;2419;p6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0" name="Google Shape;2420;p6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1" name="Google Shape;2421;p6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2" name="Google Shape;2422;p6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3" name="Google Shape;2423;p6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4" name="Google Shape;2424;p6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5" name="Google Shape;2425;p6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6" name="Google Shape;2426;p6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7" name="Google Shape;2427;p6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8" name="Google Shape;2428;p6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29" name="Google Shape;2429;p6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0" name="Google Shape;2430;p6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1" name="Google Shape;2431;p6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2" name="Google Shape;2432;p6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3" name="Google Shape;2433;p6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4" name="Google Shape;2434;p6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5" name="Google Shape;2435;p6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6" name="Google Shape;2436;p6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7" name="Google Shape;2437;p6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8" name="Google Shape;2438;p6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39" name="Google Shape;2439;p6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0" name="Google Shape;2440;p6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1" name="Google Shape;2441;p6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2" name="Google Shape;2442;p6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3" name="Google Shape;2443;p6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4" name="Google Shape;2444;p6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5" name="Google Shape;2445;p6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6" name="Google Shape;2446;p6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7" name="Google Shape;2447;p6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8" name="Google Shape;2448;p6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49" name="Google Shape;2449;p6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0" name="Google Shape;2450;p6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1" name="Google Shape;2451;p6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2" name="Google Shape;2452;p6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3" name="Google Shape;2453;p6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4" name="Google Shape;2454;p6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5" name="Google Shape;2455;p6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6" name="Google Shape;2456;p6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7" name="Google Shape;2457;p6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8" name="Google Shape;2458;p6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59" name="Google Shape;2459;p6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0" name="Google Shape;2460;p6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1" name="Google Shape;2461;p6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2" name="Google Shape;2462;p6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3" name="Google Shape;2463;p6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4" name="Google Shape;2464;p6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5" name="Google Shape;2465;p6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6" name="Google Shape;2466;p6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7" name="Google Shape;2467;p6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8" name="Google Shape;2468;p6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69" name="Google Shape;2469;p6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0" name="Google Shape;2470;p6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1" name="Google Shape;2471;p6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2" name="Google Shape;2472;p6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3" name="Google Shape;2473;p6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4" name="Google Shape;2474;p6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5" name="Google Shape;2475;p6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6" name="Google Shape;2476;p6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7" name="Google Shape;2477;p6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8" name="Google Shape;2478;p6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79" name="Google Shape;2479;p6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0" name="Google Shape;2480;p6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1" name="Google Shape;2481;p6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2" name="Google Shape;2482;p6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483" name="Google Shape;2483;p6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484" name="Google Shape;2484;p6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85" name="Google Shape;2485;p6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2486" name="Google Shape;2486;p6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487" name="Google Shape;2487;p6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2488" name="Google Shape;2488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89" name="Google Shape;2489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0" name="Google Shape;2490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1" name="Google Shape;2491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2" name="Google Shape;2492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493" name="Google Shape;2493;p6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2494" name="Google Shape;2494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5" name="Google Shape;2495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6" name="Google Shape;2496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7" name="Google Shape;2497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498" name="Google Shape;2498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499" name="Google Shape;2499;p6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2500" name="Google Shape;2500;p6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2501" name="Google Shape;2501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2" name="Google Shape;2502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3" name="Google Shape;2503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4" name="Google Shape;2504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5" name="Google Shape;2505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06" name="Google Shape;2506;p6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2507" name="Google Shape;2507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8" name="Google Shape;2508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09" name="Google Shape;2509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0" name="Google Shape;2510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1" name="Google Shape;2511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12" name="Google Shape;2512;p6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2513" name="Google Shape;2513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4" name="Google Shape;2514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5" name="Google Shape;2515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6" name="Google Shape;2516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17" name="Google Shape;2517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18" name="Google Shape;2518;p6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2519" name="Google Shape;2519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0" name="Google Shape;2520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1" name="Google Shape;2521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2" name="Google Shape;2522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3" name="Google Shape;2523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24" name="Google Shape;2524;p6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2525" name="Google Shape;2525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6" name="Google Shape;2526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7" name="Google Shape;2527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8" name="Google Shape;2528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29" name="Google Shape;2529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30" name="Google Shape;2530;p6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2531" name="Google Shape;2531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2" name="Google Shape;2532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3" name="Google Shape;2533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4" name="Google Shape;2534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5" name="Google Shape;2535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36" name="Google Shape;2536;p6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2537" name="Google Shape;2537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8" name="Google Shape;2538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39" name="Google Shape;2539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0" name="Google Shape;2540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1" name="Google Shape;2541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42" name="Google Shape;2542;p6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2543" name="Google Shape;2543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4" name="Google Shape;2544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5" name="Google Shape;2545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6" name="Google Shape;2546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47" name="Google Shape;2547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48" name="Google Shape;2548;p6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2549" name="Google Shape;2549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0" name="Google Shape;2550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1" name="Google Shape;2551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2" name="Google Shape;2552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3" name="Google Shape;2553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54" name="Google Shape;2554;p6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2555" name="Google Shape;2555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6" name="Google Shape;2556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7" name="Google Shape;2557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8" name="Google Shape;2558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59" name="Google Shape;2559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60" name="Google Shape;2560;p6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2561" name="Google Shape;2561;p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2" name="Google Shape;2562;p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3" name="Google Shape;2563;p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4" name="Google Shape;2564;p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65" name="Google Shape;2565;p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2566" name="Google Shape;2566;p6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567" name="Google Shape;2567;p6"/>
          <p:cNvGrpSpPr/>
          <p:nvPr/>
        </p:nvGrpSpPr>
        <p:grpSpPr>
          <a:xfrm>
            <a:off x="901650" y="2583777"/>
            <a:ext cx="9476530" cy="2261446"/>
            <a:chOff x="901650" y="2583777"/>
            <a:chExt cx="9476530" cy="2261446"/>
          </a:xfrm>
        </p:grpSpPr>
        <p:grpSp>
          <p:nvGrpSpPr>
            <p:cNvPr id="2568" name="Google Shape;2568;p6"/>
            <p:cNvGrpSpPr/>
            <p:nvPr/>
          </p:nvGrpSpPr>
          <p:grpSpPr>
            <a:xfrm>
              <a:off x="8535929" y="4386725"/>
              <a:ext cx="230087" cy="393387"/>
              <a:chOff x="1267792" y="5309150"/>
              <a:chExt cx="230087" cy="393387"/>
            </a:xfrm>
          </p:grpSpPr>
          <p:sp>
            <p:nvSpPr>
              <p:cNvPr id="2569" name="Google Shape;2569;p6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0" name="Google Shape;2570;p6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1" name="Google Shape;2571;p6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72" name="Google Shape;2572;p6"/>
            <p:cNvGrpSpPr/>
            <p:nvPr/>
          </p:nvGrpSpPr>
          <p:grpSpPr>
            <a:xfrm>
              <a:off x="1260693" y="4700262"/>
              <a:ext cx="356261" cy="81650"/>
              <a:chOff x="1962943" y="5517637"/>
              <a:chExt cx="356261" cy="81650"/>
            </a:xfrm>
          </p:grpSpPr>
          <p:sp>
            <p:nvSpPr>
              <p:cNvPr id="2573" name="Google Shape;2573;p6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4" name="Google Shape;2574;p6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5" name="Google Shape;2575;p6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6" name="Google Shape;2576;p6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77" name="Google Shape;2577;p6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78" name="Google Shape;2578;p6"/>
            <p:cNvGrpSpPr/>
            <p:nvPr/>
          </p:nvGrpSpPr>
          <p:grpSpPr>
            <a:xfrm>
              <a:off x="901650" y="4536578"/>
              <a:ext cx="252349" cy="252349"/>
              <a:chOff x="1647575" y="5358103"/>
              <a:chExt cx="252349" cy="252349"/>
            </a:xfrm>
          </p:grpSpPr>
          <p:sp>
            <p:nvSpPr>
              <p:cNvPr id="2579" name="Google Shape;2579;p6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0" name="Google Shape;2580;p6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1" name="Google Shape;2581;p6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2" name="Google Shape;2582;p6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2583" name="Google Shape;2583;p6"/>
            <p:cNvGrpSpPr/>
            <p:nvPr/>
          </p:nvGrpSpPr>
          <p:grpSpPr>
            <a:xfrm rot="-3106534" flipH="1">
              <a:off x="8312573" y="3174417"/>
              <a:ext cx="2027895" cy="1080167"/>
              <a:chOff x="0" y="429925"/>
              <a:chExt cx="2217259" cy="1181032"/>
            </a:xfrm>
          </p:grpSpPr>
          <p:sp>
            <p:nvSpPr>
              <p:cNvPr id="2584" name="Google Shape;2584;p6"/>
              <p:cNvSpPr/>
              <p:nvPr/>
            </p:nvSpPr>
            <p:spPr>
              <a:xfrm>
                <a:off x="0" y="504437"/>
                <a:ext cx="704555" cy="1106520"/>
              </a:xfrm>
              <a:custGeom>
                <a:avLst/>
                <a:gdLst/>
                <a:ahLst/>
                <a:cxnLst/>
                <a:rect l="l" t="t" r="r" b="b"/>
                <a:pathLst>
                  <a:path w="9777" h="15355" extrusionOk="0">
                    <a:moveTo>
                      <a:pt x="6633" y="0"/>
                    </a:moveTo>
                    <a:lnTo>
                      <a:pt x="0" y="6051"/>
                    </a:lnTo>
                    <a:lnTo>
                      <a:pt x="0" y="15354"/>
                    </a:lnTo>
                    <a:lnTo>
                      <a:pt x="9777" y="346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5" name="Google Shape;2585;p6"/>
              <p:cNvSpPr/>
              <p:nvPr/>
            </p:nvSpPr>
            <p:spPr>
              <a:xfrm>
                <a:off x="0" y="518417"/>
                <a:ext cx="645608" cy="988553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13718" extrusionOk="0">
                    <a:moveTo>
                      <a:pt x="6417" y="0"/>
                    </a:moveTo>
                    <a:lnTo>
                      <a:pt x="0" y="5857"/>
                    </a:lnTo>
                    <a:lnTo>
                      <a:pt x="0" y="13717"/>
                    </a:lnTo>
                    <a:lnTo>
                      <a:pt x="8958" y="282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6" name="Google Shape;2586;p6"/>
              <p:cNvSpPr/>
              <p:nvPr/>
            </p:nvSpPr>
            <p:spPr>
              <a:xfrm>
                <a:off x="0" y="563384"/>
                <a:ext cx="645608" cy="943586"/>
              </a:xfrm>
              <a:custGeom>
                <a:avLst/>
                <a:gdLst/>
                <a:ahLst/>
                <a:cxnLst/>
                <a:rect l="l" t="t" r="r" b="b"/>
                <a:pathLst>
                  <a:path w="8959" h="13094" extrusionOk="0">
                    <a:moveTo>
                      <a:pt x="6977" y="1"/>
                    </a:moveTo>
                    <a:lnTo>
                      <a:pt x="0" y="6396"/>
                    </a:lnTo>
                    <a:lnTo>
                      <a:pt x="0" y="13093"/>
                    </a:lnTo>
                    <a:lnTo>
                      <a:pt x="8958" y="2197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7" name="Google Shape;2587;p6"/>
              <p:cNvSpPr/>
              <p:nvPr/>
            </p:nvSpPr>
            <p:spPr>
              <a:xfrm>
                <a:off x="0" y="1326881"/>
                <a:ext cx="116453" cy="180084"/>
              </a:xfrm>
              <a:custGeom>
                <a:avLst/>
                <a:gdLst/>
                <a:ahLst/>
                <a:cxnLst/>
                <a:rect l="l" t="t" r="r" b="b"/>
                <a:pathLst>
                  <a:path w="1616" h="2499" extrusionOk="0">
                    <a:moveTo>
                      <a:pt x="0" y="0"/>
                    </a:moveTo>
                    <a:lnTo>
                      <a:pt x="0" y="2498"/>
                    </a:lnTo>
                    <a:lnTo>
                      <a:pt x="1615" y="517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8" name="Google Shape;2588;p6"/>
              <p:cNvSpPr/>
              <p:nvPr/>
            </p:nvSpPr>
            <p:spPr>
              <a:xfrm rot="451037">
                <a:off x="1722525" y="613633"/>
                <a:ext cx="460980" cy="546301"/>
              </a:xfrm>
              <a:custGeom>
                <a:avLst/>
                <a:gdLst/>
                <a:ahLst/>
                <a:cxnLst/>
                <a:rect l="l" t="t" r="r" b="b"/>
                <a:pathLst>
                  <a:path w="6397" h="7581" extrusionOk="0">
                    <a:moveTo>
                      <a:pt x="3274" y="1"/>
                    </a:moveTo>
                    <a:lnTo>
                      <a:pt x="3123" y="108"/>
                    </a:lnTo>
                    <a:lnTo>
                      <a:pt x="151" y="1809"/>
                    </a:lnTo>
                    <a:lnTo>
                      <a:pt x="0" y="1896"/>
                    </a:lnTo>
                    <a:lnTo>
                      <a:pt x="0" y="2089"/>
                    </a:lnTo>
                    <a:lnTo>
                      <a:pt x="0" y="5513"/>
                    </a:lnTo>
                    <a:lnTo>
                      <a:pt x="0" y="5686"/>
                    </a:lnTo>
                    <a:lnTo>
                      <a:pt x="151" y="5772"/>
                    </a:lnTo>
                    <a:lnTo>
                      <a:pt x="3123" y="7495"/>
                    </a:lnTo>
                    <a:lnTo>
                      <a:pt x="3274" y="7581"/>
                    </a:lnTo>
                    <a:lnTo>
                      <a:pt x="3424" y="7495"/>
                    </a:lnTo>
                    <a:lnTo>
                      <a:pt x="6396" y="5772"/>
                    </a:lnTo>
                    <a:lnTo>
                      <a:pt x="6095" y="5255"/>
                    </a:lnTo>
                    <a:lnTo>
                      <a:pt x="3274" y="6892"/>
                    </a:lnTo>
                    <a:lnTo>
                      <a:pt x="1034" y="5341"/>
                    </a:lnTo>
                    <a:lnTo>
                      <a:pt x="1034" y="2262"/>
                    </a:lnTo>
                    <a:lnTo>
                      <a:pt x="3274" y="711"/>
                    </a:lnTo>
                    <a:lnTo>
                      <a:pt x="6095" y="2348"/>
                    </a:lnTo>
                    <a:lnTo>
                      <a:pt x="6396" y="1809"/>
                    </a:lnTo>
                    <a:lnTo>
                      <a:pt x="3424" y="108"/>
                    </a:lnTo>
                    <a:lnTo>
                      <a:pt x="327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89" name="Google Shape;2589;p6"/>
              <p:cNvSpPr/>
              <p:nvPr/>
            </p:nvSpPr>
            <p:spPr>
              <a:xfrm rot="451037">
                <a:off x="1216036" y="792144"/>
                <a:ext cx="533906" cy="65216"/>
              </a:xfrm>
              <a:custGeom>
                <a:avLst/>
                <a:gdLst/>
                <a:ahLst/>
                <a:cxnLst/>
                <a:rect l="l" t="t" r="r" b="b"/>
                <a:pathLst>
                  <a:path w="7409" h="905" extrusionOk="0">
                    <a:moveTo>
                      <a:pt x="7408" y="905"/>
                    </a:moveTo>
                    <a:lnTo>
                      <a:pt x="7408" y="0"/>
                    </a:lnTo>
                    <a:lnTo>
                      <a:pt x="1" y="0"/>
                    </a:lnTo>
                    <a:lnTo>
                      <a:pt x="1" y="90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0" name="Google Shape;2590;p6"/>
              <p:cNvSpPr/>
              <p:nvPr/>
            </p:nvSpPr>
            <p:spPr>
              <a:xfrm rot="451037">
                <a:off x="722275" y="678076"/>
                <a:ext cx="498163" cy="159905"/>
              </a:xfrm>
              <a:custGeom>
                <a:avLst/>
                <a:gdLst/>
                <a:ahLst/>
                <a:cxnLst/>
                <a:rect l="l" t="t" r="r" b="b"/>
                <a:pathLst>
                  <a:path w="6913" h="2219" extrusionOk="0">
                    <a:moveTo>
                      <a:pt x="6913" y="2218"/>
                    </a:moveTo>
                    <a:lnTo>
                      <a:pt x="6913" y="0"/>
                    </a:lnTo>
                    <a:lnTo>
                      <a:pt x="0" y="0"/>
                    </a:lnTo>
                    <a:lnTo>
                      <a:pt x="0" y="22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1" name="Google Shape;2591;p6"/>
              <p:cNvSpPr/>
              <p:nvPr/>
            </p:nvSpPr>
            <p:spPr>
              <a:xfrm rot="451037">
                <a:off x="723896" y="653409"/>
                <a:ext cx="121064" cy="159905"/>
              </a:xfrm>
              <a:custGeom>
                <a:avLst/>
                <a:gdLst/>
                <a:ahLst/>
                <a:cxnLst/>
                <a:rect l="l" t="t" r="r" b="b"/>
                <a:pathLst>
                  <a:path w="1680" h="2219" extrusionOk="0">
                    <a:moveTo>
                      <a:pt x="1077" y="0"/>
                    </a:moveTo>
                    <a:lnTo>
                      <a:pt x="0" y="0"/>
                    </a:lnTo>
                    <a:lnTo>
                      <a:pt x="0" y="2218"/>
                    </a:lnTo>
                    <a:lnTo>
                      <a:pt x="1615" y="2218"/>
                    </a:lnTo>
                    <a:lnTo>
                      <a:pt x="1615" y="2154"/>
                    </a:lnTo>
                    <a:cubicBezTo>
                      <a:pt x="1680" y="1400"/>
                      <a:pt x="1486" y="646"/>
                      <a:pt x="1077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2" name="Google Shape;2592;p6"/>
              <p:cNvSpPr/>
              <p:nvPr/>
            </p:nvSpPr>
            <p:spPr>
              <a:xfrm>
                <a:off x="268432" y="429925"/>
                <a:ext cx="527714" cy="527714"/>
              </a:xfrm>
              <a:custGeom>
                <a:avLst/>
                <a:gdLst/>
                <a:ahLst/>
                <a:cxnLst/>
                <a:rect l="l" t="t" r="r" b="b"/>
                <a:pathLst>
                  <a:path w="7323" h="7323" extrusionOk="0">
                    <a:moveTo>
                      <a:pt x="3920" y="151"/>
                    </a:moveTo>
                    <a:cubicBezTo>
                      <a:pt x="5858" y="302"/>
                      <a:pt x="7322" y="1982"/>
                      <a:pt x="7171" y="3920"/>
                    </a:cubicBezTo>
                    <a:cubicBezTo>
                      <a:pt x="7021" y="5858"/>
                      <a:pt x="5341" y="7322"/>
                      <a:pt x="3403" y="7172"/>
                    </a:cubicBezTo>
                    <a:cubicBezTo>
                      <a:pt x="1465" y="7021"/>
                      <a:pt x="0" y="5341"/>
                      <a:pt x="151" y="3403"/>
                    </a:cubicBezTo>
                    <a:cubicBezTo>
                      <a:pt x="302" y="1465"/>
                      <a:pt x="1982" y="1"/>
                      <a:pt x="3920" y="1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3" name="Google Shape;2593;p6"/>
              <p:cNvSpPr/>
              <p:nvPr/>
            </p:nvSpPr>
            <p:spPr>
              <a:xfrm>
                <a:off x="294806" y="464082"/>
                <a:ext cx="493556" cy="493556"/>
              </a:xfrm>
              <a:custGeom>
                <a:avLst/>
                <a:gdLst/>
                <a:ahLst/>
                <a:cxnLst/>
                <a:rect l="l" t="t" r="r" b="b"/>
                <a:pathLst>
                  <a:path w="6849" h="6849" extrusionOk="0">
                    <a:moveTo>
                      <a:pt x="6482" y="1702"/>
                    </a:moveTo>
                    <a:cubicBezTo>
                      <a:pt x="6741" y="2240"/>
                      <a:pt x="6848" y="2843"/>
                      <a:pt x="6805" y="3446"/>
                    </a:cubicBezTo>
                    <a:cubicBezTo>
                      <a:pt x="6655" y="5384"/>
                      <a:pt x="4975" y="6848"/>
                      <a:pt x="3037" y="6698"/>
                    </a:cubicBezTo>
                    <a:cubicBezTo>
                      <a:pt x="1960" y="6611"/>
                      <a:pt x="970" y="6051"/>
                      <a:pt x="367" y="5147"/>
                    </a:cubicBezTo>
                    <a:cubicBezTo>
                      <a:pt x="108" y="4609"/>
                      <a:pt x="0" y="4006"/>
                      <a:pt x="44" y="3403"/>
                    </a:cubicBezTo>
                    <a:cubicBezTo>
                      <a:pt x="194" y="1465"/>
                      <a:pt x="1874" y="0"/>
                      <a:pt x="3812" y="151"/>
                    </a:cubicBezTo>
                    <a:cubicBezTo>
                      <a:pt x="4889" y="216"/>
                      <a:pt x="5879" y="797"/>
                      <a:pt x="6482" y="170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4" name="Google Shape;2594;p6"/>
              <p:cNvSpPr/>
              <p:nvPr/>
            </p:nvSpPr>
            <p:spPr>
              <a:xfrm>
                <a:off x="373931" y="563384"/>
                <a:ext cx="329037" cy="329037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566" extrusionOk="0">
                    <a:moveTo>
                      <a:pt x="3575" y="733"/>
                    </a:moveTo>
                    <a:cubicBezTo>
                      <a:pt x="4437" y="1443"/>
                      <a:pt x="4566" y="2714"/>
                      <a:pt x="3855" y="3597"/>
                    </a:cubicBezTo>
                    <a:cubicBezTo>
                      <a:pt x="3123" y="4458"/>
                      <a:pt x="1853" y="4566"/>
                      <a:pt x="970" y="3855"/>
                    </a:cubicBezTo>
                    <a:cubicBezTo>
                      <a:pt x="108" y="3145"/>
                      <a:pt x="1" y="1852"/>
                      <a:pt x="711" y="991"/>
                    </a:cubicBezTo>
                    <a:cubicBezTo>
                      <a:pt x="1422" y="130"/>
                      <a:pt x="2714" y="1"/>
                      <a:pt x="3575" y="73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5" name="Google Shape;2595;p6"/>
              <p:cNvSpPr/>
              <p:nvPr/>
            </p:nvSpPr>
            <p:spPr>
              <a:xfrm>
                <a:off x="380128" y="541693"/>
                <a:ext cx="304248" cy="304176"/>
              </a:xfrm>
              <a:custGeom>
                <a:avLst/>
                <a:gdLst/>
                <a:ahLst/>
                <a:cxnLst/>
                <a:rect l="l" t="t" r="r" b="b"/>
                <a:pathLst>
                  <a:path w="4222" h="4221" extrusionOk="0">
                    <a:moveTo>
                      <a:pt x="2262" y="86"/>
                    </a:moveTo>
                    <a:cubicBezTo>
                      <a:pt x="3382" y="172"/>
                      <a:pt x="4222" y="1141"/>
                      <a:pt x="4135" y="2261"/>
                    </a:cubicBezTo>
                    <a:cubicBezTo>
                      <a:pt x="4071" y="3381"/>
                      <a:pt x="3080" y="4221"/>
                      <a:pt x="1960" y="4156"/>
                    </a:cubicBezTo>
                    <a:cubicBezTo>
                      <a:pt x="841" y="4070"/>
                      <a:pt x="1" y="3079"/>
                      <a:pt x="87" y="1960"/>
                    </a:cubicBezTo>
                    <a:cubicBezTo>
                      <a:pt x="152" y="840"/>
                      <a:pt x="1142" y="0"/>
                      <a:pt x="2262" y="8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6" name="Google Shape;2596;p6"/>
              <p:cNvSpPr/>
              <p:nvPr/>
            </p:nvSpPr>
            <p:spPr>
              <a:xfrm>
                <a:off x="409674" y="571167"/>
                <a:ext cx="271604" cy="274702"/>
              </a:xfrm>
              <a:custGeom>
                <a:avLst/>
                <a:gdLst/>
                <a:ahLst/>
                <a:cxnLst/>
                <a:rect l="l" t="t" r="r" b="b"/>
                <a:pathLst>
                  <a:path w="3769" h="3812" extrusionOk="0">
                    <a:moveTo>
                      <a:pt x="3402" y="582"/>
                    </a:moveTo>
                    <a:cubicBezTo>
                      <a:pt x="3661" y="969"/>
                      <a:pt x="3769" y="1400"/>
                      <a:pt x="3725" y="1852"/>
                    </a:cubicBezTo>
                    <a:cubicBezTo>
                      <a:pt x="3661" y="2972"/>
                      <a:pt x="2670" y="3812"/>
                      <a:pt x="1550" y="3726"/>
                    </a:cubicBezTo>
                    <a:cubicBezTo>
                      <a:pt x="1120" y="3704"/>
                      <a:pt x="689" y="3532"/>
                      <a:pt x="366" y="3230"/>
                    </a:cubicBezTo>
                    <a:cubicBezTo>
                      <a:pt x="108" y="2864"/>
                      <a:pt x="0" y="2412"/>
                      <a:pt x="43" y="1981"/>
                    </a:cubicBezTo>
                    <a:cubicBezTo>
                      <a:pt x="108" y="840"/>
                      <a:pt x="1098" y="0"/>
                      <a:pt x="2218" y="86"/>
                    </a:cubicBezTo>
                    <a:cubicBezTo>
                      <a:pt x="2649" y="129"/>
                      <a:pt x="3079" y="302"/>
                      <a:pt x="3402" y="5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597" name="Google Shape;2597;p6"/>
              <p:cNvSpPr/>
              <p:nvPr/>
            </p:nvSpPr>
            <p:spPr>
              <a:xfrm>
                <a:off x="411187" y="572680"/>
                <a:ext cx="253011" cy="251498"/>
              </a:xfrm>
              <a:custGeom>
                <a:avLst/>
                <a:gdLst/>
                <a:ahLst/>
                <a:cxnLst/>
                <a:rect l="l" t="t" r="r" b="b"/>
                <a:pathLst>
                  <a:path w="3511" h="3490" extrusionOk="0">
                    <a:moveTo>
                      <a:pt x="216" y="2994"/>
                    </a:moveTo>
                    <a:cubicBezTo>
                      <a:pt x="65" y="2671"/>
                      <a:pt x="1" y="2326"/>
                      <a:pt x="22" y="1960"/>
                    </a:cubicBezTo>
                    <a:cubicBezTo>
                      <a:pt x="87" y="841"/>
                      <a:pt x="1077" y="1"/>
                      <a:pt x="2197" y="87"/>
                    </a:cubicBezTo>
                    <a:cubicBezTo>
                      <a:pt x="2606" y="108"/>
                      <a:pt x="2972" y="259"/>
                      <a:pt x="3295" y="496"/>
                    </a:cubicBezTo>
                    <a:cubicBezTo>
                      <a:pt x="3446" y="819"/>
                      <a:pt x="3511" y="1164"/>
                      <a:pt x="3489" y="1530"/>
                    </a:cubicBezTo>
                    <a:cubicBezTo>
                      <a:pt x="3403" y="2649"/>
                      <a:pt x="2434" y="3489"/>
                      <a:pt x="1314" y="3403"/>
                    </a:cubicBezTo>
                    <a:cubicBezTo>
                      <a:pt x="905" y="3382"/>
                      <a:pt x="517" y="3231"/>
                      <a:pt x="216" y="299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gradFill>
          <a:gsLst>
            <a:gs pos="0">
              <a:schemeClr val="accent6"/>
            </a:gs>
            <a:gs pos="37000">
              <a:schemeClr val="accent6"/>
            </a:gs>
            <a:gs pos="100000">
              <a:schemeClr val="dk1"/>
            </a:gs>
          </a:gsLst>
          <a:lin ang="8099331" scaled="0"/>
        </a:gradFill>
        <a:effectLst/>
      </p:bgPr>
    </p:bg>
    <p:spTree>
      <p:nvGrpSpPr>
        <p:cNvPr id="1" name="Shape 3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5" name="Google Shape;3155;p8"/>
          <p:cNvGrpSpPr/>
          <p:nvPr/>
        </p:nvGrpSpPr>
        <p:grpSpPr>
          <a:xfrm rot="10800000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3156" name="Google Shape;3156;p8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7" name="Google Shape;3157;p8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8" name="Google Shape;3158;p8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59" name="Google Shape;3159;p8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0" name="Google Shape;3160;p8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1" name="Google Shape;3161;p8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2" name="Google Shape;3162;p8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3" name="Google Shape;3163;p8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4" name="Google Shape;3164;p8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5" name="Google Shape;3165;p8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6" name="Google Shape;3166;p8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7" name="Google Shape;3167;p8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8" name="Google Shape;3168;p8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69" name="Google Shape;3169;p8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0" name="Google Shape;3170;p8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1" name="Google Shape;3171;p8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2" name="Google Shape;3172;p8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3" name="Google Shape;3173;p8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4" name="Google Shape;3174;p8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5" name="Google Shape;3175;p8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6" name="Google Shape;3176;p8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7" name="Google Shape;3177;p8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8" name="Google Shape;3178;p8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79" name="Google Shape;3179;p8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0" name="Google Shape;3180;p8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1" name="Google Shape;3181;p8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2" name="Google Shape;3182;p8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3" name="Google Shape;3183;p8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4" name="Google Shape;3184;p8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5" name="Google Shape;3185;p8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6" name="Google Shape;3186;p8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7" name="Google Shape;3187;p8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8" name="Google Shape;3188;p8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89" name="Google Shape;3189;p8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0" name="Google Shape;3190;p8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1" name="Google Shape;3191;p8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2" name="Google Shape;3192;p8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3" name="Google Shape;3193;p8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4" name="Google Shape;3194;p8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5" name="Google Shape;3195;p8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6" name="Google Shape;3196;p8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7" name="Google Shape;3197;p8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8" name="Google Shape;3198;p8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199" name="Google Shape;3199;p8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0" name="Google Shape;3200;p8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1" name="Google Shape;3201;p8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2" name="Google Shape;3202;p8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3" name="Google Shape;3203;p8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4" name="Google Shape;3204;p8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5" name="Google Shape;3205;p8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6" name="Google Shape;3206;p8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7" name="Google Shape;3207;p8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8" name="Google Shape;3208;p8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09" name="Google Shape;3209;p8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0" name="Google Shape;3210;p8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1" name="Google Shape;3211;p8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2" name="Google Shape;3212;p8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3" name="Google Shape;3213;p8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4" name="Google Shape;3214;p8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5" name="Google Shape;3215;p8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6" name="Google Shape;3216;p8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7" name="Google Shape;3217;p8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8" name="Google Shape;3218;p8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19" name="Google Shape;3219;p8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0" name="Google Shape;3220;p8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1" name="Google Shape;3221;p8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2" name="Google Shape;3222;p8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3" name="Google Shape;3223;p8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4" name="Google Shape;3224;p8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5" name="Google Shape;3225;p8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6" name="Google Shape;3226;p8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7" name="Google Shape;3227;p8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8" name="Google Shape;3228;p8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29" name="Google Shape;3229;p8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0" name="Google Shape;3230;p8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1" name="Google Shape;3231;p8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2" name="Google Shape;3232;p8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3" name="Google Shape;3233;p8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4" name="Google Shape;3234;p8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5" name="Google Shape;3235;p8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6" name="Google Shape;3236;p8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7" name="Google Shape;3237;p8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8" name="Google Shape;3238;p8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39" name="Google Shape;3239;p8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0" name="Google Shape;3240;p8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1" name="Google Shape;3241;p8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2" name="Google Shape;3242;p8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3" name="Google Shape;3243;p8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4" name="Google Shape;3244;p8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5" name="Google Shape;3245;p8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6" name="Google Shape;3246;p8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7" name="Google Shape;3247;p8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8" name="Google Shape;3248;p8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49" name="Google Shape;3249;p8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0" name="Google Shape;3250;p8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1" name="Google Shape;3251;p8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2" name="Google Shape;3252;p8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3" name="Google Shape;3253;p8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4" name="Google Shape;3254;p8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5" name="Google Shape;3255;p8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6" name="Google Shape;3256;p8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7" name="Google Shape;3257;p8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8" name="Google Shape;3258;p8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59" name="Google Shape;3259;p8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0" name="Google Shape;3260;p8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1" name="Google Shape;3261;p8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2" name="Google Shape;3262;p8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3" name="Google Shape;3263;p8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4" name="Google Shape;3264;p8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5" name="Google Shape;3265;p8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6" name="Google Shape;3266;p8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7" name="Google Shape;3267;p8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8" name="Google Shape;3268;p8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69" name="Google Shape;3269;p8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0" name="Google Shape;3270;p8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1" name="Google Shape;3271;p8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2" name="Google Shape;3272;p8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3" name="Google Shape;3273;p8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4" name="Google Shape;3274;p8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5" name="Google Shape;3275;p8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6" name="Google Shape;3276;p8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7" name="Google Shape;3277;p8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8" name="Google Shape;3278;p8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79" name="Google Shape;3279;p8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0" name="Google Shape;3280;p8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1" name="Google Shape;3281;p8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2" name="Google Shape;3282;p8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3" name="Google Shape;3283;p8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4" name="Google Shape;3284;p8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5" name="Google Shape;3285;p8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6" name="Google Shape;3286;p8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7" name="Google Shape;3287;p8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8" name="Google Shape;3288;p8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89" name="Google Shape;3289;p8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0" name="Google Shape;3290;p8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1" name="Google Shape;3291;p8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2" name="Google Shape;3292;p8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3" name="Google Shape;3293;p8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4" name="Google Shape;3294;p8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5" name="Google Shape;3295;p8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6" name="Google Shape;3296;p8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7" name="Google Shape;3297;p8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8" name="Google Shape;3298;p8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299" name="Google Shape;3299;p8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0" name="Google Shape;3300;p8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1" name="Google Shape;3301;p8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2" name="Google Shape;3302;p8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3" name="Google Shape;3303;p8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4" name="Google Shape;3304;p8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5" name="Google Shape;3305;p8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6" name="Google Shape;3306;p8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7" name="Google Shape;3307;p8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8" name="Google Shape;3308;p8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09" name="Google Shape;3309;p8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0" name="Google Shape;3310;p8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1" name="Google Shape;3311;p8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2" name="Google Shape;3312;p8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3" name="Google Shape;3313;p8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4" name="Google Shape;3314;p8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5" name="Google Shape;3315;p8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6" name="Google Shape;3316;p8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7" name="Google Shape;3317;p8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8" name="Google Shape;3318;p8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19" name="Google Shape;3319;p8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0" name="Google Shape;3320;p8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1" name="Google Shape;3321;p8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2" name="Google Shape;3322;p8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3" name="Google Shape;3323;p8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4" name="Google Shape;3324;p8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5" name="Google Shape;3325;p8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6" name="Google Shape;3326;p8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7" name="Google Shape;3327;p8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8" name="Google Shape;3328;p8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29" name="Google Shape;3329;p8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0" name="Google Shape;3330;p8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1" name="Google Shape;3331;p8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2" name="Google Shape;3332;p8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3" name="Google Shape;3333;p8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4" name="Google Shape;3334;p8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5" name="Google Shape;3335;p8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6" name="Google Shape;3336;p8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7" name="Google Shape;3337;p8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8" name="Google Shape;3338;p8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39" name="Google Shape;3339;p8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0" name="Google Shape;3340;p8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1" name="Google Shape;3341;p8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2" name="Google Shape;3342;p8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3" name="Google Shape;3343;p8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4" name="Google Shape;3344;p8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5" name="Google Shape;3345;p8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6" name="Google Shape;3346;p8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7" name="Google Shape;3347;p8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8" name="Google Shape;3348;p8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49" name="Google Shape;3349;p8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0" name="Google Shape;3350;p8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1" name="Google Shape;3351;p8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2" name="Google Shape;3352;p8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3" name="Google Shape;3353;p8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4" name="Google Shape;3354;p8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5" name="Google Shape;3355;p8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6" name="Google Shape;3356;p8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7" name="Google Shape;3357;p8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8" name="Google Shape;3358;p8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59" name="Google Shape;3359;p8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0" name="Google Shape;3360;p8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1" name="Google Shape;3361;p8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2" name="Google Shape;3362;p8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3" name="Google Shape;3363;p8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4" name="Google Shape;3364;p8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5" name="Google Shape;3365;p8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6" name="Google Shape;3366;p8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7" name="Google Shape;3367;p8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8" name="Google Shape;3368;p8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69" name="Google Shape;3369;p8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0" name="Google Shape;3370;p8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1" name="Google Shape;3371;p8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2" name="Google Shape;3372;p8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3" name="Google Shape;3373;p8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4" name="Google Shape;3374;p8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5" name="Google Shape;3375;p8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6" name="Google Shape;3376;p8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7" name="Google Shape;3377;p8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8" name="Google Shape;3378;p8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79" name="Google Shape;3379;p8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0" name="Google Shape;3380;p8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1" name="Google Shape;3381;p8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2" name="Google Shape;3382;p8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3" name="Google Shape;3383;p8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4" name="Google Shape;3384;p8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5" name="Google Shape;3385;p8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6" name="Google Shape;3386;p8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7" name="Google Shape;3387;p8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8" name="Google Shape;3388;p8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89" name="Google Shape;3389;p8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0" name="Google Shape;3390;p8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1" name="Google Shape;3391;p8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2" name="Google Shape;3392;p8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3" name="Google Shape;3393;p8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4" name="Google Shape;3394;p8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5" name="Google Shape;3395;p8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6" name="Google Shape;3396;p8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7" name="Google Shape;3397;p8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8" name="Google Shape;3398;p8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399" name="Google Shape;3399;p8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0" name="Google Shape;3400;p8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1" name="Google Shape;3401;p8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2" name="Google Shape;3402;p8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3" name="Google Shape;3403;p8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4" name="Google Shape;3404;p8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5" name="Google Shape;3405;p8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6" name="Google Shape;3406;p8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7" name="Google Shape;3407;p8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8" name="Google Shape;3408;p8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09" name="Google Shape;3409;p8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0" name="Google Shape;3410;p8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1" name="Google Shape;3411;p8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2" name="Google Shape;3412;p8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3" name="Google Shape;3413;p8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4" name="Google Shape;3414;p8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5" name="Google Shape;3415;p8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6" name="Google Shape;3416;p8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7" name="Google Shape;3417;p8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8" name="Google Shape;3418;p8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19" name="Google Shape;3419;p8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0" name="Google Shape;3420;p8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1" name="Google Shape;3421;p8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2" name="Google Shape;3422;p8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3" name="Google Shape;3423;p8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4" name="Google Shape;3424;p8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5" name="Google Shape;3425;p8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6" name="Google Shape;3426;p8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7" name="Google Shape;3427;p8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8" name="Google Shape;3428;p8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29" name="Google Shape;3429;p8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0" name="Google Shape;3430;p8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1" name="Google Shape;3431;p8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2" name="Google Shape;3432;p8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3" name="Google Shape;3433;p8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4" name="Google Shape;3434;p8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5" name="Google Shape;3435;p8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6" name="Google Shape;3436;p8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7" name="Google Shape;3437;p8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8" name="Google Shape;3438;p8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39" name="Google Shape;3439;p8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0" name="Google Shape;3440;p8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1" name="Google Shape;3441;p8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2" name="Google Shape;3442;p8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3" name="Google Shape;3443;p8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4" name="Google Shape;3444;p8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5" name="Google Shape;3445;p8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6" name="Google Shape;3446;p8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7" name="Google Shape;3447;p8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8" name="Google Shape;3448;p8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49" name="Google Shape;3449;p8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0" name="Google Shape;3450;p8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1" name="Google Shape;3451;p8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2" name="Google Shape;3452;p8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3" name="Google Shape;3453;p8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4" name="Google Shape;3454;p8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5" name="Google Shape;3455;p8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6" name="Google Shape;3456;p8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7" name="Google Shape;3457;p8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8" name="Google Shape;3458;p8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59" name="Google Shape;3459;p8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0" name="Google Shape;3460;p8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1" name="Google Shape;3461;p8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2" name="Google Shape;3462;p8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3" name="Google Shape;3463;p8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4" name="Google Shape;3464;p8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5" name="Google Shape;3465;p8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6" name="Google Shape;3466;p8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7" name="Google Shape;3467;p8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8" name="Google Shape;3468;p8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69" name="Google Shape;3469;p8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0" name="Google Shape;3470;p8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1" name="Google Shape;3471;p8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472" name="Google Shape;3472;p8"/>
          <p:cNvGrpSpPr/>
          <p:nvPr/>
        </p:nvGrpSpPr>
        <p:grpSpPr>
          <a:xfrm rot="10800000">
            <a:off x="12563" y="2974626"/>
            <a:ext cx="9143721" cy="2251922"/>
            <a:chOff x="-347225" y="-1310325"/>
            <a:chExt cx="7672194" cy="1889514"/>
          </a:xfrm>
        </p:grpSpPr>
        <p:sp>
          <p:nvSpPr>
            <p:cNvPr id="3473" name="Google Shape;3473;p8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4" name="Google Shape;3474;p8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5" name="Google Shape;3475;p8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6" name="Google Shape;3476;p8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7" name="Google Shape;3477;p8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8" name="Google Shape;3478;p8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79" name="Google Shape;3479;p8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0" name="Google Shape;3480;p8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1" name="Google Shape;3481;p8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2" name="Google Shape;3482;p8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3" name="Google Shape;3483;p8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4" name="Google Shape;3484;p8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5" name="Google Shape;3485;p8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6" name="Google Shape;3486;p8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7" name="Google Shape;3487;p8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8" name="Google Shape;3488;p8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89" name="Google Shape;3489;p8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0" name="Google Shape;3490;p8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1" name="Google Shape;3491;p8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2" name="Google Shape;3492;p8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3" name="Google Shape;3493;p8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4" name="Google Shape;3494;p8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5" name="Google Shape;3495;p8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6" name="Google Shape;3496;p8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7" name="Google Shape;3497;p8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8" name="Google Shape;3498;p8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9" name="Google Shape;3499;p8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0" name="Google Shape;3500;p8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1" name="Google Shape;3501;p8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2" name="Google Shape;3502;p8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3" name="Google Shape;3503;p8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4" name="Google Shape;3504;p8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5" name="Google Shape;3505;p8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6" name="Google Shape;3506;p8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7" name="Google Shape;3507;p8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8" name="Google Shape;3508;p8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09" name="Google Shape;3509;p8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0" name="Google Shape;3510;p8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1" name="Google Shape;3511;p8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2" name="Google Shape;3512;p8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3" name="Google Shape;3513;p8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4" name="Google Shape;3514;p8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5" name="Google Shape;3515;p8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6" name="Google Shape;3516;p8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7" name="Google Shape;3517;p8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8" name="Google Shape;3518;p8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19" name="Google Shape;3519;p8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0" name="Google Shape;3520;p8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1" name="Google Shape;3521;p8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2" name="Google Shape;3522;p8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3" name="Google Shape;3523;p8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4" name="Google Shape;3524;p8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5" name="Google Shape;3525;p8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6" name="Google Shape;3526;p8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7" name="Google Shape;3527;p8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8" name="Google Shape;3528;p8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29" name="Google Shape;3529;p8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0" name="Google Shape;3530;p8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1" name="Google Shape;3531;p8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2" name="Google Shape;3532;p8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3" name="Google Shape;3533;p8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4" name="Google Shape;3534;p8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5" name="Google Shape;3535;p8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6" name="Google Shape;3536;p8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7" name="Google Shape;3537;p8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8" name="Google Shape;3538;p8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39" name="Google Shape;3539;p8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0" name="Google Shape;3540;p8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1" name="Google Shape;3541;p8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2" name="Google Shape;3542;p8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3" name="Google Shape;3543;p8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4" name="Google Shape;3544;p8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5" name="Google Shape;3545;p8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6" name="Google Shape;3546;p8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7" name="Google Shape;3547;p8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8" name="Google Shape;3548;p8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49" name="Google Shape;3549;p8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0" name="Google Shape;3550;p8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1" name="Google Shape;3551;p8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2" name="Google Shape;3552;p8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3" name="Google Shape;3553;p8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4" name="Google Shape;3554;p8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5" name="Google Shape;3555;p8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6" name="Google Shape;3556;p8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7" name="Google Shape;3557;p8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8" name="Google Shape;3558;p8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59" name="Google Shape;3559;p8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0" name="Google Shape;3560;p8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1" name="Google Shape;3561;p8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2" name="Google Shape;3562;p8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3" name="Google Shape;3563;p8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4" name="Google Shape;3564;p8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5" name="Google Shape;3565;p8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6" name="Google Shape;3566;p8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7" name="Google Shape;3567;p8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8" name="Google Shape;3568;p8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69" name="Google Shape;3569;p8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0" name="Google Shape;3570;p8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1" name="Google Shape;3571;p8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2" name="Google Shape;3572;p8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3" name="Google Shape;3573;p8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4" name="Google Shape;3574;p8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5" name="Google Shape;3575;p8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6" name="Google Shape;3576;p8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7" name="Google Shape;3577;p8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8" name="Google Shape;3578;p8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79" name="Google Shape;3579;p8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0" name="Google Shape;3580;p8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1" name="Google Shape;3581;p8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2" name="Google Shape;3582;p8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3" name="Google Shape;3583;p8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4" name="Google Shape;3584;p8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5" name="Google Shape;3585;p8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6" name="Google Shape;3586;p8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7" name="Google Shape;3587;p8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8" name="Google Shape;3588;p8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89" name="Google Shape;3589;p8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0" name="Google Shape;3590;p8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1" name="Google Shape;3591;p8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2" name="Google Shape;3592;p8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3" name="Google Shape;3593;p8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4" name="Google Shape;3594;p8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5" name="Google Shape;3595;p8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6" name="Google Shape;3596;p8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7" name="Google Shape;3597;p8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8" name="Google Shape;3598;p8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599" name="Google Shape;3599;p8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0" name="Google Shape;3600;p8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1" name="Google Shape;3601;p8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2" name="Google Shape;3602;p8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3" name="Google Shape;3603;p8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604" name="Google Shape;3604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18900732" scaled="0"/>
        </a:gradFill>
        <a:effectLst/>
      </p:bgPr>
    </p:bg>
    <p:spTree>
      <p:nvGrpSpPr>
        <p:cNvPr id="1" name="Shape 3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6" name="Google Shape;3606;p9"/>
          <p:cNvGrpSpPr/>
          <p:nvPr/>
        </p:nvGrpSpPr>
        <p:grpSpPr>
          <a:xfrm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3607" name="Google Shape;3607;p9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8" name="Google Shape;3608;p9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09" name="Google Shape;3609;p9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0" name="Google Shape;3610;p9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1" name="Google Shape;3611;p9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2" name="Google Shape;3612;p9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3" name="Google Shape;3613;p9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4" name="Google Shape;3614;p9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5" name="Google Shape;3615;p9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6" name="Google Shape;3616;p9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7" name="Google Shape;3617;p9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8" name="Google Shape;3618;p9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19" name="Google Shape;3619;p9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0" name="Google Shape;3620;p9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1" name="Google Shape;3621;p9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2" name="Google Shape;3622;p9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3" name="Google Shape;3623;p9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4" name="Google Shape;3624;p9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5" name="Google Shape;3625;p9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6" name="Google Shape;3626;p9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7" name="Google Shape;3627;p9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8" name="Google Shape;3628;p9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29" name="Google Shape;3629;p9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0" name="Google Shape;3630;p9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1" name="Google Shape;3631;p9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2" name="Google Shape;3632;p9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3" name="Google Shape;3633;p9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4" name="Google Shape;3634;p9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5" name="Google Shape;3635;p9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6" name="Google Shape;3636;p9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7" name="Google Shape;3637;p9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8" name="Google Shape;3638;p9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39" name="Google Shape;3639;p9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0" name="Google Shape;3640;p9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1" name="Google Shape;3641;p9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2" name="Google Shape;3642;p9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3" name="Google Shape;3643;p9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4" name="Google Shape;3644;p9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5" name="Google Shape;3645;p9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6" name="Google Shape;3646;p9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7" name="Google Shape;3647;p9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8" name="Google Shape;3648;p9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49" name="Google Shape;3649;p9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0" name="Google Shape;3650;p9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1" name="Google Shape;3651;p9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2" name="Google Shape;3652;p9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3" name="Google Shape;3653;p9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4" name="Google Shape;3654;p9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5" name="Google Shape;3655;p9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6" name="Google Shape;3656;p9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7" name="Google Shape;3657;p9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8" name="Google Shape;3658;p9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59" name="Google Shape;3659;p9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0" name="Google Shape;3660;p9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1" name="Google Shape;3661;p9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2" name="Google Shape;3662;p9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3" name="Google Shape;3663;p9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4" name="Google Shape;3664;p9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5" name="Google Shape;3665;p9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6" name="Google Shape;3666;p9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7" name="Google Shape;3667;p9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8" name="Google Shape;3668;p9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69" name="Google Shape;3669;p9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0" name="Google Shape;3670;p9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1" name="Google Shape;3671;p9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2" name="Google Shape;3672;p9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3" name="Google Shape;3673;p9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4" name="Google Shape;3674;p9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5" name="Google Shape;3675;p9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6" name="Google Shape;3676;p9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7" name="Google Shape;3677;p9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8" name="Google Shape;3678;p9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79" name="Google Shape;3679;p9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0" name="Google Shape;3680;p9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1" name="Google Shape;3681;p9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2" name="Google Shape;3682;p9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3" name="Google Shape;3683;p9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4" name="Google Shape;3684;p9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5" name="Google Shape;3685;p9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6" name="Google Shape;3686;p9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7" name="Google Shape;3687;p9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8" name="Google Shape;3688;p9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89" name="Google Shape;3689;p9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0" name="Google Shape;3690;p9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1" name="Google Shape;3691;p9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2" name="Google Shape;3692;p9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3" name="Google Shape;3693;p9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4" name="Google Shape;3694;p9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5" name="Google Shape;3695;p9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6" name="Google Shape;3696;p9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7" name="Google Shape;3697;p9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8" name="Google Shape;3698;p9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99" name="Google Shape;3699;p9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0" name="Google Shape;3700;p9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1" name="Google Shape;3701;p9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2" name="Google Shape;3702;p9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3" name="Google Shape;3703;p9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4" name="Google Shape;3704;p9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5" name="Google Shape;3705;p9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6" name="Google Shape;3706;p9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7" name="Google Shape;3707;p9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8" name="Google Shape;3708;p9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09" name="Google Shape;3709;p9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0" name="Google Shape;3710;p9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1" name="Google Shape;3711;p9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2" name="Google Shape;3712;p9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3" name="Google Shape;3713;p9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4" name="Google Shape;3714;p9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5" name="Google Shape;3715;p9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6" name="Google Shape;3716;p9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7" name="Google Shape;3717;p9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8" name="Google Shape;3718;p9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19" name="Google Shape;3719;p9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0" name="Google Shape;3720;p9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1" name="Google Shape;3721;p9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2" name="Google Shape;3722;p9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3" name="Google Shape;3723;p9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4" name="Google Shape;3724;p9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5" name="Google Shape;3725;p9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6" name="Google Shape;3726;p9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7" name="Google Shape;3727;p9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8" name="Google Shape;3728;p9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29" name="Google Shape;3729;p9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0" name="Google Shape;3730;p9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1" name="Google Shape;3731;p9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2" name="Google Shape;3732;p9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3" name="Google Shape;3733;p9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4" name="Google Shape;3734;p9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5" name="Google Shape;3735;p9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6" name="Google Shape;3736;p9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7" name="Google Shape;3737;p9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8" name="Google Shape;3738;p9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39" name="Google Shape;3739;p9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0" name="Google Shape;3740;p9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1" name="Google Shape;3741;p9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2" name="Google Shape;3742;p9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3" name="Google Shape;3743;p9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4" name="Google Shape;3744;p9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5" name="Google Shape;3745;p9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6" name="Google Shape;3746;p9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7" name="Google Shape;3747;p9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8" name="Google Shape;3748;p9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49" name="Google Shape;3749;p9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0" name="Google Shape;3750;p9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1" name="Google Shape;3751;p9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2" name="Google Shape;3752;p9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3" name="Google Shape;3753;p9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4" name="Google Shape;3754;p9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5" name="Google Shape;3755;p9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6" name="Google Shape;3756;p9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7" name="Google Shape;3757;p9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8" name="Google Shape;3758;p9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59" name="Google Shape;3759;p9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0" name="Google Shape;3760;p9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1" name="Google Shape;3761;p9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2" name="Google Shape;3762;p9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3" name="Google Shape;3763;p9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4" name="Google Shape;3764;p9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5" name="Google Shape;3765;p9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6" name="Google Shape;3766;p9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7" name="Google Shape;3767;p9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8" name="Google Shape;3768;p9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69" name="Google Shape;3769;p9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0" name="Google Shape;3770;p9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1" name="Google Shape;3771;p9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2" name="Google Shape;3772;p9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3" name="Google Shape;3773;p9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4" name="Google Shape;3774;p9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5" name="Google Shape;3775;p9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6" name="Google Shape;3776;p9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7" name="Google Shape;3777;p9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8" name="Google Shape;3778;p9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79" name="Google Shape;3779;p9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0" name="Google Shape;3780;p9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1" name="Google Shape;3781;p9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2" name="Google Shape;3782;p9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3" name="Google Shape;3783;p9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4" name="Google Shape;3784;p9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5" name="Google Shape;3785;p9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6" name="Google Shape;3786;p9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7" name="Google Shape;3787;p9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8" name="Google Shape;3788;p9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89" name="Google Shape;3789;p9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0" name="Google Shape;3790;p9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1" name="Google Shape;3791;p9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2" name="Google Shape;3792;p9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3" name="Google Shape;3793;p9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4" name="Google Shape;3794;p9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5" name="Google Shape;3795;p9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6" name="Google Shape;3796;p9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7" name="Google Shape;3797;p9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8" name="Google Shape;3798;p9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799" name="Google Shape;3799;p9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0" name="Google Shape;3800;p9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1" name="Google Shape;3801;p9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2" name="Google Shape;3802;p9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3" name="Google Shape;3803;p9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4" name="Google Shape;3804;p9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5" name="Google Shape;3805;p9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6" name="Google Shape;3806;p9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7" name="Google Shape;3807;p9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8" name="Google Shape;3808;p9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09" name="Google Shape;3809;p9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0" name="Google Shape;3810;p9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1" name="Google Shape;3811;p9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2" name="Google Shape;3812;p9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3" name="Google Shape;3813;p9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4" name="Google Shape;3814;p9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5" name="Google Shape;3815;p9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6" name="Google Shape;3816;p9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7" name="Google Shape;3817;p9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8" name="Google Shape;3818;p9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19" name="Google Shape;3819;p9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0" name="Google Shape;3820;p9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1" name="Google Shape;3821;p9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2" name="Google Shape;3822;p9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3" name="Google Shape;3823;p9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4" name="Google Shape;3824;p9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5" name="Google Shape;3825;p9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6" name="Google Shape;3826;p9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7" name="Google Shape;3827;p9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8" name="Google Shape;3828;p9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29" name="Google Shape;3829;p9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0" name="Google Shape;3830;p9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1" name="Google Shape;3831;p9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2" name="Google Shape;3832;p9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3" name="Google Shape;3833;p9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4" name="Google Shape;3834;p9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5" name="Google Shape;3835;p9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6" name="Google Shape;3836;p9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7" name="Google Shape;3837;p9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8" name="Google Shape;3838;p9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39" name="Google Shape;3839;p9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0" name="Google Shape;3840;p9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1" name="Google Shape;3841;p9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2" name="Google Shape;3842;p9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3" name="Google Shape;3843;p9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4" name="Google Shape;3844;p9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5" name="Google Shape;3845;p9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6" name="Google Shape;3846;p9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7" name="Google Shape;3847;p9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8" name="Google Shape;3848;p9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49" name="Google Shape;3849;p9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0" name="Google Shape;3850;p9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1" name="Google Shape;3851;p9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2" name="Google Shape;3852;p9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3" name="Google Shape;3853;p9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4" name="Google Shape;3854;p9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5" name="Google Shape;3855;p9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6" name="Google Shape;3856;p9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7" name="Google Shape;3857;p9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8" name="Google Shape;3858;p9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59" name="Google Shape;3859;p9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0" name="Google Shape;3860;p9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1" name="Google Shape;3861;p9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2" name="Google Shape;3862;p9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3" name="Google Shape;3863;p9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4" name="Google Shape;3864;p9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5" name="Google Shape;3865;p9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6" name="Google Shape;3866;p9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7" name="Google Shape;3867;p9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8" name="Google Shape;3868;p9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69" name="Google Shape;3869;p9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0" name="Google Shape;3870;p9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1" name="Google Shape;3871;p9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2" name="Google Shape;3872;p9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3" name="Google Shape;3873;p9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4" name="Google Shape;3874;p9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5" name="Google Shape;3875;p9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6" name="Google Shape;3876;p9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7" name="Google Shape;3877;p9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8" name="Google Shape;3878;p9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79" name="Google Shape;3879;p9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0" name="Google Shape;3880;p9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1" name="Google Shape;3881;p9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2" name="Google Shape;3882;p9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3" name="Google Shape;3883;p9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4" name="Google Shape;3884;p9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5" name="Google Shape;3885;p9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6" name="Google Shape;3886;p9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7" name="Google Shape;3887;p9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8" name="Google Shape;3888;p9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89" name="Google Shape;3889;p9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0" name="Google Shape;3890;p9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1" name="Google Shape;3891;p9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2" name="Google Shape;3892;p9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3" name="Google Shape;3893;p9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4" name="Google Shape;3894;p9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5" name="Google Shape;3895;p9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6" name="Google Shape;3896;p9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7" name="Google Shape;3897;p9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8" name="Google Shape;3898;p9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899" name="Google Shape;3899;p9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0" name="Google Shape;3900;p9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1" name="Google Shape;3901;p9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2" name="Google Shape;3902;p9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3" name="Google Shape;3903;p9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4" name="Google Shape;3904;p9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5" name="Google Shape;3905;p9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6" name="Google Shape;3906;p9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7" name="Google Shape;3907;p9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8" name="Google Shape;3908;p9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09" name="Google Shape;3909;p9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0" name="Google Shape;3910;p9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1" name="Google Shape;3911;p9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2" name="Google Shape;3912;p9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3" name="Google Shape;3913;p9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4" name="Google Shape;3914;p9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5" name="Google Shape;3915;p9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6" name="Google Shape;3916;p9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7" name="Google Shape;3917;p9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8" name="Google Shape;3918;p9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19" name="Google Shape;3919;p9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0" name="Google Shape;3920;p9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1" name="Google Shape;3921;p9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2" name="Google Shape;3922;p9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3923" name="Google Shape;3923;p9"/>
          <p:cNvGrpSpPr/>
          <p:nvPr/>
        </p:nvGrpSpPr>
        <p:grpSpPr>
          <a:xfrm>
            <a:off x="41785" y="56"/>
            <a:ext cx="9143721" cy="2251922"/>
            <a:chOff x="-347225" y="-1310325"/>
            <a:chExt cx="7672194" cy="1889514"/>
          </a:xfrm>
        </p:grpSpPr>
        <p:sp>
          <p:nvSpPr>
            <p:cNvPr id="3924" name="Google Shape;3924;p9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5" name="Google Shape;3925;p9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6" name="Google Shape;3926;p9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7" name="Google Shape;3927;p9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8" name="Google Shape;3928;p9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29" name="Google Shape;3929;p9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0" name="Google Shape;3930;p9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1" name="Google Shape;3931;p9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2" name="Google Shape;3932;p9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3" name="Google Shape;3933;p9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4" name="Google Shape;3934;p9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5" name="Google Shape;3935;p9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6" name="Google Shape;3936;p9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7" name="Google Shape;3937;p9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8" name="Google Shape;3938;p9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39" name="Google Shape;3939;p9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0" name="Google Shape;3940;p9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1" name="Google Shape;3941;p9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2" name="Google Shape;3942;p9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3" name="Google Shape;3943;p9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4" name="Google Shape;3944;p9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5" name="Google Shape;3945;p9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6" name="Google Shape;3946;p9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7" name="Google Shape;3947;p9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8" name="Google Shape;3948;p9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49" name="Google Shape;3949;p9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0" name="Google Shape;3950;p9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1" name="Google Shape;3951;p9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2" name="Google Shape;3952;p9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3" name="Google Shape;3953;p9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4" name="Google Shape;3954;p9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5" name="Google Shape;3955;p9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6" name="Google Shape;3956;p9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7" name="Google Shape;3957;p9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8" name="Google Shape;3958;p9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59" name="Google Shape;3959;p9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0" name="Google Shape;3960;p9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1" name="Google Shape;3961;p9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2" name="Google Shape;3962;p9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3" name="Google Shape;3963;p9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4" name="Google Shape;3964;p9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5" name="Google Shape;3965;p9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6" name="Google Shape;3966;p9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7" name="Google Shape;3967;p9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8" name="Google Shape;3968;p9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69" name="Google Shape;3969;p9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0" name="Google Shape;3970;p9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1" name="Google Shape;3971;p9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2" name="Google Shape;3972;p9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3" name="Google Shape;3973;p9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4" name="Google Shape;3974;p9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5" name="Google Shape;3975;p9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6" name="Google Shape;3976;p9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7" name="Google Shape;3977;p9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8" name="Google Shape;3978;p9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79" name="Google Shape;3979;p9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0" name="Google Shape;3980;p9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1" name="Google Shape;3981;p9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2" name="Google Shape;3982;p9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3" name="Google Shape;3983;p9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4" name="Google Shape;3984;p9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5" name="Google Shape;3985;p9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6" name="Google Shape;3986;p9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7" name="Google Shape;3987;p9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8" name="Google Shape;3988;p9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89" name="Google Shape;3989;p9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0" name="Google Shape;3990;p9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1" name="Google Shape;3991;p9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2" name="Google Shape;3992;p9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3" name="Google Shape;3993;p9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4" name="Google Shape;3994;p9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5" name="Google Shape;3995;p9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6" name="Google Shape;3996;p9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7" name="Google Shape;3997;p9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8" name="Google Shape;3998;p9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999" name="Google Shape;3999;p9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0" name="Google Shape;4000;p9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1" name="Google Shape;4001;p9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2" name="Google Shape;4002;p9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3" name="Google Shape;4003;p9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4" name="Google Shape;4004;p9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5" name="Google Shape;4005;p9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6" name="Google Shape;4006;p9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7" name="Google Shape;4007;p9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8" name="Google Shape;4008;p9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09" name="Google Shape;4009;p9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0" name="Google Shape;4010;p9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1" name="Google Shape;4011;p9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2" name="Google Shape;4012;p9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3" name="Google Shape;4013;p9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4" name="Google Shape;4014;p9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5" name="Google Shape;4015;p9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6" name="Google Shape;4016;p9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7" name="Google Shape;4017;p9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8" name="Google Shape;4018;p9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19" name="Google Shape;4019;p9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0" name="Google Shape;4020;p9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1" name="Google Shape;4021;p9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2" name="Google Shape;4022;p9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3" name="Google Shape;4023;p9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4" name="Google Shape;4024;p9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5" name="Google Shape;4025;p9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6" name="Google Shape;4026;p9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7" name="Google Shape;4027;p9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8" name="Google Shape;4028;p9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29" name="Google Shape;4029;p9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0" name="Google Shape;4030;p9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1" name="Google Shape;4031;p9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2" name="Google Shape;4032;p9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3" name="Google Shape;4033;p9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4" name="Google Shape;4034;p9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5" name="Google Shape;4035;p9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6" name="Google Shape;4036;p9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7" name="Google Shape;4037;p9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8" name="Google Shape;4038;p9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39" name="Google Shape;4039;p9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0" name="Google Shape;4040;p9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1" name="Google Shape;4041;p9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2" name="Google Shape;4042;p9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3" name="Google Shape;4043;p9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4" name="Google Shape;4044;p9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5" name="Google Shape;4045;p9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6" name="Google Shape;4046;p9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7" name="Google Shape;4047;p9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8" name="Google Shape;4048;p9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49" name="Google Shape;4049;p9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0" name="Google Shape;4050;p9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1" name="Google Shape;4051;p9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2" name="Google Shape;4052;p9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3" name="Google Shape;4053;p9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54" name="Google Shape;4054;p9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055" name="Google Shape;4055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56" name="Google Shape;4056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4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58" name="Google Shape;4058;p10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4059" name="Google Shape;4059;p10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0" name="Google Shape;4060;p10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1" name="Google Shape;4061;p10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2" name="Google Shape;4062;p10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3" name="Google Shape;4063;p10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4" name="Google Shape;4064;p10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5" name="Google Shape;4065;p10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6" name="Google Shape;4066;p10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7" name="Google Shape;4067;p10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8" name="Google Shape;4068;p10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69" name="Google Shape;4069;p10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0" name="Google Shape;4070;p10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1" name="Google Shape;4071;p10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2" name="Google Shape;4072;p10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3" name="Google Shape;4073;p10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4" name="Google Shape;4074;p10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5" name="Google Shape;4075;p10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6" name="Google Shape;4076;p10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7" name="Google Shape;4077;p10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8" name="Google Shape;4078;p10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79" name="Google Shape;4079;p10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0" name="Google Shape;4080;p10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1" name="Google Shape;4081;p10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2" name="Google Shape;4082;p10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3" name="Google Shape;4083;p10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4" name="Google Shape;4084;p10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5" name="Google Shape;4085;p10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6" name="Google Shape;4086;p10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7" name="Google Shape;4087;p10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8" name="Google Shape;4088;p10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89" name="Google Shape;4089;p10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0" name="Google Shape;4090;p10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1" name="Google Shape;4091;p10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2" name="Google Shape;4092;p10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3" name="Google Shape;4093;p10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4" name="Google Shape;4094;p10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5" name="Google Shape;4095;p10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6" name="Google Shape;4096;p10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7" name="Google Shape;4097;p10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8" name="Google Shape;4098;p10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099" name="Google Shape;4099;p10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0" name="Google Shape;4100;p10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1" name="Google Shape;4101;p10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2" name="Google Shape;4102;p10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3" name="Google Shape;4103;p10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4" name="Google Shape;4104;p10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5" name="Google Shape;4105;p10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6" name="Google Shape;4106;p10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7" name="Google Shape;4107;p10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8" name="Google Shape;4108;p10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09" name="Google Shape;4109;p10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0" name="Google Shape;4110;p10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1" name="Google Shape;4111;p10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2" name="Google Shape;4112;p10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3" name="Google Shape;4113;p10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4" name="Google Shape;4114;p10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5" name="Google Shape;4115;p10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6" name="Google Shape;4116;p10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7" name="Google Shape;4117;p10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8" name="Google Shape;4118;p10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19" name="Google Shape;4119;p10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0" name="Google Shape;4120;p10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1" name="Google Shape;4121;p10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2" name="Google Shape;4122;p10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3" name="Google Shape;4123;p10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4" name="Google Shape;4124;p10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5" name="Google Shape;4125;p10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6" name="Google Shape;4126;p10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7" name="Google Shape;4127;p10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8" name="Google Shape;4128;p10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29" name="Google Shape;4129;p10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0" name="Google Shape;4130;p10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1" name="Google Shape;4131;p10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2" name="Google Shape;4132;p10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3" name="Google Shape;4133;p10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4" name="Google Shape;4134;p10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5" name="Google Shape;4135;p10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6" name="Google Shape;4136;p10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7" name="Google Shape;4137;p10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8" name="Google Shape;4138;p10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39" name="Google Shape;4139;p10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0" name="Google Shape;4140;p10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1" name="Google Shape;4141;p10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2" name="Google Shape;4142;p10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3" name="Google Shape;4143;p10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4" name="Google Shape;4144;p10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5" name="Google Shape;4145;p10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6" name="Google Shape;4146;p10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7" name="Google Shape;4147;p10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8" name="Google Shape;4148;p10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49" name="Google Shape;4149;p10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0" name="Google Shape;4150;p10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1" name="Google Shape;4151;p10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2" name="Google Shape;4152;p10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3" name="Google Shape;4153;p10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4" name="Google Shape;4154;p10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5" name="Google Shape;4155;p10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6" name="Google Shape;4156;p10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7" name="Google Shape;4157;p10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8" name="Google Shape;4158;p10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59" name="Google Shape;4159;p10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0" name="Google Shape;4160;p10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1" name="Google Shape;4161;p10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2" name="Google Shape;4162;p10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3" name="Google Shape;4163;p10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4" name="Google Shape;4164;p10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5" name="Google Shape;4165;p10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6" name="Google Shape;4166;p10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7" name="Google Shape;4167;p10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8" name="Google Shape;4168;p10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69" name="Google Shape;4169;p10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0" name="Google Shape;4170;p10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1" name="Google Shape;4171;p10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2" name="Google Shape;4172;p10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3" name="Google Shape;4173;p10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4" name="Google Shape;4174;p10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5" name="Google Shape;4175;p10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6" name="Google Shape;4176;p10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7" name="Google Shape;4177;p10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8" name="Google Shape;4178;p10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79" name="Google Shape;4179;p10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0" name="Google Shape;4180;p10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1" name="Google Shape;4181;p10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2" name="Google Shape;4182;p10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3" name="Google Shape;4183;p10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4" name="Google Shape;4184;p10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5" name="Google Shape;4185;p10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6" name="Google Shape;4186;p10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7" name="Google Shape;4187;p10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8" name="Google Shape;4188;p10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89" name="Google Shape;4189;p10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0" name="Google Shape;4190;p10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1" name="Google Shape;4191;p10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2" name="Google Shape;4192;p10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3" name="Google Shape;4193;p10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4" name="Google Shape;4194;p10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5" name="Google Shape;4195;p10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6" name="Google Shape;4196;p10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7" name="Google Shape;4197;p10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8" name="Google Shape;4198;p10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199" name="Google Shape;4199;p10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0" name="Google Shape;4200;p10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1" name="Google Shape;4201;p10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2" name="Google Shape;4202;p10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3" name="Google Shape;4203;p10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4" name="Google Shape;4204;p10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5" name="Google Shape;4205;p10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6" name="Google Shape;4206;p10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7" name="Google Shape;4207;p10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8" name="Google Shape;4208;p10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09" name="Google Shape;4209;p10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0" name="Google Shape;4210;p10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1" name="Google Shape;4211;p10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2" name="Google Shape;4212;p10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3" name="Google Shape;4213;p10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4" name="Google Shape;4214;p10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5" name="Google Shape;4215;p10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6" name="Google Shape;4216;p10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7" name="Google Shape;4217;p10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8" name="Google Shape;4218;p10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19" name="Google Shape;4219;p10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0" name="Google Shape;4220;p10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1" name="Google Shape;4221;p10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2" name="Google Shape;4222;p10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3" name="Google Shape;4223;p10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4" name="Google Shape;4224;p10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5" name="Google Shape;4225;p10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6" name="Google Shape;4226;p10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7" name="Google Shape;4227;p10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8" name="Google Shape;4228;p10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29" name="Google Shape;4229;p10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0" name="Google Shape;4230;p10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1" name="Google Shape;4231;p10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2" name="Google Shape;4232;p10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3" name="Google Shape;4233;p10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4" name="Google Shape;4234;p10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5" name="Google Shape;4235;p10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6" name="Google Shape;4236;p10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7" name="Google Shape;4237;p10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8" name="Google Shape;4238;p10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39" name="Google Shape;4239;p10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0" name="Google Shape;4240;p10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1" name="Google Shape;4241;p10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2" name="Google Shape;4242;p10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3" name="Google Shape;4243;p10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4" name="Google Shape;4244;p10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5" name="Google Shape;4245;p10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6" name="Google Shape;4246;p10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7" name="Google Shape;4247;p10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8" name="Google Shape;4248;p10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49" name="Google Shape;4249;p10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0" name="Google Shape;4250;p10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1" name="Google Shape;4251;p10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2" name="Google Shape;4252;p10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3" name="Google Shape;4253;p10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4" name="Google Shape;4254;p10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5" name="Google Shape;4255;p10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6" name="Google Shape;4256;p10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7" name="Google Shape;4257;p10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8" name="Google Shape;4258;p10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59" name="Google Shape;4259;p10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0" name="Google Shape;4260;p10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1" name="Google Shape;4261;p10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2" name="Google Shape;4262;p10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3" name="Google Shape;4263;p10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4" name="Google Shape;4264;p10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5" name="Google Shape;4265;p10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6" name="Google Shape;4266;p10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7" name="Google Shape;4267;p10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8" name="Google Shape;4268;p10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69" name="Google Shape;4269;p10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0" name="Google Shape;4270;p10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1" name="Google Shape;4271;p10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2" name="Google Shape;4272;p10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3" name="Google Shape;4273;p10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4" name="Google Shape;4274;p10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5" name="Google Shape;4275;p10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6" name="Google Shape;4276;p10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7" name="Google Shape;4277;p10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8" name="Google Shape;4278;p10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79" name="Google Shape;4279;p10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0" name="Google Shape;4280;p10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1" name="Google Shape;4281;p10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2" name="Google Shape;4282;p10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3" name="Google Shape;4283;p10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4" name="Google Shape;4284;p10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5" name="Google Shape;4285;p10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6" name="Google Shape;4286;p10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7" name="Google Shape;4287;p10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8" name="Google Shape;4288;p10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89" name="Google Shape;4289;p10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0" name="Google Shape;4290;p10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1" name="Google Shape;4291;p10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2" name="Google Shape;4292;p10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3" name="Google Shape;4293;p10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4" name="Google Shape;4294;p10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5" name="Google Shape;4295;p10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6" name="Google Shape;4296;p10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7" name="Google Shape;4297;p10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8" name="Google Shape;4298;p10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299" name="Google Shape;4299;p10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0" name="Google Shape;4300;p10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1" name="Google Shape;4301;p10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2" name="Google Shape;4302;p10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3" name="Google Shape;4303;p10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4" name="Google Shape;4304;p10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5" name="Google Shape;4305;p10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6" name="Google Shape;4306;p10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7" name="Google Shape;4307;p10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8" name="Google Shape;4308;p10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09" name="Google Shape;4309;p10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0" name="Google Shape;4310;p10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1" name="Google Shape;4311;p10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2" name="Google Shape;4312;p10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3" name="Google Shape;4313;p10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4" name="Google Shape;4314;p10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5" name="Google Shape;4315;p10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6" name="Google Shape;4316;p10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7" name="Google Shape;4317;p10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8" name="Google Shape;4318;p10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19" name="Google Shape;4319;p10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0" name="Google Shape;4320;p10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1" name="Google Shape;4321;p10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2" name="Google Shape;4322;p10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3" name="Google Shape;4323;p10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4" name="Google Shape;4324;p10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5" name="Google Shape;4325;p10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6" name="Google Shape;4326;p10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7" name="Google Shape;4327;p10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8" name="Google Shape;4328;p10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29" name="Google Shape;4329;p10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0" name="Google Shape;4330;p10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1" name="Google Shape;4331;p10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2" name="Google Shape;4332;p10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3" name="Google Shape;4333;p10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4" name="Google Shape;4334;p10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5" name="Google Shape;4335;p10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6" name="Google Shape;4336;p10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7" name="Google Shape;4337;p10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8" name="Google Shape;4338;p10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39" name="Google Shape;4339;p10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0" name="Google Shape;4340;p10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1" name="Google Shape;4341;p10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2" name="Google Shape;4342;p10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3" name="Google Shape;4343;p10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4" name="Google Shape;4344;p10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5" name="Google Shape;4345;p10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6" name="Google Shape;4346;p10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7" name="Google Shape;4347;p10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8" name="Google Shape;4348;p10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49" name="Google Shape;4349;p10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0" name="Google Shape;4350;p10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1" name="Google Shape;4351;p10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2" name="Google Shape;4352;p10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3" name="Google Shape;4353;p10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4" name="Google Shape;4354;p10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5" name="Google Shape;4355;p10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6" name="Google Shape;4356;p10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7" name="Google Shape;4357;p10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8" name="Google Shape;4358;p10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59" name="Google Shape;4359;p10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0" name="Google Shape;4360;p10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1" name="Google Shape;4361;p10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2" name="Google Shape;4362;p10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3" name="Google Shape;4363;p10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4" name="Google Shape;4364;p10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5" name="Google Shape;4365;p10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6" name="Google Shape;4366;p10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7" name="Google Shape;4367;p10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8" name="Google Shape;4368;p10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69" name="Google Shape;4369;p10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0" name="Google Shape;4370;p10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1" name="Google Shape;4371;p10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2" name="Google Shape;4372;p10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3" name="Google Shape;4373;p10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4" name="Google Shape;4374;p10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375" name="Google Shape;4375;p10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4376" name="Google Shape;4376;p10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7" name="Google Shape;4377;p10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8" name="Google Shape;4378;p10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79" name="Google Shape;4379;p10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0" name="Google Shape;4380;p10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1" name="Google Shape;4381;p10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2" name="Google Shape;4382;p10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3" name="Google Shape;4383;p10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4" name="Google Shape;4384;p10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5" name="Google Shape;4385;p10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6" name="Google Shape;4386;p10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7" name="Google Shape;4387;p10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8" name="Google Shape;4388;p10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89" name="Google Shape;4389;p10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0" name="Google Shape;4390;p10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1" name="Google Shape;4391;p10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2" name="Google Shape;4392;p10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3" name="Google Shape;4393;p10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4" name="Google Shape;4394;p10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5" name="Google Shape;4395;p10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6" name="Google Shape;4396;p10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7" name="Google Shape;4397;p10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8" name="Google Shape;4398;p10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399" name="Google Shape;4399;p10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0" name="Google Shape;4400;p10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1" name="Google Shape;4401;p10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2" name="Google Shape;4402;p10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3" name="Google Shape;4403;p10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4" name="Google Shape;4404;p10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5" name="Google Shape;4405;p10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6" name="Google Shape;4406;p10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7" name="Google Shape;4407;p10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8" name="Google Shape;4408;p10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09" name="Google Shape;4409;p10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0" name="Google Shape;4410;p10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1" name="Google Shape;4411;p10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2" name="Google Shape;4412;p10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3" name="Google Shape;4413;p10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4" name="Google Shape;4414;p10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5" name="Google Shape;4415;p10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6" name="Google Shape;4416;p10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7" name="Google Shape;4417;p10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8" name="Google Shape;4418;p10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19" name="Google Shape;4419;p10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0" name="Google Shape;4420;p10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1" name="Google Shape;4421;p10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2" name="Google Shape;4422;p10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3" name="Google Shape;4423;p10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4" name="Google Shape;4424;p10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5" name="Google Shape;4425;p10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6" name="Google Shape;4426;p10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7" name="Google Shape;4427;p10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8" name="Google Shape;4428;p10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29" name="Google Shape;4429;p10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0" name="Google Shape;4430;p10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1" name="Google Shape;4431;p10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2" name="Google Shape;4432;p10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3" name="Google Shape;4433;p10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4" name="Google Shape;4434;p10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5" name="Google Shape;4435;p10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6" name="Google Shape;4436;p10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7" name="Google Shape;4437;p10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8" name="Google Shape;4438;p10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39" name="Google Shape;4439;p10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0" name="Google Shape;4440;p10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1" name="Google Shape;4441;p10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2" name="Google Shape;4442;p10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3" name="Google Shape;4443;p10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4" name="Google Shape;4444;p10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5" name="Google Shape;4445;p10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6" name="Google Shape;4446;p10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7" name="Google Shape;4447;p10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8" name="Google Shape;4448;p10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49" name="Google Shape;4449;p10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0" name="Google Shape;4450;p10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1" name="Google Shape;4451;p10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2" name="Google Shape;4452;p10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3" name="Google Shape;4453;p10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4" name="Google Shape;4454;p10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5" name="Google Shape;4455;p10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6" name="Google Shape;4456;p10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7" name="Google Shape;4457;p10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8" name="Google Shape;4458;p10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59" name="Google Shape;4459;p10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0" name="Google Shape;4460;p10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1" name="Google Shape;4461;p10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2" name="Google Shape;4462;p10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3" name="Google Shape;4463;p10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4" name="Google Shape;4464;p10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5" name="Google Shape;4465;p10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6" name="Google Shape;4466;p10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7" name="Google Shape;4467;p10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8" name="Google Shape;4468;p10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69" name="Google Shape;4469;p10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0" name="Google Shape;4470;p10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1" name="Google Shape;4471;p10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2" name="Google Shape;4472;p10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3" name="Google Shape;4473;p10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4" name="Google Shape;4474;p10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5" name="Google Shape;4475;p10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6" name="Google Shape;4476;p10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7" name="Google Shape;4477;p10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8" name="Google Shape;4478;p10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79" name="Google Shape;4479;p10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0" name="Google Shape;4480;p10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1" name="Google Shape;4481;p10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2" name="Google Shape;4482;p10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3" name="Google Shape;4483;p10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4" name="Google Shape;4484;p10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5" name="Google Shape;4485;p10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6" name="Google Shape;4486;p10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7" name="Google Shape;4487;p10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8" name="Google Shape;4488;p10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89" name="Google Shape;4489;p10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0" name="Google Shape;4490;p10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1" name="Google Shape;4491;p10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2" name="Google Shape;4492;p10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3" name="Google Shape;4493;p10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4" name="Google Shape;4494;p10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5" name="Google Shape;4495;p10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6" name="Google Shape;4496;p10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7" name="Google Shape;4497;p10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8" name="Google Shape;4498;p10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499" name="Google Shape;4499;p10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0" name="Google Shape;4500;p10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1" name="Google Shape;4501;p10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2" name="Google Shape;4502;p10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3" name="Google Shape;4503;p10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4" name="Google Shape;4504;p10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5" name="Google Shape;4505;p10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506" name="Google Shape;4506;p10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507" name="Google Shape;4507;p10"/>
          <p:cNvSpPr txBox="1">
            <a:spLocks noGrp="1"/>
          </p:cNvSpPr>
          <p:nvPr>
            <p:ph type="title"/>
          </p:nvPr>
        </p:nvSpPr>
        <p:spPr>
          <a:xfrm>
            <a:off x="714600" y="40291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2700006" scaled="0"/>
        </a:gradFill>
        <a:effectLst/>
      </p:bgPr>
    </p:bg>
    <p:spTree>
      <p:nvGrpSpPr>
        <p:cNvPr id="1" name="Shape 4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62" name="Google Shape;4962;p13"/>
          <p:cNvGrpSpPr/>
          <p:nvPr/>
        </p:nvGrpSpPr>
        <p:grpSpPr>
          <a:xfrm flipH="1"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4963" name="Google Shape;4963;p13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4" name="Google Shape;4964;p13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5" name="Google Shape;4965;p13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6" name="Google Shape;4966;p13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7" name="Google Shape;4967;p13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8" name="Google Shape;4968;p13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69" name="Google Shape;4969;p13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0" name="Google Shape;4970;p13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1" name="Google Shape;4971;p13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2" name="Google Shape;4972;p13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3" name="Google Shape;4973;p13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4" name="Google Shape;4974;p13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5" name="Google Shape;4975;p13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6" name="Google Shape;4976;p13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7" name="Google Shape;4977;p13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8" name="Google Shape;4978;p13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79" name="Google Shape;4979;p13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0" name="Google Shape;4980;p13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1" name="Google Shape;4981;p13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2" name="Google Shape;4982;p13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3" name="Google Shape;4983;p13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4" name="Google Shape;4984;p13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5" name="Google Shape;4985;p13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6" name="Google Shape;4986;p13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7" name="Google Shape;4987;p13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8" name="Google Shape;4988;p13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89" name="Google Shape;4989;p13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0" name="Google Shape;4990;p13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1" name="Google Shape;4991;p13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2" name="Google Shape;4992;p13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3" name="Google Shape;4993;p13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4" name="Google Shape;4994;p13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5" name="Google Shape;4995;p13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6" name="Google Shape;4996;p13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7" name="Google Shape;4997;p13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8" name="Google Shape;4998;p13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999" name="Google Shape;4999;p13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0" name="Google Shape;5000;p13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1" name="Google Shape;5001;p13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2" name="Google Shape;5002;p13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3" name="Google Shape;5003;p13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4" name="Google Shape;5004;p13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5" name="Google Shape;5005;p13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6" name="Google Shape;5006;p13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7" name="Google Shape;5007;p13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8" name="Google Shape;5008;p13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09" name="Google Shape;5009;p13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0" name="Google Shape;5010;p13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1" name="Google Shape;5011;p13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2" name="Google Shape;5012;p13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3" name="Google Shape;5013;p13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4" name="Google Shape;5014;p13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5" name="Google Shape;5015;p13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6" name="Google Shape;5016;p13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7" name="Google Shape;5017;p13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8" name="Google Shape;5018;p13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19" name="Google Shape;5019;p13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0" name="Google Shape;5020;p13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1" name="Google Shape;5021;p13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2" name="Google Shape;5022;p13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3" name="Google Shape;5023;p13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4" name="Google Shape;5024;p13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5" name="Google Shape;5025;p13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6" name="Google Shape;5026;p13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7" name="Google Shape;5027;p13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8" name="Google Shape;5028;p13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29" name="Google Shape;5029;p13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0" name="Google Shape;5030;p13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1" name="Google Shape;5031;p13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2" name="Google Shape;5032;p13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3" name="Google Shape;5033;p13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4" name="Google Shape;5034;p13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5" name="Google Shape;5035;p13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6" name="Google Shape;5036;p13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7" name="Google Shape;5037;p13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8" name="Google Shape;5038;p13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39" name="Google Shape;5039;p13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0" name="Google Shape;5040;p13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1" name="Google Shape;5041;p13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2" name="Google Shape;5042;p13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3" name="Google Shape;5043;p13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4" name="Google Shape;5044;p13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5" name="Google Shape;5045;p13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6" name="Google Shape;5046;p13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7" name="Google Shape;5047;p13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8" name="Google Shape;5048;p13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49" name="Google Shape;5049;p13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0" name="Google Shape;5050;p13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1" name="Google Shape;5051;p13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2" name="Google Shape;5052;p13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3" name="Google Shape;5053;p13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4" name="Google Shape;5054;p13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5" name="Google Shape;5055;p13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6" name="Google Shape;5056;p13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7" name="Google Shape;5057;p13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8" name="Google Shape;5058;p13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9" name="Google Shape;5059;p13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0" name="Google Shape;5060;p13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1" name="Google Shape;5061;p13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2" name="Google Shape;5062;p13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3" name="Google Shape;5063;p13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4" name="Google Shape;5064;p13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5" name="Google Shape;5065;p13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6" name="Google Shape;5066;p13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7" name="Google Shape;5067;p13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8" name="Google Shape;5068;p13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69" name="Google Shape;5069;p13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0" name="Google Shape;5070;p13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1" name="Google Shape;5071;p13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2" name="Google Shape;5072;p13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3" name="Google Shape;5073;p13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4" name="Google Shape;5074;p13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5" name="Google Shape;5075;p13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6" name="Google Shape;5076;p13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7" name="Google Shape;5077;p13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8" name="Google Shape;5078;p13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79" name="Google Shape;5079;p13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0" name="Google Shape;5080;p13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1" name="Google Shape;5081;p13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2" name="Google Shape;5082;p13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3" name="Google Shape;5083;p13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4" name="Google Shape;5084;p13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5" name="Google Shape;5085;p13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6" name="Google Shape;5086;p13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7" name="Google Shape;5087;p13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8" name="Google Shape;5088;p13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89" name="Google Shape;5089;p13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0" name="Google Shape;5090;p13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1" name="Google Shape;5091;p13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2" name="Google Shape;5092;p13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3" name="Google Shape;5093;p13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4" name="Google Shape;5094;p13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5" name="Google Shape;5095;p13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6" name="Google Shape;5096;p13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7" name="Google Shape;5097;p13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8" name="Google Shape;5098;p13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99" name="Google Shape;5099;p13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0" name="Google Shape;5100;p13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1" name="Google Shape;5101;p13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2" name="Google Shape;5102;p13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3" name="Google Shape;5103;p13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4" name="Google Shape;5104;p13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5" name="Google Shape;5105;p13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6" name="Google Shape;5106;p13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7" name="Google Shape;5107;p13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8" name="Google Shape;5108;p13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09" name="Google Shape;5109;p13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0" name="Google Shape;5110;p13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1" name="Google Shape;5111;p13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2" name="Google Shape;5112;p13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3" name="Google Shape;5113;p13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4" name="Google Shape;5114;p13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5" name="Google Shape;5115;p13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6" name="Google Shape;5116;p13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7" name="Google Shape;5117;p13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8" name="Google Shape;5118;p13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19" name="Google Shape;5119;p13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0" name="Google Shape;5120;p13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1" name="Google Shape;5121;p13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2" name="Google Shape;5122;p13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3" name="Google Shape;5123;p13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4" name="Google Shape;5124;p13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5" name="Google Shape;5125;p13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6" name="Google Shape;5126;p13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7" name="Google Shape;5127;p13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8" name="Google Shape;5128;p13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29" name="Google Shape;5129;p13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0" name="Google Shape;5130;p13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1" name="Google Shape;5131;p13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2" name="Google Shape;5132;p13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3" name="Google Shape;5133;p13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4" name="Google Shape;5134;p13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5" name="Google Shape;5135;p13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6" name="Google Shape;5136;p13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7" name="Google Shape;5137;p13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8" name="Google Shape;5138;p13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39" name="Google Shape;5139;p13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0" name="Google Shape;5140;p13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1" name="Google Shape;5141;p13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2" name="Google Shape;5142;p13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3" name="Google Shape;5143;p13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4" name="Google Shape;5144;p13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5" name="Google Shape;5145;p13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6" name="Google Shape;5146;p13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7" name="Google Shape;5147;p13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8" name="Google Shape;5148;p13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49" name="Google Shape;5149;p13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0" name="Google Shape;5150;p13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1" name="Google Shape;5151;p13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2" name="Google Shape;5152;p13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3" name="Google Shape;5153;p13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4" name="Google Shape;5154;p13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5" name="Google Shape;5155;p13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6" name="Google Shape;5156;p13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7" name="Google Shape;5157;p13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8" name="Google Shape;5158;p13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59" name="Google Shape;5159;p13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0" name="Google Shape;5160;p13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1" name="Google Shape;5161;p13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2" name="Google Shape;5162;p13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3" name="Google Shape;5163;p13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4" name="Google Shape;5164;p13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5" name="Google Shape;5165;p13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6" name="Google Shape;5166;p13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7" name="Google Shape;5167;p13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8" name="Google Shape;5168;p13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69" name="Google Shape;5169;p13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0" name="Google Shape;5170;p13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1" name="Google Shape;5171;p13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2" name="Google Shape;5172;p13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3" name="Google Shape;5173;p13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4" name="Google Shape;5174;p13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5" name="Google Shape;5175;p13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6" name="Google Shape;5176;p13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7" name="Google Shape;5177;p13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8" name="Google Shape;5178;p13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79" name="Google Shape;5179;p13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0" name="Google Shape;5180;p13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1" name="Google Shape;5181;p13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2" name="Google Shape;5182;p13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3" name="Google Shape;5183;p13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4" name="Google Shape;5184;p13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5" name="Google Shape;5185;p13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6" name="Google Shape;5186;p13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7" name="Google Shape;5187;p13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8" name="Google Shape;5188;p13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89" name="Google Shape;5189;p13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0" name="Google Shape;5190;p13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1" name="Google Shape;5191;p13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2" name="Google Shape;5192;p13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3" name="Google Shape;5193;p13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4" name="Google Shape;5194;p13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5" name="Google Shape;5195;p13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6" name="Google Shape;5196;p13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7" name="Google Shape;5197;p13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8" name="Google Shape;5198;p13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199" name="Google Shape;5199;p13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0" name="Google Shape;5200;p13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1" name="Google Shape;5201;p13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2" name="Google Shape;5202;p13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3" name="Google Shape;5203;p13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4" name="Google Shape;5204;p13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5" name="Google Shape;5205;p13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6" name="Google Shape;5206;p13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7" name="Google Shape;5207;p13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8" name="Google Shape;5208;p13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09" name="Google Shape;5209;p13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0" name="Google Shape;5210;p13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1" name="Google Shape;5211;p13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2" name="Google Shape;5212;p13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3" name="Google Shape;5213;p13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4" name="Google Shape;5214;p13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5" name="Google Shape;5215;p13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6" name="Google Shape;5216;p13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7" name="Google Shape;5217;p13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8" name="Google Shape;5218;p13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19" name="Google Shape;5219;p13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0" name="Google Shape;5220;p13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1" name="Google Shape;5221;p13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2" name="Google Shape;5222;p13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3" name="Google Shape;5223;p13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4" name="Google Shape;5224;p13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5" name="Google Shape;5225;p13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6" name="Google Shape;5226;p13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7" name="Google Shape;5227;p13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8" name="Google Shape;5228;p13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29" name="Google Shape;5229;p13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0" name="Google Shape;5230;p13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1" name="Google Shape;5231;p13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2" name="Google Shape;5232;p13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3" name="Google Shape;5233;p13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4" name="Google Shape;5234;p13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5" name="Google Shape;5235;p13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6" name="Google Shape;5236;p13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7" name="Google Shape;5237;p13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8" name="Google Shape;5238;p13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39" name="Google Shape;5239;p13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0" name="Google Shape;5240;p13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1" name="Google Shape;5241;p13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2" name="Google Shape;5242;p13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3" name="Google Shape;5243;p13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4" name="Google Shape;5244;p13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5" name="Google Shape;5245;p13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6" name="Google Shape;5246;p13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7" name="Google Shape;5247;p13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8" name="Google Shape;5248;p13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49" name="Google Shape;5249;p13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0" name="Google Shape;5250;p13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1" name="Google Shape;5251;p13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2" name="Google Shape;5252;p13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3" name="Google Shape;5253;p13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4" name="Google Shape;5254;p13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5" name="Google Shape;5255;p13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6" name="Google Shape;5256;p13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7" name="Google Shape;5257;p13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8" name="Google Shape;5258;p13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59" name="Google Shape;5259;p13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0" name="Google Shape;5260;p13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1" name="Google Shape;5261;p13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2" name="Google Shape;5262;p13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3" name="Google Shape;5263;p13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4" name="Google Shape;5264;p13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5" name="Google Shape;5265;p13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6" name="Google Shape;5266;p13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7" name="Google Shape;5267;p13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8" name="Google Shape;5268;p13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69" name="Google Shape;5269;p13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0" name="Google Shape;5270;p13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1" name="Google Shape;5271;p13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2" name="Google Shape;5272;p13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3" name="Google Shape;5273;p13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4" name="Google Shape;5274;p13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5" name="Google Shape;5275;p13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6" name="Google Shape;5276;p13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7" name="Google Shape;5277;p13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78" name="Google Shape;5278;p13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279" name="Google Shape;5279;p13"/>
          <p:cNvGrpSpPr/>
          <p:nvPr/>
        </p:nvGrpSpPr>
        <p:grpSpPr>
          <a:xfrm flipH="1">
            <a:off x="12563" y="56"/>
            <a:ext cx="9143721" cy="2251922"/>
            <a:chOff x="-347225" y="-1310325"/>
            <a:chExt cx="7672194" cy="1889514"/>
          </a:xfrm>
        </p:grpSpPr>
        <p:sp>
          <p:nvSpPr>
            <p:cNvPr id="5280" name="Google Shape;5280;p13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1" name="Google Shape;5281;p13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2" name="Google Shape;5282;p13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3" name="Google Shape;5283;p13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4" name="Google Shape;5284;p13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5" name="Google Shape;5285;p13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6" name="Google Shape;5286;p13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7" name="Google Shape;5287;p13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8" name="Google Shape;5288;p13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89" name="Google Shape;5289;p13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0" name="Google Shape;5290;p13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1" name="Google Shape;5291;p13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2" name="Google Shape;5292;p13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3" name="Google Shape;5293;p13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4" name="Google Shape;5294;p13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5" name="Google Shape;5295;p13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6" name="Google Shape;5296;p13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7" name="Google Shape;5297;p13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8" name="Google Shape;5298;p13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299" name="Google Shape;5299;p13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0" name="Google Shape;5300;p13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1" name="Google Shape;5301;p13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2" name="Google Shape;5302;p13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3" name="Google Shape;5303;p13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4" name="Google Shape;5304;p13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5" name="Google Shape;5305;p13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6" name="Google Shape;5306;p13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7" name="Google Shape;5307;p13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8" name="Google Shape;5308;p13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09" name="Google Shape;5309;p13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0" name="Google Shape;5310;p13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1" name="Google Shape;5311;p13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2" name="Google Shape;5312;p13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3" name="Google Shape;5313;p13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4" name="Google Shape;5314;p13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5" name="Google Shape;5315;p13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6" name="Google Shape;5316;p13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7" name="Google Shape;5317;p13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8" name="Google Shape;5318;p13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19" name="Google Shape;5319;p13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0" name="Google Shape;5320;p13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1" name="Google Shape;5321;p13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2" name="Google Shape;5322;p13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3" name="Google Shape;5323;p13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4" name="Google Shape;5324;p13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5" name="Google Shape;5325;p13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6" name="Google Shape;5326;p13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7" name="Google Shape;5327;p13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8" name="Google Shape;5328;p13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29" name="Google Shape;5329;p13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0" name="Google Shape;5330;p13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1" name="Google Shape;5331;p13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2" name="Google Shape;5332;p13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3" name="Google Shape;5333;p13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4" name="Google Shape;5334;p13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5" name="Google Shape;5335;p13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6" name="Google Shape;5336;p13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7" name="Google Shape;5337;p13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8" name="Google Shape;5338;p13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39" name="Google Shape;5339;p13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0" name="Google Shape;5340;p13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1" name="Google Shape;5341;p13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2" name="Google Shape;5342;p13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3" name="Google Shape;5343;p13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4" name="Google Shape;5344;p13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5" name="Google Shape;5345;p13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6" name="Google Shape;5346;p13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7" name="Google Shape;5347;p13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8" name="Google Shape;5348;p13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49" name="Google Shape;5349;p13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0" name="Google Shape;5350;p13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1" name="Google Shape;5351;p13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2" name="Google Shape;5352;p13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3" name="Google Shape;5353;p13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4" name="Google Shape;5354;p13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5" name="Google Shape;5355;p13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6" name="Google Shape;5356;p13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7" name="Google Shape;5357;p13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8" name="Google Shape;5358;p13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59" name="Google Shape;5359;p13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0" name="Google Shape;5360;p13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1" name="Google Shape;5361;p13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2" name="Google Shape;5362;p13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3" name="Google Shape;5363;p13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4" name="Google Shape;5364;p13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5" name="Google Shape;5365;p13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6" name="Google Shape;5366;p13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7" name="Google Shape;5367;p13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8" name="Google Shape;5368;p13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69" name="Google Shape;5369;p13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0" name="Google Shape;5370;p13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1" name="Google Shape;5371;p13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2" name="Google Shape;5372;p13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3" name="Google Shape;5373;p13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4" name="Google Shape;5374;p13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5" name="Google Shape;5375;p13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6" name="Google Shape;5376;p13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7" name="Google Shape;5377;p13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8" name="Google Shape;5378;p13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79" name="Google Shape;5379;p13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0" name="Google Shape;5380;p13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1" name="Google Shape;5381;p13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2" name="Google Shape;5382;p13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3" name="Google Shape;5383;p13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4" name="Google Shape;5384;p13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5" name="Google Shape;5385;p13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6" name="Google Shape;5386;p13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7" name="Google Shape;5387;p13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8" name="Google Shape;5388;p13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89" name="Google Shape;5389;p13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0" name="Google Shape;5390;p13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1" name="Google Shape;5391;p13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2" name="Google Shape;5392;p13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3" name="Google Shape;5393;p13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4" name="Google Shape;5394;p13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5" name="Google Shape;5395;p13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6" name="Google Shape;5396;p13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7" name="Google Shape;5397;p13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8" name="Google Shape;5398;p13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399" name="Google Shape;5399;p13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0" name="Google Shape;5400;p13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1" name="Google Shape;5401;p13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2" name="Google Shape;5402;p13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3" name="Google Shape;5403;p13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4" name="Google Shape;5404;p13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5" name="Google Shape;5405;p13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6" name="Google Shape;5406;p13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7" name="Google Shape;5407;p13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8" name="Google Shape;5408;p13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09" name="Google Shape;5409;p13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10" name="Google Shape;5410;p13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411" name="Google Shape;5411;p13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5412" name="Google Shape;5412;p13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413" name="Google Shape;5413;p13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5414" name="Google Shape;5414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15" name="Google Shape;5415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16" name="Google Shape;5416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17" name="Google Shape;5417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18" name="Google Shape;5418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19" name="Google Shape;5419;p13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5420" name="Google Shape;5420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1" name="Google Shape;5421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2" name="Google Shape;5422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3" name="Google Shape;5423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4" name="Google Shape;5424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5425" name="Google Shape;5425;p13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426" name="Google Shape;5426;p13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5427" name="Google Shape;542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8" name="Google Shape;542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29" name="Google Shape;542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0" name="Google Shape;543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1" name="Google Shape;543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32" name="Google Shape;5432;p13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5433" name="Google Shape;5433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4" name="Google Shape;5434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5" name="Google Shape;5435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6" name="Google Shape;5436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37" name="Google Shape;5437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38" name="Google Shape;5438;p13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5439" name="Google Shape;5439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0" name="Google Shape;5440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1" name="Google Shape;5441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2" name="Google Shape;5442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3" name="Google Shape;5443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44" name="Google Shape;5444;p13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5445" name="Google Shape;5445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6" name="Google Shape;5446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7" name="Google Shape;5447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8" name="Google Shape;5448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49" name="Google Shape;5449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50" name="Google Shape;5450;p13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5451" name="Google Shape;5451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2" name="Google Shape;5452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3" name="Google Shape;5453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4" name="Google Shape;5454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5" name="Google Shape;5455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56" name="Google Shape;5456;p13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5457" name="Google Shape;545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8" name="Google Shape;545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59" name="Google Shape;545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0" name="Google Shape;546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1" name="Google Shape;546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62" name="Google Shape;5462;p13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5463" name="Google Shape;5463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4" name="Google Shape;5464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5" name="Google Shape;5465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6" name="Google Shape;5466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67" name="Google Shape;5467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68" name="Google Shape;5468;p13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5469" name="Google Shape;5469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0" name="Google Shape;5470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1" name="Google Shape;5471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2" name="Google Shape;5472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3" name="Google Shape;5473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74" name="Google Shape;5474;p13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5475" name="Google Shape;5475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6" name="Google Shape;5476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7" name="Google Shape;5477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8" name="Google Shape;5478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79" name="Google Shape;5479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80" name="Google Shape;5480;p13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5481" name="Google Shape;5481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2" name="Google Shape;5482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3" name="Google Shape;5483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4" name="Google Shape;5484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5" name="Google Shape;5485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486" name="Google Shape;5486;p13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5487" name="Google Shape;5487;p13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8" name="Google Shape;5488;p13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89" name="Google Shape;5489;p13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90" name="Google Shape;5490;p13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491" name="Google Shape;5491;p13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5492" name="Google Shape;5492;p13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493" name="Google Shape;5493;p13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94" name="Google Shape;5494;p13"/>
          <p:cNvSpPr txBox="1">
            <a:spLocks noGrp="1"/>
          </p:cNvSpPr>
          <p:nvPr>
            <p:ph type="title" idx="2" hasCustomPrompt="1"/>
          </p:nvPr>
        </p:nvSpPr>
        <p:spPr>
          <a:xfrm>
            <a:off x="800175" y="1610425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5" name="Google Shape;5495;p13"/>
          <p:cNvSpPr txBox="1">
            <a:spLocks noGrp="1"/>
          </p:cNvSpPr>
          <p:nvPr>
            <p:ph type="subTitle" idx="1"/>
          </p:nvPr>
        </p:nvSpPr>
        <p:spPr>
          <a:xfrm>
            <a:off x="1647066" y="1610425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6" name="Google Shape;5496;p13"/>
          <p:cNvSpPr txBox="1">
            <a:spLocks noGrp="1"/>
          </p:cNvSpPr>
          <p:nvPr>
            <p:ph type="title" idx="3" hasCustomPrompt="1"/>
          </p:nvPr>
        </p:nvSpPr>
        <p:spPr>
          <a:xfrm>
            <a:off x="800175" y="2646437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7" name="Google Shape;5497;p13"/>
          <p:cNvSpPr txBox="1">
            <a:spLocks noGrp="1"/>
          </p:cNvSpPr>
          <p:nvPr>
            <p:ph type="subTitle" idx="4"/>
          </p:nvPr>
        </p:nvSpPr>
        <p:spPr>
          <a:xfrm>
            <a:off x="1647066" y="2646437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98" name="Google Shape;5498;p13"/>
          <p:cNvSpPr txBox="1">
            <a:spLocks noGrp="1"/>
          </p:cNvSpPr>
          <p:nvPr>
            <p:ph type="title" idx="5" hasCustomPrompt="1"/>
          </p:nvPr>
        </p:nvSpPr>
        <p:spPr>
          <a:xfrm>
            <a:off x="800175" y="3685752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499" name="Google Shape;5499;p13"/>
          <p:cNvSpPr txBox="1">
            <a:spLocks noGrp="1"/>
          </p:cNvSpPr>
          <p:nvPr>
            <p:ph type="subTitle" idx="6"/>
          </p:nvPr>
        </p:nvSpPr>
        <p:spPr>
          <a:xfrm>
            <a:off x="1647066" y="3685752"/>
            <a:ext cx="29124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0" name="Google Shape;5500;p13"/>
          <p:cNvSpPr txBox="1">
            <a:spLocks noGrp="1"/>
          </p:cNvSpPr>
          <p:nvPr>
            <p:ph type="title" idx="7" hasCustomPrompt="1"/>
          </p:nvPr>
        </p:nvSpPr>
        <p:spPr>
          <a:xfrm>
            <a:off x="4575050" y="1610425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1" name="Google Shape;5501;p13"/>
          <p:cNvSpPr txBox="1">
            <a:spLocks noGrp="1"/>
          </p:cNvSpPr>
          <p:nvPr>
            <p:ph type="subTitle" idx="8"/>
          </p:nvPr>
        </p:nvSpPr>
        <p:spPr>
          <a:xfrm>
            <a:off x="5428191" y="1610425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2" name="Google Shape;5502;p13"/>
          <p:cNvSpPr txBox="1">
            <a:spLocks noGrp="1"/>
          </p:cNvSpPr>
          <p:nvPr>
            <p:ph type="title" idx="9" hasCustomPrompt="1"/>
          </p:nvPr>
        </p:nvSpPr>
        <p:spPr>
          <a:xfrm>
            <a:off x="4575050" y="2648537"/>
            <a:ext cx="736500" cy="346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3" name="Google Shape;5503;p13"/>
          <p:cNvSpPr txBox="1">
            <a:spLocks noGrp="1"/>
          </p:cNvSpPr>
          <p:nvPr>
            <p:ph type="subTitle" idx="13"/>
          </p:nvPr>
        </p:nvSpPr>
        <p:spPr>
          <a:xfrm>
            <a:off x="5428191" y="2646437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04" name="Google Shape;5504;p13"/>
          <p:cNvSpPr txBox="1">
            <a:spLocks noGrp="1"/>
          </p:cNvSpPr>
          <p:nvPr>
            <p:ph type="title" idx="14" hasCustomPrompt="1"/>
          </p:nvPr>
        </p:nvSpPr>
        <p:spPr>
          <a:xfrm>
            <a:off x="4575050" y="3685752"/>
            <a:ext cx="7365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1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5505" name="Google Shape;5505;p13"/>
          <p:cNvSpPr txBox="1">
            <a:spLocks noGrp="1"/>
          </p:cNvSpPr>
          <p:nvPr>
            <p:ph type="subTitle" idx="15"/>
          </p:nvPr>
        </p:nvSpPr>
        <p:spPr>
          <a:xfrm>
            <a:off x="5428191" y="3685752"/>
            <a:ext cx="2988900" cy="350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5506" name="Google Shape;5506;p13"/>
          <p:cNvGrpSpPr/>
          <p:nvPr/>
        </p:nvGrpSpPr>
        <p:grpSpPr>
          <a:xfrm>
            <a:off x="466400" y="4388350"/>
            <a:ext cx="7842416" cy="456872"/>
            <a:chOff x="466400" y="4388350"/>
            <a:chExt cx="7842416" cy="456872"/>
          </a:xfrm>
        </p:grpSpPr>
        <p:grpSp>
          <p:nvGrpSpPr>
            <p:cNvPr id="5507" name="Google Shape;5507;p13"/>
            <p:cNvGrpSpPr/>
            <p:nvPr/>
          </p:nvGrpSpPr>
          <p:grpSpPr>
            <a:xfrm>
              <a:off x="4975110" y="4608254"/>
              <a:ext cx="208157" cy="236967"/>
              <a:chOff x="4975110" y="4608254"/>
              <a:chExt cx="208157" cy="236967"/>
            </a:xfrm>
          </p:grpSpPr>
          <p:sp>
            <p:nvSpPr>
              <p:cNvPr id="5508" name="Google Shape;5508;p13"/>
              <p:cNvSpPr/>
              <p:nvPr/>
            </p:nvSpPr>
            <p:spPr>
              <a:xfrm flipH="1">
                <a:off x="4975110" y="4608254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09" name="Google Shape;5509;p13"/>
              <p:cNvSpPr/>
              <p:nvPr/>
            </p:nvSpPr>
            <p:spPr>
              <a:xfrm flipH="1">
                <a:off x="5015547" y="4660217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0" name="Google Shape;5510;p13"/>
              <p:cNvSpPr/>
              <p:nvPr/>
            </p:nvSpPr>
            <p:spPr>
              <a:xfrm flipH="1">
                <a:off x="5009785" y="4665979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1" name="Google Shape;5511;p13"/>
              <p:cNvSpPr/>
              <p:nvPr/>
            </p:nvSpPr>
            <p:spPr>
              <a:xfrm flipH="1">
                <a:off x="5044460" y="4694893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512" name="Google Shape;5512;p13"/>
            <p:cNvGrpSpPr/>
            <p:nvPr/>
          </p:nvGrpSpPr>
          <p:grpSpPr>
            <a:xfrm flipH="1">
              <a:off x="466400" y="4388350"/>
              <a:ext cx="230087" cy="393387"/>
              <a:chOff x="1267792" y="5309150"/>
              <a:chExt cx="230087" cy="393387"/>
            </a:xfrm>
          </p:grpSpPr>
          <p:sp>
            <p:nvSpPr>
              <p:cNvPr id="5513" name="Google Shape;5513;p13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4" name="Google Shape;5514;p13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5" name="Google Shape;5515;p13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516" name="Google Shape;5516;p13"/>
            <p:cNvGrpSpPr/>
            <p:nvPr/>
          </p:nvGrpSpPr>
          <p:grpSpPr>
            <a:xfrm flipH="1">
              <a:off x="7441113" y="4705024"/>
              <a:ext cx="356261" cy="81650"/>
              <a:chOff x="1962943" y="5517637"/>
              <a:chExt cx="356261" cy="81650"/>
            </a:xfrm>
          </p:grpSpPr>
          <p:sp>
            <p:nvSpPr>
              <p:cNvPr id="5517" name="Google Shape;5517;p13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8" name="Google Shape;5518;p13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19" name="Google Shape;5519;p13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0" name="Google Shape;5520;p13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1" name="Google Shape;5521;p13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522" name="Google Shape;5522;p13"/>
            <p:cNvGrpSpPr/>
            <p:nvPr/>
          </p:nvGrpSpPr>
          <p:grpSpPr>
            <a:xfrm flipH="1">
              <a:off x="8056467" y="4536578"/>
              <a:ext cx="252349" cy="252349"/>
              <a:chOff x="1647575" y="5358103"/>
              <a:chExt cx="252349" cy="252349"/>
            </a:xfrm>
          </p:grpSpPr>
          <p:sp>
            <p:nvSpPr>
              <p:cNvPr id="5523" name="Google Shape;5523;p13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4" name="Google Shape;5524;p13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5" name="Google Shape;5525;p13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526" name="Google Shape;5526;p13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5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8" name="Google Shape;5528;p14"/>
          <p:cNvGrpSpPr/>
          <p:nvPr/>
        </p:nvGrpSpPr>
        <p:grpSpPr>
          <a:xfrm rot="10800000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5529" name="Google Shape;5529;p14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0" name="Google Shape;5530;p14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1" name="Google Shape;5531;p14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2" name="Google Shape;5532;p14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3" name="Google Shape;5533;p14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4" name="Google Shape;5534;p14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5" name="Google Shape;5535;p14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6" name="Google Shape;5536;p14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7" name="Google Shape;5537;p14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8" name="Google Shape;5538;p14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39" name="Google Shape;5539;p14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0" name="Google Shape;5540;p14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1" name="Google Shape;5541;p14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2" name="Google Shape;5542;p14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3" name="Google Shape;5543;p14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4" name="Google Shape;5544;p14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5" name="Google Shape;5545;p14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6" name="Google Shape;5546;p14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7" name="Google Shape;5547;p14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8" name="Google Shape;5548;p14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49" name="Google Shape;5549;p14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0" name="Google Shape;5550;p14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1" name="Google Shape;5551;p14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2" name="Google Shape;5552;p14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3" name="Google Shape;5553;p14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4" name="Google Shape;5554;p14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5" name="Google Shape;5555;p14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6" name="Google Shape;5556;p14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7" name="Google Shape;5557;p14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8" name="Google Shape;5558;p14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59" name="Google Shape;5559;p14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0" name="Google Shape;5560;p14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1" name="Google Shape;5561;p14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2" name="Google Shape;5562;p14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3" name="Google Shape;5563;p14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4" name="Google Shape;5564;p14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5" name="Google Shape;5565;p14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6" name="Google Shape;5566;p14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7" name="Google Shape;5567;p14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8" name="Google Shape;5568;p14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69" name="Google Shape;5569;p14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0" name="Google Shape;5570;p14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1" name="Google Shape;5571;p14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2" name="Google Shape;5572;p14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3" name="Google Shape;5573;p14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4" name="Google Shape;5574;p14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5" name="Google Shape;5575;p14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6" name="Google Shape;5576;p14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7" name="Google Shape;5577;p14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8" name="Google Shape;5578;p14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79" name="Google Shape;5579;p14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0" name="Google Shape;5580;p14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1" name="Google Shape;5581;p14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2" name="Google Shape;5582;p14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3" name="Google Shape;5583;p14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4" name="Google Shape;5584;p14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5" name="Google Shape;5585;p14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6" name="Google Shape;5586;p14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7" name="Google Shape;5587;p14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8" name="Google Shape;5588;p14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89" name="Google Shape;5589;p14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0" name="Google Shape;5590;p14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1" name="Google Shape;5591;p14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2" name="Google Shape;5592;p14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3" name="Google Shape;5593;p14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4" name="Google Shape;5594;p14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5" name="Google Shape;5595;p14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6" name="Google Shape;5596;p14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7" name="Google Shape;5597;p14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8" name="Google Shape;5598;p14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599" name="Google Shape;5599;p14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0" name="Google Shape;5600;p14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1" name="Google Shape;5601;p14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2" name="Google Shape;5602;p14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3" name="Google Shape;5603;p14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4" name="Google Shape;5604;p14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5" name="Google Shape;5605;p14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6" name="Google Shape;5606;p14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7" name="Google Shape;5607;p14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8" name="Google Shape;5608;p14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09" name="Google Shape;5609;p14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0" name="Google Shape;5610;p14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1" name="Google Shape;5611;p14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2" name="Google Shape;5612;p14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3" name="Google Shape;5613;p14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4" name="Google Shape;5614;p14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5" name="Google Shape;5615;p14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6" name="Google Shape;5616;p14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7" name="Google Shape;5617;p14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8" name="Google Shape;5618;p14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19" name="Google Shape;5619;p14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0" name="Google Shape;5620;p14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1" name="Google Shape;5621;p14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2" name="Google Shape;5622;p14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3" name="Google Shape;5623;p14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4" name="Google Shape;5624;p14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5" name="Google Shape;5625;p14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6" name="Google Shape;5626;p14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7" name="Google Shape;5627;p14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8" name="Google Shape;5628;p14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29" name="Google Shape;5629;p14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0" name="Google Shape;5630;p14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1" name="Google Shape;5631;p14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2" name="Google Shape;5632;p14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3" name="Google Shape;5633;p14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4" name="Google Shape;5634;p14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5" name="Google Shape;5635;p14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6" name="Google Shape;5636;p14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7" name="Google Shape;5637;p14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8" name="Google Shape;5638;p14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39" name="Google Shape;5639;p14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0" name="Google Shape;5640;p14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1" name="Google Shape;5641;p14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2" name="Google Shape;5642;p14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3" name="Google Shape;5643;p14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4" name="Google Shape;5644;p14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5" name="Google Shape;5645;p14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6" name="Google Shape;5646;p14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7" name="Google Shape;5647;p14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8" name="Google Shape;5648;p14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49" name="Google Shape;5649;p14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0" name="Google Shape;5650;p14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1" name="Google Shape;5651;p14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2" name="Google Shape;5652;p14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3" name="Google Shape;5653;p14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4" name="Google Shape;5654;p14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5" name="Google Shape;5655;p14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6" name="Google Shape;5656;p14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7" name="Google Shape;5657;p14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8" name="Google Shape;5658;p14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59" name="Google Shape;5659;p14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0" name="Google Shape;5660;p14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1" name="Google Shape;5661;p14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2" name="Google Shape;5662;p14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3" name="Google Shape;5663;p14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4" name="Google Shape;5664;p14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5" name="Google Shape;5665;p14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6" name="Google Shape;5666;p14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7" name="Google Shape;5667;p14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8" name="Google Shape;5668;p14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69" name="Google Shape;5669;p14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0" name="Google Shape;5670;p14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1" name="Google Shape;5671;p14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2" name="Google Shape;5672;p14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3" name="Google Shape;5673;p14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4" name="Google Shape;5674;p14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5" name="Google Shape;5675;p14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6" name="Google Shape;5676;p14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7" name="Google Shape;5677;p14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8" name="Google Shape;5678;p14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79" name="Google Shape;5679;p14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0" name="Google Shape;5680;p14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1" name="Google Shape;5681;p14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2" name="Google Shape;5682;p14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3" name="Google Shape;5683;p14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4" name="Google Shape;5684;p14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5" name="Google Shape;5685;p14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6" name="Google Shape;5686;p14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7" name="Google Shape;5687;p14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8" name="Google Shape;5688;p14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89" name="Google Shape;5689;p14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0" name="Google Shape;5690;p14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1" name="Google Shape;5691;p14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2" name="Google Shape;5692;p14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3" name="Google Shape;5693;p14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4" name="Google Shape;5694;p14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5" name="Google Shape;5695;p14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6" name="Google Shape;5696;p14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7" name="Google Shape;5697;p14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8" name="Google Shape;5698;p14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699" name="Google Shape;5699;p14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0" name="Google Shape;5700;p14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1" name="Google Shape;5701;p14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2" name="Google Shape;5702;p14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3" name="Google Shape;5703;p14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4" name="Google Shape;5704;p14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5" name="Google Shape;5705;p14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6" name="Google Shape;5706;p14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7" name="Google Shape;5707;p14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8" name="Google Shape;5708;p14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09" name="Google Shape;5709;p14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0" name="Google Shape;5710;p14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1" name="Google Shape;5711;p14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2" name="Google Shape;5712;p14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3" name="Google Shape;5713;p14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4" name="Google Shape;5714;p14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5" name="Google Shape;5715;p14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6" name="Google Shape;5716;p14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7" name="Google Shape;5717;p14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8" name="Google Shape;5718;p14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19" name="Google Shape;5719;p14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0" name="Google Shape;5720;p14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1" name="Google Shape;5721;p14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2" name="Google Shape;5722;p14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3" name="Google Shape;5723;p14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4" name="Google Shape;5724;p14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5" name="Google Shape;5725;p14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6" name="Google Shape;5726;p14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7" name="Google Shape;5727;p14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8" name="Google Shape;5728;p14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29" name="Google Shape;5729;p14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0" name="Google Shape;5730;p14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1" name="Google Shape;5731;p14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2" name="Google Shape;5732;p14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3" name="Google Shape;5733;p14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4" name="Google Shape;5734;p14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5" name="Google Shape;5735;p14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6" name="Google Shape;5736;p14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7" name="Google Shape;5737;p14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8" name="Google Shape;5738;p14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39" name="Google Shape;5739;p14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0" name="Google Shape;5740;p14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1" name="Google Shape;5741;p14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2" name="Google Shape;5742;p14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3" name="Google Shape;5743;p14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4" name="Google Shape;5744;p14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5" name="Google Shape;5745;p14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6" name="Google Shape;5746;p14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7" name="Google Shape;5747;p14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8" name="Google Shape;5748;p14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49" name="Google Shape;5749;p14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0" name="Google Shape;5750;p14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1" name="Google Shape;5751;p14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2" name="Google Shape;5752;p14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3" name="Google Shape;5753;p14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4" name="Google Shape;5754;p14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5" name="Google Shape;5755;p14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6" name="Google Shape;5756;p14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7" name="Google Shape;5757;p14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8" name="Google Shape;5758;p14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59" name="Google Shape;5759;p14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0" name="Google Shape;5760;p14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1" name="Google Shape;5761;p14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2" name="Google Shape;5762;p14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3" name="Google Shape;5763;p14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4" name="Google Shape;5764;p14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5" name="Google Shape;5765;p14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6" name="Google Shape;5766;p14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7" name="Google Shape;5767;p14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8" name="Google Shape;5768;p14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69" name="Google Shape;5769;p14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0" name="Google Shape;5770;p14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1" name="Google Shape;5771;p14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2" name="Google Shape;5772;p14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3" name="Google Shape;5773;p14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4" name="Google Shape;5774;p14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5" name="Google Shape;5775;p14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6" name="Google Shape;5776;p14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7" name="Google Shape;5777;p14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8" name="Google Shape;5778;p14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79" name="Google Shape;5779;p14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0" name="Google Shape;5780;p14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1" name="Google Shape;5781;p14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2" name="Google Shape;5782;p14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3" name="Google Shape;5783;p14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4" name="Google Shape;5784;p14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5" name="Google Shape;5785;p14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6" name="Google Shape;5786;p14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7" name="Google Shape;5787;p14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8" name="Google Shape;5788;p14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89" name="Google Shape;5789;p14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0" name="Google Shape;5790;p14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1" name="Google Shape;5791;p14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2" name="Google Shape;5792;p14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3" name="Google Shape;5793;p14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4" name="Google Shape;5794;p14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5" name="Google Shape;5795;p14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6" name="Google Shape;5796;p14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7" name="Google Shape;5797;p14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8" name="Google Shape;5798;p14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99" name="Google Shape;5799;p14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0" name="Google Shape;5800;p14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1" name="Google Shape;5801;p14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2" name="Google Shape;5802;p14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3" name="Google Shape;5803;p14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4" name="Google Shape;5804;p14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5" name="Google Shape;5805;p14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6" name="Google Shape;5806;p14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7" name="Google Shape;5807;p14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8" name="Google Shape;5808;p14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09" name="Google Shape;5809;p14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0" name="Google Shape;5810;p14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1" name="Google Shape;5811;p14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2" name="Google Shape;5812;p14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3" name="Google Shape;5813;p14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4" name="Google Shape;5814;p14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5" name="Google Shape;5815;p14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6" name="Google Shape;5816;p14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7" name="Google Shape;5817;p14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8" name="Google Shape;5818;p14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19" name="Google Shape;5819;p14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0" name="Google Shape;5820;p14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1" name="Google Shape;5821;p14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2" name="Google Shape;5822;p14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3" name="Google Shape;5823;p14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4" name="Google Shape;5824;p14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5" name="Google Shape;5825;p14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6" name="Google Shape;5826;p14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7" name="Google Shape;5827;p14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8" name="Google Shape;5828;p14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29" name="Google Shape;5829;p14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0" name="Google Shape;5830;p14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1" name="Google Shape;5831;p14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2" name="Google Shape;5832;p14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3" name="Google Shape;5833;p14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4" name="Google Shape;5834;p14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5" name="Google Shape;5835;p14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6" name="Google Shape;5836;p14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7" name="Google Shape;5837;p14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8" name="Google Shape;5838;p14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39" name="Google Shape;5839;p14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0" name="Google Shape;5840;p14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1" name="Google Shape;5841;p14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2" name="Google Shape;5842;p14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3" name="Google Shape;5843;p14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4" name="Google Shape;5844;p14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845" name="Google Shape;5845;p14"/>
          <p:cNvGrpSpPr/>
          <p:nvPr/>
        </p:nvGrpSpPr>
        <p:grpSpPr>
          <a:xfrm rot="10800000">
            <a:off x="12563" y="2974626"/>
            <a:ext cx="9143721" cy="2251922"/>
            <a:chOff x="-347225" y="-1310325"/>
            <a:chExt cx="7672194" cy="1889514"/>
          </a:xfrm>
        </p:grpSpPr>
        <p:sp>
          <p:nvSpPr>
            <p:cNvPr id="5846" name="Google Shape;5846;p14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7" name="Google Shape;5847;p14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8" name="Google Shape;5848;p14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49" name="Google Shape;5849;p14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0" name="Google Shape;5850;p14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1" name="Google Shape;5851;p14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2" name="Google Shape;5852;p14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3" name="Google Shape;5853;p14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4" name="Google Shape;5854;p14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5" name="Google Shape;5855;p14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6" name="Google Shape;5856;p14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7" name="Google Shape;5857;p14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8" name="Google Shape;5858;p14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59" name="Google Shape;5859;p14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0" name="Google Shape;5860;p14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1" name="Google Shape;5861;p14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2" name="Google Shape;5862;p14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3" name="Google Shape;5863;p14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4" name="Google Shape;5864;p14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5" name="Google Shape;5865;p14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6" name="Google Shape;5866;p14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7" name="Google Shape;5867;p14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8" name="Google Shape;5868;p14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69" name="Google Shape;5869;p14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0" name="Google Shape;5870;p14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1" name="Google Shape;5871;p14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2" name="Google Shape;5872;p14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3" name="Google Shape;5873;p14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4" name="Google Shape;5874;p14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5" name="Google Shape;5875;p14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6" name="Google Shape;5876;p14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7" name="Google Shape;5877;p14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8" name="Google Shape;5878;p14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79" name="Google Shape;5879;p14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0" name="Google Shape;5880;p14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1" name="Google Shape;5881;p14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2" name="Google Shape;5882;p14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3" name="Google Shape;5883;p14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4" name="Google Shape;5884;p14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5" name="Google Shape;5885;p14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6" name="Google Shape;5886;p14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7" name="Google Shape;5887;p14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8" name="Google Shape;5888;p14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89" name="Google Shape;5889;p14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0" name="Google Shape;5890;p14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1" name="Google Shape;5891;p14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2" name="Google Shape;5892;p14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3" name="Google Shape;5893;p14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4" name="Google Shape;5894;p14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5" name="Google Shape;5895;p14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6" name="Google Shape;5896;p14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7" name="Google Shape;5897;p14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8" name="Google Shape;5898;p14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99" name="Google Shape;5899;p14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0" name="Google Shape;5900;p14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1" name="Google Shape;5901;p14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2" name="Google Shape;5902;p14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3" name="Google Shape;5903;p14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4" name="Google Shape;5904;p14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5" name="Google Shape;5905;p14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6" name="Google Shape;5906;p14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7" name="Google Shape;5907;p14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8" name="Google Shape;5908;p14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09" name="Google Shape;5909;p14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0" name="Google Shape;5910;p14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1" name="Google Shape;5911;p14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2" name="Google Shape;5912;p14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3" name="Google Shape;5913;p14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4" name="Google Shape;5914;p14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5" name="Google Shape;5915;p14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6" name="Google Shape;5916;p14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7" name="Google Shape;5917;p14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8" name="Google Shape;5918;p14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19" name="Google Shape;5919;p14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0" name="Google Shape;5920;p14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1" name="Google Shape;5921;p14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2" name="Google Shape;5922;p14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3" name="Google Shape;5923;p14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4" name="Google Shape;5924;p14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5" name="Google Shape;5925;p14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6" name="Google Shape;5926;p14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7" name="Google Shape;5927;p14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8" name="Google Shape;5928;p14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29" name="Google Shape;5929;p14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0" name="Google Shape;5930;p14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1" name="Google Shape;5931;p14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2" name="Google Shape;5932;p14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3" name="Google Shape;5933;p14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4" name="Google Shape;5934;p14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5" name="Google Shape;5935;p14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6" name="Google Shape;5936;p14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7" name="Google Shape;5937;p14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8" name="Google Shape;5938;p14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39" name="Google Shape;5939;p14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0" name="Google Shape;5940;p14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1" name="Google Shape;5941;p14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2" name="Google Shape;5942;p14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3" name="Google Shape;5943;p14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4" name="Google Shape;5944;p14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5" name="Google Shape;5945;p14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6" name="Google Shape;5946;p14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7" name="Google Shape;5947;p14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8" name="Google Shape;5948;p14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49" name="Google Shape;5949;p14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0" name="Google Shape;5950;p14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1" name="Google Shape;5951;p14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2" name="Google Shape;5952;p14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3" name="Google Shape;5953;p14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4" name="Google Shape;5954;p14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5" name="Google Shape;5955;p14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6" name="Google Shape;5956;p14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7" name="Google Shape;5957;p14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8" name="Google Shape;5958;p14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59" name="Google Shape;5959;p14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0" name="Google Shape;5960;p14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1" name="Google Shape;5961;p14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2" name="Google Shape;5962;p14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3" name="Google Shape;5963;p14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4" name="Google Shape;5964;p14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5" name="Google Shape;5965;p14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6" name="Google Shape;5966;p14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7" name="Google Shape;5967;p14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8" name="Google Shape;5968;p14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69" name="Google Shape;5969;p14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0" name="Google Shape;5970;p14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1" name="Google Shape;5971;p14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2" name="Google Shape;5972;p14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3" name="Google Shape;5973;p14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4" name="Google Shape;5974;p14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5" name="Google Shape;5975;p14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976" name="Google Shape;5976;p14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5977" name="Google Shape;5977;p14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5978" name="Google Shape;5978;p14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979" name="Google Shape;5979;p14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5980" name="Google Shape;5980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1" name="Google Shape;5981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2" name="Google Shape;5982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3" name="Google Shape;5983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4" name="Google Shape;5984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985" name="Google Shape;5985;p14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5986" name="Google Shape;5986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7" name="Google Shape;5987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8" name="Google Shape;5988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89" name="Google Shape;5989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90" name="Google Shape;5990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5991" name="Google Shape;5991;p14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5992" name="Google Shape;5992;p14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5993" name="Google Shape;5993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94" name="Google Shape;5994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95" name="Google Shape;5995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96" name="Google Shape;5996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5997" name="Google Shape;5997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5998" name="Google Shape;5998;p14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5999" name="Google Shape;5999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0" name="Google Shape;6000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1" name="Google Shape;6001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2" name="Google Shape;6002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3" name="Google Shape;6003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04" name="Google Shape;6004;p14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6005" name="Google Shape;6005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6" name="Google Shape;6006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7" name="Google Shape;6007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8" name="Google Shape;6008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09" name="Google Shape;6009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10" name="Google Shape;6010;p14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6011" name="Google Shape;6011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2" name="Google Shape;6012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3" name="Google Shape;6013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4" name="Google Shape;6014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5" name="Google Shape;6015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16" name="Google Shape;6016;p14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6017" name="Google Shape;6017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8" name="Google Shape;6018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19" name="Google Shape;6019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0" name="Google Shape;6020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1" name="Google Shape;6021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22" name="Google Shape;6022;p14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6023" name="Google Shape;6023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4" name="Google Shape;6024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5" name="Google Shape;6025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6" name="Google Shape;6026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27" name="Google Shape;6027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28" name="Google Shape;6028;p14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6029" name="Google Shape;6029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0" name="Google Shape;6030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1" name="Google Shape;6031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2" name="Google Shape;6032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3" name="Google Shape;6033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34" name="Google Shape;6034;p14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6035" name="Google Shape;6035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6" name="Google Shape;6036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7" name="Google Shape;6037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8" name="Google Shape;6038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39" name="Google Shape;6039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40" name="Google Shape;6040;p14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6041" name="Google Shape;6041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2" name="Google Shape;6042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3" name="Google Shape;6043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4" name="Google Shape;6044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5" name="Google Shape;6045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46" name="Google Shape;6046;p14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6047" name="Google Shape;6047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8" name="Google Shape;6048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49" name="Google Shape;6049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0" name="Google Shape;6050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1" name="Google Shape;6051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52" name="Google Shape;6052;p14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6053" name="Google Shape;6053;p14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4" name="Google Shape;6054;p14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5" name="Google Shape;6055;p14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6" name="Google Shape;6056;p14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57" name="Google Shape;6057;p14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6058" name="Google Shape;6058;p14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059" name="Google Shape;6059;p14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060" name="Google Shape;6060;p14"/>
          <p:cNvSpPr txBox="1">
            <a:spLocks noGrp="1"/>
          </p:cNvSpPr>
          <p:nvPr>
            <p:ph type="subTitle" idx="1"/>
          </p:nvPr>
        </p:nvSpPr>
        <p:spPr>
          <a:xfrm>
            <a:off x="1243995" y="2539104"/>
            <a:ext cx="3000300" cy="35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1" name="Google Shape;6061;p14"/>
          <p:cNvSpPr txBox="1">
            <a:spLocks noGrp="1"/>
          </p:cNvSpPr>
          <p:nvPr>
            <p:ph type="subTitle" idx="2"/>
          </p:nvPr>
        </p:nvSpPr>
        <p:spPr>
          <a:xfrm>
            <a:off x="1243995" y="2813604"/>
            <a:ext cx="3000300" cy="13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2" name="Google Shape;6062;p14"/>
          <p:cNvSpPr txBox="1">
            <a:spLocks noGrp="1"/>
          </p:cNvSpPr>
          <p:nvPr>
            <p:ph type="subTitle" idx="3"/>
          </p:nvPr>
        </p:nvSpPr>
        <p:spPr>
          <a:xfrm>
            <a:off x="4910445" y="2539104"/>
            <a:ext cx="3000300" cy="35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3" name="Google Shape;6063;p14"/>
          <p:cNvSpPr txBox="1">
            <a:spLocks noGrp="1"/>
          </p:cNvSpPr>
          <p:nvPr>
            <p:ph type="subTitle" idx="4"/>
          </p:nvPr>
        </p:nvSpPr>
        <p:spPr>
          <a:xfrm>
            <a:off x="4910445" y="2813604"/>
            <a:ext cx="3000300" cy="13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64" name="Google Shape;6064;p14"/>
          <p:cNvGrpSpPr/>
          <p:nvPr/>
        </p:nvGrpSpPr>
        <p:grpSpPr>
          <a:xfrm>
            <a:off x="1511250" y="4550353"/>
            <a:ext cx="5418199" cy="271399"/>
            <a:chOff x="1511250" y="4550353"/>
            <a:chExt cx="5418199" cy="271399"/>
          </a:xfrm>
        </p:grpSpPr>
        <p:grpSp>
          <p:nvGrpSpPr>
            <p:cNvPr id="6065" name="Google Shape;6065;p14"/>
            <p:cNvGrpSpPr/>
            <p:nvPr/>
          </p:nvGrpSpPr>
          <p:grpSpPr>
            <a:xfrm>
              <a:off x="5945123" y="4691434"/>
              <a:ext cx="125841" cy="130319"/>
              <a:chOff x="3811523" y="4629654"/>
              <a:chExt cx="125841" cy="130319"/>
            </a:xfrm>
          </p:grpSpPr>
          <p:sp>
            <p:nvSpPr>
              <p:cNvPr id="6066" name="Google Shape;6066;p14"/>
              <p:cNvSpPr/>
              <p:nvPr/>
            </p:nvSpPr>
            <p:spPr>
              <a:xfrm>
                <a:off x="3811523" y="4629654"/>
                <a:ext cx="125841" cy="130318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1630" extrusionOk="0">
                    <a:moveTo>
                      <a:pt x="169" y="1124"/>
                    </a:moveTo>
                    <a:cubicBezTo>
                      <a:pt x="0" y="731"/>
                      <a:pt x="169" y="337"/>
                      <a:pt x="506" y="169"/>
                    </a:cubicBezTo>
                    <a:cubicBezTo>
                      <a:pt x="899" y="0"/>
                      <a:pt x="1292" y="169"/>
                      <a:pt x="1461" y="562"/>
                    </a:cubicBezTo>
                    <a:cubicBezTo>
                      <a:pt x="1573" y="899"/>
                      <a:pt x="1461" y="1292"/>
                      <a:pt x="1068" y="1461"/>
                    </a:cubicBezTo>
                    <a:cubicBezTo>
                      <a:pt x="731" y="1629"/>
                      <a:pt x="337" y="1461"/>
                      <a:pt x="169" y="11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67" name="Google Shape;6067;p14"/>
              <p:cNvSpPr/>
              <p:nvPr/>
            </p:nvSpPr>
            <p:spPr>
              <a:xfrm>
                <a:off x="3816000" y="4638609"/>
                <a:ext cx="112330" cy="121364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1518" extrusionOk="0">
                    <a:moveTo>
                      <a:pt x="113" y="1012"/>
                    </a:moveTo>
                    <a:cubicBezTo>
                      <a:pt x="1" y="731"/>
                      <a:pt x="57" y="506"/>
                      <a:pt x="169" y="282"/>
                    </a:cubicBezTo>
                    <a:cubicBezTo>
                      <a:pt x="225" y="225"/>
                      <a:pt x="281" y="169"/>
                      <a:pt x="394" y="169"/>
                    </a:cubicBezTo>
                    <a:cubicBezTo>
                      <a:pt x="731" y="1"/>
                      <a:pt x="1124" y="169"/>
                      <a:pt x="1292" y="506"/>
                    </a:cubicBezTo>
                    <a:cubicBezTo>
                      <a:pt x="1405" y="731"/>
                      <a:pt x="1405" y="1012"/>
                      <a:pt x="1236" y="1236"/>
                    </a:cubicBezTo>
                    <a:cubicBezTo>
                      <a:pt x="1180" y="1236"/>
                      <a:pt x="1124" y="1293"/>
                      <a:pt x="1012" y="1349"/>
                    </a:cubicBezTo>
                    <a:cubicBezTo>
                      <a:pt x="675" y="1517"/>
                      <a:pt x="281" y="1349"/>
                      <a:pt x="113" y="1012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68" name="Google Shape;6068;p14"/>
              <p:cNvSpPr/>
              <p:nvPr/>
            </p:nvSpPr>
            <p:spPr>
              <a:xfrm>
                <a:off x="3833989" y="4665553"/>
                <a:ext cx="76432" cy="67478"/>
              </a:xfrm>
              <a:custGeom>
                <a:avLst/>
                <a:gdLst/>
                <a:ahLst/>
                <a:cxnLst/>
                <a:rect l="l" t="t" r="r" b="b"/>
                <a:pathLst>
                  <a:path w="956" h="844" extrusionOk="0">
                    <a:moveTo>
                      <a:pt x="506" y="843"/>
                    </a:moveTo>
                    <a:cubicBezTo>
                      <a:pt x="225" y="787"/>
                      <a:pt x="0" y="562"/>
                      <a:pt x="56" y="282"/>
                    </a:cubicBezTo>
                    <a:cubicBezTo>
                      <a:pt x="56" y="169"/>
                      <a:pt x="113" y="57"/>
                      <a:pt x="169" y="1"/>
                    </a:cubicBezTo>
                    <a:cubicBezTo>
                      <a:pt x="169" y="57"/>
                      <a:pt x="169" y="113"/>
                      <a:pt x="113" y="169"/>
                    </a:cubicBezTo>
                    <a:cubicBezTo>
                      <a:pt x="113" y="450"/>
                      <a:pt x="281" y="675"/>
                      <a:pt x="562" y="731"/>
                    </a:cubicBezTo>
                    <a:cubicBezTo>
                      <a:pt x="730" y="731"/>
                      <a:pt x="843" y="675"/>
                      <a:pt x="955" y="562"/>
                    </a:cubicBezTo>
                    <a:cubicBezTo>
                      <a:pt x="843" y="731"/>
                      <a:pt x="674" y="843"/>
                      <a:pt x="506" y="8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69" name="Google Shape;6069;p14"/>
            <p:cNvGrpSpPr/>
            <p:nvPr/>
          </p:nvGrpSpPr>
          <p:grpSpPr>
            <a:xfrm>
              <a:off x="6192950" y="4703803"/>
              <a:ext cx="431170" cy="98900"/>
              <a:chOff x="4059350" y="4661075"/>
              <a:chExt cx="431170" cy="98900"/>
            </a:xfrm>
          </p:grpSpPr>
          <p:sp>
            <p:nvSpPr>
              <p:cNvPr id="6070" name="Google Shape;6070;p14"/>
              <p:cNvSpPr/>
              <p:nvPr/>
            </p:nvSpPr>
            <p:spPr>
              <a:xfrm>
                <a:off x="4090850" y="4661075"/>
                <a:ext cx="80909" cy="98898"/>
              </a:xfrm>
              <a:custGeom>
                <a:avLst/>
                <a:gdLst/>
                <a:ahLst/>
                <a:cxnLst/>
                <a:rect l="l" t="t" r="r" b="b"/>
                <a:pathLst>
                  <a:path w="1012" h="1237" extrusionOk="0">
                    <a:moveTo>
                      <a:pt x="0" y="1236"/>
                    </a:moveTo>
                    <a:lnTo>
                      <a:pt x="0" y="1"/>
                    </a:lnTo>
                    <a:lnTo>
                      <a:pt x="1011" y="1"/>
                    </a:lnTo>
                    <a:lnTo>
                      <a:pt x="1011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grpSp>
            <p:nvGrpSpPr>
              <p:cNvPr id="6071" name="Google Shape;6071;p14"/>
              <p:cNvGrpSpPr/>
              <p:nvPr/>
            </p:nvGrpSpPr>
            <p:grpSpPr>
              <a:xfrm>
                <a:off x="4059350" y="4661075"/>
                <a:ext cx="431170" cy="98900"/>
                <a:chOff x="4059350" y="4661075"/>
                <a:chExt cx="431170" cy="98900"/>
              </a:xfrm>
            </p:grpSpPr>
            <p:sp>
              <p:nvSpPr>
                <p:cNvPr id="6072" name="Google Shape;6072;p14"/>
                <p:cNvSpPr/>
                <p:nvPr/>
              </p:nvSpPr>
              <p:spPr>
                <a:xfrm>
                  <a:off x="4171680" y="4661075"/>
                  <a:ext cx="318841" cy="9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88" h="1237" extrusionOk="0">
                      <a:moveTo>
                        <a:pt x="0" y="1236"/>
                      </a:moveTo>
                      <a:lnTo>
                        <a:pt x="0" y="1"/>
                      </a:lnTo>
                      <a:lnTo>
                        <a:pt x="3988" y="1"/>
                      </a:lnTo>
                      <a:lnTo>
                        <a:pt x="3988" y="118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073" name="Google Shape;6073;p14"/>
                <p:cNvSpPr/>
                <p:nvPr/>
              </p:nvSpPr>
              <p:spPr>
                <a:xfrm>
                  <a:off x="4059350" y="4661075"/>
                  <a:ext cx="31580" cy="9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5" h="1237" extrusionOk="0">
                      <a:moveTo>
                        <a:pt x="1" y="1236"/>
                      </a:moveTo>
                      <a:lnTo>
                        <a:pt x="1" y="1"/>
                      </a:lnTo>
                      <a:lnTo>
                        <a:pt x="394" y="1"/>
                      </a:lnTo>
                      <a:lnTo>
                        <a:pt x="394" y="123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074" name="Google Shape;6074;p14"/>
                <p:cNvSpPr/>
                <p:nvPr/>
              </p:nvSpPr>
              <p:spPr>
                <a:xfrm>
                  <a:off x="4176157" y="4737429"/>
                  <a:ext cx="314363" cy="22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32" h="282" extrusionOk="0">
                      <a:moveTo>
                        <a:pt x="3932" y="0"/>
                      </a:moveTo>
                      <a:lnTo>
                        <a:pt x="3932" y="225"/>
                      </a:lnTo>
                      <a:lnTo>
                        <a:pt x="0" y="2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F0F1">
                    <a:alpha val="213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  <p:sp>
              <p:nvSpPr>
                <p:cNvPr id="6075" name="Google Shape;6075;p14"/>
                <p:cNvSpPr/>
                <p:nvPr/>
              </p:nvSpPr>
              <p:spPr>
                <a:xfrm>
                  <a:off x="4063907" y="4737429"/>
                  <a:ext cx="27023" cy="225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8" h="282" extrusionOk="0">
                      <a:moveTo>
                        <a:pt x="337" y="0"/>
                      </a:moveTo>
                      <a:lnTo>
                        <a:pt x="337" y="281"/>
                      </a:lnTo>
                      <a:lnTo>
                        <a:pt x="0" y="28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F0F1">
                    <a:alpha val="2138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dirty="0"/>
                </a:p>
              </p:txBody>
            </p:sp>
          </p:grpSp>
        </p:grpSp>
        <p:grpSp>
          <p:nvGrpSpPr>
            <p:cNvPr id="6076" name="Google Shape;6076;p14"/>
            <p:cNvGrpSpPr/>
            <p:nvPr/>
          </p:nvGrpSpPr>
          <p:grpSpPr>
            <a:xfrm>
              <a:off x="6650983" y="4569167"/>
              <a:ext cx="278466" cy="233536"/>
              <a:chOff x="4517383" y="4566812"/>
              <a:chExt cx="278466" cy="233536"/>
            </a:xfrm>
          </p:grpSpPr>
          <p:sp>
            <p:nvSpPr>
              <p:cNvPr id="6077" name="Google Shape;6077;p14"/>
              <p:cNvSpPr/>
              <p:nvPr/>
            </p:nvSpPr>
            <p:spPr>
              <a:xfrm>
                <a:off x="4517383" y="4566812"/>
                <a:ext cx="215625" cy="211068"/>
              </a:xfrm>
              <a:custGeom>
                <a:avLst/>
                <a:gdLst/>
                <a:ahLst/>
                <a:cxnLst/>
                <a:rect l="l" t="t" r="r" b="b"/>
                <a:pathLst>
                  <a:path w="2697" h="2640" extrusionOk="0">
                    <a:moveTo>
                      <a:pt x="282" y="1797"/>
                    </a:moveTo>
                    <a:cubicBezTo>
                      <a:pt x="1" y="1180"/>
                      <a:pt x="282" y="506"/>
                      <a:pt x="899" y="225"/>
                    </a:cubicBezTo>
                    <a:cubicBezTo>
                      <a:pt x="1461" y="0"/>
                      <a:pt x="2135" y="225"/>
                      <a:pt x="2416" y="843"/>
                    </a:cubicBezTo>
                    <a:cubicBezTo>
                      <a:pt x="2697" y="1404"/>
                      <a:pt x="2416" y="2134"/>
                      <a:pt x="1798" y="2359"/>
                    </a:cubicBezTo>
                    <a:cubicBezTo>
                      <a:pt x="1236" y="2640"/>
                      <a:pt x="562" y="2359"/>
                      <a:pt x="282" y="179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78" name="Google Shape;6078;p14"/>
              <p:cNvSpPr/>
              <p:nvPr/>
            </p:nvSpPr>
            <p:spPr>
              <a:xfrm>
                <a:off x="4548803" y="4593756"/>
                <a:ext cx="152784" cy="152704"/>
              </a:xfrm>
              <a:custGeom>
                <a:avLst/>
                <a:gdLst/>
                <a:ahLst/>
                <a:cxnLst/>
                <a:rect l="l" t="t" r="r" b="b"/>
                <a:pathLst>
                  <a:path w="1911" h="1910" extrusionOk="0">
                    <a:moveTo>
                      <a:pt x="169" y="1292"/>
                    </a:moveTo>
                    <a:cubicBezTo>
                      <a:pt x="1" y="899"/>
                      <a:pt x="169" y="393"/>
                      <a:pt x="619" y="225"/>
                    </a:cubicBezTo>
                    <a:cubicBezTo>
                      <a:pt x="1012" y="0"/>
                      <a:pt x="1517" y="225"/>
                      <a:pt x="1742" y="618"/>
                    </a:cubicBezTo>
                    <a:cubicBezTo>
                      <a:pt x="1910" y="1067"/>
                      <a:pt x="1742" y="1573"/>
                      <a:pt x="1293" y="1741"/>
                    </a:cubicBezTo>
                    <a:cubicBezTo>
                      <a:pt x="900" y="1910"/>
                      <a:pt x="394" y="1741"/>
                      <a:pt x="169" y="129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79" name="Google Shape;6079;p14"/>
              <p:cNvSpPr/>
              <p:nvPr/>
            </p:nvSpPr>
            <p:spPr>
              <a:xfrm>
                <a:off x="4553360" y="4607188"/>
                <a:ext cx="134716" cy="139273"/>
              </a:xfrm>
              <a:custGeom>
                <a:avLst/>
                <a:gdLst/>
                <a:ahLst/>
                <a:cxnLst/>
                <a:rect l="l" t="t" r="r" b="b"/>
                <a:pathLst>
                  <a:path w="1685" h="1742" extrusionOk="0">
                    <a:moveTo>
                      <a:pt x="112" y="1124"/>
                    </a:moveTo>
                    <a:cubicBezTo>
                      <a:pt x="0" y="899"/>
                      <a:pt x="56" y="562"/>
                      <a:pt x="225" y="338"/>
                    </a:cubicBezTo>
                    <a:cubicBezTo>
                      <a:pt x="281" y="281"/>
                      <a:pt x="337" y="225"/>
                      <a:pt x="449" y="169"/>
                    </a:cubicBezTo>
                    <a:cubicBezTo>
                      <a:pt x="843" y="1"/>
                      <a:pt x="1348" y="169"/>
                      <a:pt x="1573" y="618"/>
                    </a:cubicBezTo>
                    <a:cubicBezTo>
                      <a:pt x="1685" y="843"/>
                      <a:pt x="1629" y="1180"/>
                      <a:pt x="1460" y="1405"/>
                    </a:cubicBezTo>
                    <a:cubicBezTo>
                      <a:pt x="1404" y="1461"/>
                      <a:pt x="1348" y="1517"/>
                      <a:pt x="1236" y="1573"/>
                    </a:cubicBezTo>
                    <a:cubicBezTo>
                      <a:pt x="843" y="1742"/>
                      <a:pt x="337" y="1573"/>
                      <a:pt x="112" y="1124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0" name="Google Shape;6080;p14"/>
              <p:cNvSpPr/>
              <p:nvPr/>
            </p:nvSpPr>
            <p:spPr>
              <a:xfrm>
                <a:off x="4575746" y="4629654"/>
                <a:ext cx="94421" cy="8538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068" extrusionOk="0">
                    <a:moveTo>
                      <a:pt x="563" y="1068"/>
                    </a:moveTo>
                    <a:cubicBezTo>
                      <a:pt x="226" y="1011"/>
                      <a:pt x="1" y="731"/>
                      <a:pt x="57" y="394"/>
                    </a:cubicBezTo>
                    <a:cubicBezTo>
                      <a:pt x="57" y="225"/>
                      <a:pt x="113" y="113"/>
                      <a:pt x="226" y="0"/>
                    </a:cubicBezTo>
                    <a:cubicBezTo>
                      <a:pt x="169" y="113"/>
                      <a:pt x="169" y="169"/>
                      <a:pt x="169" y="225"/>
                    </a:cubicBezTo>
                    <a:cubicBezTo>
                      <a:pt x="113" y="562"/>
                      <a:pt x="338" y="899"/>
                      <a:pt x="675" y="899"/>
                    </a:cubicBezTo>
                    <a:cubicBezTo>
                      <a:pt x="843" y="955"/>
                      <a:pt x="1012" y="899"/>
                      <a:pt x="1180" y="731"/>
                    </a:cubicBezTo>
                    <a:cubicBezTo>
                      <a:pt x="1012" y="955"/>
                      <a:pt x="787" y="1068"/>
                      <a:pt x="563" y="10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1" name="Google Shape;6081;p14"/>
              <p:cNvSpPr/>
              <p:nvPr/>
            </p:nvSpPr>
            <p:spPr>
              <a:xfrm>
                <a:off x="4652098" y="4656598"/>
                <a:ext cx="143750" cy="143750"/>
              </a:xfrm>
              <a:custGeom>
                <a:avLst/>
                <a:gdLst/>
                <a:ahLst/>
                <a:cxnLst/>
                <a:rect l="l" t="t" r="r" b="b"/>
                <a:pathLst>
                  <a:path w="1798" h="1798" extrusionOk="0">
                    <a:moveTo>
                      <a:pt x="1742" y="1011"/>
                    </a:moveTo>
                    <a:cubicBezTo>
                      <a:pt x="1798" y="506"/>
                      <a:pt x="1461" y="113"/>
                      <a:pt x="1012" y="57"/>
                    </a:cubicBezTo>
                    <a:cubicBezTo>
                      <a:pt x="562" y="0"/>
                      <a:pt x="113" y="337"/>
                      <a:pt x="57" y="787"/>
                    </a:cubicBezTo>
                    <a:cubicBezTo>
                      <a:pt x="1" y="1292"/>
                      <a:pt x="338" y="1685"/>
                      <a:pt x="843" y="1741"/>
                    </a:cubicBezTo>
                    <a:cubicBezTo>
                      <a:pt x="1292" y="1798"/>
                      <a:pt x="1686" y="1461"/>
                      <a:pt x="1742" y="101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2" name="Google Shape;6082;p14"/>
              <p:cNvSpPr/>
              <p:nvPr/>
            </p:nvSpPr>
            <p:spPr>
              <a:xfrm>
                <a:off x="4687996" y="4683542"/>
                <a:ext cx="85467" cy="89864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1124" extrusionOk="0">
                    <a:moveTo>
                      <a:pt x="1012" y="618"/>
                    </a:moveTo>
                    <a:cubicBezTo>
                      <a:pt x="1068" y="337"/>
                      <a:pt x="843" y="57"/>
                      <a:pt x="506" y="0"/>
                    </a:cubicBezTo>
                    <a:lnTo>
                      <a:pt x="506" y="0"/>
                    </a:lnTo>
                    <a:cubicBezTo>
                      <a:pt x="282" y="57"/>
                      <a:pt x="57" y="225"/>
                      <a:pt x="1" y="506"/>
                    </a:cubicBezTo>
                    <a:cubicBezTo>
                      <a:pt x="1" y="787"/>
                      <a:pt x="226" y="1067"/>
                      <a:pt x="506" y="1124"/>
                    </a:cubicBezTo>
                    <a:lnTo>
                      <a:pt x="563" y="1124"/>
                    </a:lnTo>
                    <a:cubicBezTo>
                      <a:pt x="843" y="1124"/>
                      <a:pt x="1012" y="899"/>
                      <a:pt x="1068" y="61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3" name="Google Shape;6083;p14"/>
              <p:cNvSpPr/>
              <p:nvPr/>
            </p:nvSpPr>
            <p:spPr>
              <a:xfrm>
                <a:off x="4701507" y="4706008"/>
                <a:ext cx="45012" cy="44932"/>
              </a:xfrm>
              <a:custGeom>
                <a:avLst/>
                <a:gdLst/>
                <a:ahLst/>
                <a:cxnLst/>
                <a:rect l="l" t="t" r="r" b="b"/>
                <a:pathLst>
                  <a:path w="563" h="562" extrusionOk="0">
                    <a:moveTo>
                      <a:pt x="562" y="337"/>
                    </a:moveTo>
                    <a:cubicBezTo>
                      <a:pt x="562" y="169"/>
                      <a:pt x="450" y="0"/>
                      <a:pt x="337" y="0"/>
                    </a:cubicBezTo>
                    <a:cubicBezTo>
                      <a:pt x="169" y="0"/>
                      <a:pt x="0" y="113"/>
                      <a:pt x="0" y="225"/>
                    </a:cubicBezTo>
                    <a:cubicBezTo>
                      <a:pt x="0" y="393"/>
                      <a:pt x="113" y="562"/>
                      <a:pt x="281" y="562"/>
                    </a:cubicBezTo>
                    <a:cubicBezTo>
                      <a:pt x="394" y="562"/>
                      <a:pt x="562" y="450"/>
                      <a:pt x="562" y="337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4" name="Google Shape;6084;p14"/>
              <p:cNvSpPr/>
              <p:nvPr/>
            </p:nvSpPr>
            <p:spPr>
              <a:xfrm>
                <a:off x="4705985" y="4723917"/>
                <a:ext cx="18069" cy="18069"/>
              </a:xfrm>
              <a:custGeom>
                <a:avLst/>
                <a:gdLst/>
                <a:ahLst/>
                <a:cxnLst/>
                <a:rect l="l" t="t" r="r" b="b"/>
                <a:pathLst>
                  <a:path w="226" h="226" extrusionOk="0">
                    <a:moveTo>
                      <a:pt x="169" y="113"/>
                    </a:moveTo>
                    <a:cubicBezTo>
                      <a:pt x="225" y="57"/>
                      <a:pt x="169" y="57"/>
                      <a:pt x="113" y="57"/>
                    </a:cubicBezTo>
                    <a:cubicBezTo>
                      <a:pt x="57" y="1"/>
                      <a:pt x="1" y="57"/>
                      <a:pt x="1" y="113"/>
                    </a:cubicBezTo>
                    <a:cubicBezTo>
                      <a:pt x="1" y="169"/>
                      <a:pt x="57" y="226"/>
                      <a:pt x="113" y="226"/>
                    </a:cubicBezTo>
                    <a:cubicBezTo>
                      <a:pt x="169" y="226"/>
                      <a:pt x="169" y="169"/>
                      <a:pt x="169" y="1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85" name="Google Shape;6085;p14"/>
            <p:cNvGrpSpPr/>
            <p:nvPr/>
          </p:nvGrpSpPr>
          <p:grpSpPr>
            <a:xfrm>
              <a:off x="1870293" y="4721052"/>
              <a:ext cx="356261" cy="81650"/>
              <a:chOff x="1962943" y="5517637"/>
              <a:chExt cx="356261" cy="81650"/>
            </a:xfrm>
          </p:grpSpPr>
          <p:sp>
            <p:nvSpPr>
              <p:cNvPr id="6086" name="Google Shape;6086;p14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7" name="Google Shape;6087;p14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8" name="Google Shape;6088;p14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89" name="Google Shape;6089;p14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90" name="Google Shape;6090;p14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091" name="Google Shape;6091;p14"/>
            <p:cNvGrpSpPr/>
            <p:nvPr/>
          </p:nvGrpSpPr>
          <p:grpSpPr>
            <a:xfrm>
              <a:off x="1511250" y="4550353"/>
              <a:ext cx="252349" cy="252349"/>
              <a:chOff x="1647575" y="5358103"/>
              <a:chExt cx="252349" cy="252349"/>
            </a:xfrm>
          </p:grpSpPr>
          <p:sp>
            <p:nvSpPr>
              <p:cNvPr id="6092" name="Google Shape;6092;p14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93" name="Google Shape;6093;p14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94" name="Google Shape;6094;p14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095" name="Google Shape;6095;p14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_1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044" scaled="0"/>
        </a:gradFill>
        <a:effectLst/>
      </p:bgPr>
    </p:bg>
    <p:spTree>
      <p:nvGrpSpPr>
        <p:cNvPr id="1" name="Shape 6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7" name="Google Shape;6097;p15"/>
          <p:cNvGrpSpPr/>
          <p:nvPr/>
        </p:nvGrpSpPr>
        <p:grpSpPr>
          <a:xfrm>
            <a:off x="-74757" y="2684588"/>
            <a:ext cx="9313502" cy="2541840"/>
            <a:chOff x="1851250" y="1720850"/>
            <a:chExt cx="3539775" cy="966075"/>
          </a:xfrm>
        </p:grpSpPr>
        <p:sp>
          <p:nvSpPr>
            <p:cNvPr id="6098" name="Google Shape;6098;p15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099" name="Google Shape;6099;p15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0" name="Google Shape;6100;p15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1" name="Google Shape;6101;p15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2" name="Google Shape;6102;p15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3" name="Google Shape;6103;p15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4" name="Google Shape;6104;p15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5" name="Google Shape;6105;p15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6" name="Google Shape;6106;p15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7" name="Google Shape;6107;p15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8" name="Google Shape;6108;p15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09" name="Google Shape;6109;p15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0" name="Google Shape;6110;p15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1" name="Google Shape;6111;p15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2" name="Google Shape;6112;p15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3" name="Google Shape;6113;p15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4" name="Google Shape;6114;p15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5" name="Google Shape;6115;p15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6" name="Google Shape;6116;p15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7" name="Google Shape;6117;p15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8" name="Google Shape;6118;p15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19" name="Google Shape;6119;p15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0" name="Google Shape;6120;p15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1" name="Google Shape;6121;p15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2" name="Google Shape;6122;p15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3" name="Google Shape;6123;p15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4" name="Google Shape;6124;p15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5" name="Google Shape;6125;p15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6" name="Google Shape;6126;p15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7" name="Google Shape;6127;p15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8" name="Google Shape;6128;p15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29" name="Google Shape;6129;p15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0" name="Google Shape;6130;p15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1" name="Google Shape;6131;p15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2" name="Google Shape;6132;p15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3" name="Google Shape;6133;p15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4" name="Google Shape;6134;p15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5" name="Google Shape;6135;p15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6" name="Google Shape;6136;p15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7" name="Google Shape;6137;p15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8" name="Google Shape;6138;p15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39" name="Google Shape;6139;p15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0" name="Google Shape;6140;p15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1" name="Google Shape;6141;p15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2" name="Google Shape;6142;p15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3" name="Google Shape;6143;p15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4" name="Google Shape;6144;p15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5" name="Google Shape;6145;p15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6" name="Google Shape;6146;p15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7" name="Google Shape;6147;p15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8" name="Google Shape;6148;p15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49" name="Google Shape;6149;p15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0" name="Google Shape;6150;p15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1" name="Google Shape;6151;p15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2" name="Google Shape;6152;p15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3" name="Google Shape;6153;p15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4" name="Google Shape;6154;p15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5" name="Google Shape;6155;p15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6" name="Google Shape;6156;p15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7" name="Google Shape;6157;p15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8" name="Google Shape;6158;p15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59" name="Google Shape;6159;p15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0" name="Google Shape;6160;p15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1" name="Google Shape;6161;p15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2" name="Google Shape;6162;p15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3" name="Google Shape;6163;p15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4" name="Google Shape;6164;p15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5" name="Google Shape;6165;p15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6" name="Google Shape;6166;p15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7" name="Google Shape;6167;p15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8" name="Google Shape;6168;p15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69" name="Google Shape;6169;p15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0" name="Google Shape;6170;p15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1" name="Google Shape;6171;p15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2" name="Google Shape;6172;p15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3" name="Google Shape;6173;p15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4" name="Google Shape;6174;p15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5" name="Google Shape;6175;p15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6" name="Google Shape;6176;p15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7" name="Google Shape;6177;p15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8" name="Google Shape;6178;p15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79" name="Google Shape;6179;p15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0" name="Google Shape;6180;p15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1" name="Google Shape;6181;p15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2" name="Google Shape;6182;p15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3" name="Google Shape;6183;p15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4" name="Google Shape;6184;p15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5" name="Google Shape;6185;p15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6" name="Google Shape;6186;p15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7" name="Google Shape;6187;p15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8" name="Google Shape;6188;p15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89" name="Google Shape;6189;p15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0" name="Google Shape;6190;p15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1" name="Google Shape;6191;p15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2" name="Google Shape;6192;p15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3" name="Google Shape;6193;p15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4" name="Google Shape;6194;p15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5" name="Google Shape;6195;p15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6" name="Google Shape;6196;p15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7" name="Google Shape;6197;p15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8" name="Google Shape;6198;p15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199" name="Google Shape;6199;p15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0" name="Google Shape;6200;p15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1" name="Google Shape;6201;p15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2" name="Google Shape;6202;p15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3" name="Google Shape;6203;p15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4" name="Google Shape;6204;p15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5" name="Google Shape;6205;p15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6" name="Google Shape;6206;p15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7" name="Google Shape;6207;p15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8" name="Google Shape;6208;p15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09" name="Google Shape;6209;p15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0" name="Google Shape;6210;p15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1" name="Google Shape;6211;p15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2" name="Google Shape;6212;p15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3" name="Google Shape;6213;p15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4" name="Google Shape;6214;p15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5" name="Google Shape;6215;p15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6" name="Google Shape;6216;p15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7" name="Google Shape;6217;p15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8" name="Google Shape;6218;p15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19" name="Google Shape;6219;p15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0" name="Google Shape;6220;p15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1" name="Google Shape;6221;p15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2" name="Google Shape;6222;p15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3" name="Google Shape;6223;p15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4" name="Google Shape;6224;p15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5" name="Google Shape;6225;p15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6" name="Google Shape;6226;p15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7" name="Google Shape;6227;p15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8" name="Google Shape;6228;p15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29" name="Google Shape;6229;p15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0" name="Google Shape;6230;p15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1" name="Google Shape;6231;p15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2" name="Google Shape;6232;p15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3" name="Google Shape;6233;p15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4" name="Google Shape;6234;p15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5" name="Google Shape;6235;p15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6" name="Google Shape;6236;p15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7" name="Google Shape;6237;p15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8" name="Google Shape;6238;p15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39" name="Google Shape;6239;p15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0" name="Google Shape;6240;p15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1" name="Google Shape;6241;p15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2" name="Google Shape;6242;p15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3" name="Google Shape;6243;p15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4" name="Google Shape;6244;p15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5" name="Google Shape;6245;p15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6" name="Google Shape;6246;p15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7" name="Google Shape;6247;p15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8" name="Google Shape;6248;p15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49" name="Google Shape;6249;p15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0" name="Google Shape;6250;p15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1" name="Google Shape;6251;p15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2" name="Google Shape;6252;p15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3" name="Google Shape;6253;p15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4" name="Google Shape;6254;p15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5" name="Google Shape;6255;p15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6" name="Google Shape;6256;p15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7" name="Google Shape;6257;p15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8" name="Google Shape;6258;p15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59" name="Google Shape;6259;p15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0" name="Google Shape;6260;p15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1" name="Google Shape;6261;p15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2" name="Google Shape;6262;p15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3" name="Google Shape;6263;p15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4" name="Google Shape;6264;p15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5" name="Google Shape;6265;p15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6" name="Google Shape;6266;p15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7" name="Google Shape;6267;p15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8" name="Google Shape;6268;p15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69" name="Google Shape;6269;p15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0" name="Google Shape;6270;p15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1" name="Google Shape;6271;p15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2" name="Google Shape;6272;p15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3" name="Google Shape;6273;p15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4" name="Google Shape;6274;p15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5" name="Google Shape;6275;p15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6" name="Google Shape;6276;p15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7" name="Google Shape;6277;p15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8" name="Google Shape;6278;p15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79" name="Google Shape;6279;p15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0" name="Google Shape;6280;p15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1" name="Google Shape;6281;p15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2" name="Google Shape;6282;p15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3" name="Google Shape;6283;p15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4" name="Google Shape;6284;p15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5" name="Google Shape;6285;p15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6" name="Google Shape;6286;p15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7" name="Google Shape;6287;p15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8" name="Google Shape;6288;p15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89" name="Google Shape;6289;p15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0" name="Google Shape;6290;p15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1" name="Google Shape;6291;p15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2" name="Google Shape;6292;p15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3" name="Google Shape;6293;p15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4" name="Google Shape;6294;p15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5" name="Google Shape;6295;p15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6" name="Google Shape;6296;p15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7" name="Google Shape;6297;p15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8" name="Google Shape;6298;p15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299" name="Google Shape;6299;p15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0" name="Google Shape;6300;p15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1" name="Google Shape;6301;p15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2" name="Google Shape;6302;p15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3" name="Google Shape;6303;p15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4" name="Google Shape;6304;p15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5" name="Google Shape;6305;p15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6" name="Google Shape;6306;p15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7" name="Google Shape;6307;p15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8" name="Google Shape;6308;p15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09" name="Google Shape;6309;p15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0" name="Google Shape;6310;p15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1" name="Google Shape;6311;p15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2" name="Google Shape;6312;p15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3" name="Google Shape;6313;p15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4" name="Google Shape;6314;p15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5" name="Google Shape;6315;p15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6" name="Google Shape;6316;p15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7" name="Google Shape;6317;p15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8" name="Google Shape;6318;p15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19" name="Google Shape;6319;p15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0" name="Google Shape;6320;p15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1" name="Google Shape;6321;p15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2" name="Google Shape;6322;p15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3" name="Google Shape;6323;p15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4" name="Google Shape;6324;p15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5" name="Google Shape;6325;p15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6" name="Google Shape;6326;p15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7" name="Google Shape;6327;p15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8" name="Google Shape;6328;p15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29" name="Google Shape;6329;p15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0" name="Google Shape;6330;p15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1" name="Google Shape;6331;p15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2" name="Google Shape;6332;p15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3" name="Google Shape;6333;p15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4" name="Google Shape;6334;p15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5" name="Google Shape;6335;p15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6" name="Google Shape;6336;p15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7" name="Google Shape;6337;p15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8" name="Google Shape;6338;p15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39" name="Google Shape;6339;p15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0" name="Google Shape;6340;p15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1" name="Google Shape;6341;p15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2" name="Google Shape;6342;p15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3" name="Google Shape;6343;p15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4" name="Google Shape;6344;p15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5" name="Google Shape;6345;p15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6" name="Google Shape;6346;p15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7" name="Google Shape;6347;p15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8" name="Google Shape;6348;p15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49" name="Google Shape;6349;p15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0" name="Google Shape;6350;p15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1" name="Google Shape;6351;p15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2" name="Google Shape;6352;p15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3" name="Google Shape;6353;p15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4" name="Google Shape;6354;p15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5" name="Google Shape;6355;p15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6" name="Google Shape;6356;p15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7" name="Google Shape;6357;p15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8" name="Google Shape;6358;p15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59" name="Google Shape;6359;p15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0" name="Google Shape;6360;p15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1" name="Google Shape;6361;p15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2" name="Google Shape;6362;p15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3" name="Google Shape;6363;p15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4" name="Google Shape;6364;p15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5" name="Google Shape;6365;p15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6" name="Google Shape;6366;p15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7" name="Google Shape;6367;p15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8" name="Google Shape;6368;p15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69" name="Google Shape;6369;p15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0" name="Google Shape;6370;p15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1" name="Google Shape;6371;p15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2" name="Google Shape;6372;p15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3" name="Google Shape;6373;p15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4" name="Google Shape;6374;p15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5" name="Google Shape;6375;p15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6" name="Google Shape;6376;p15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7" name="Google Shape;6377;p15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8" name="Google Shape;6378;p15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79" name="Google Shape;6379;p15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0" name="Google Shape;6380;p15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1" name="Google Shape;6381;p15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2" name="Google Shape;6382;p15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3" name="Google Shape;6383;p15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4" name="Google Shape;6384;p15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5" name="Google Shape;6385;p15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6" name="Google Shape;6386;p15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7" name="Google Shape;6387;p15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8" name="Google Shape;6388;p15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89" name="Google Shape;6389;p15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0" name="Google Shape;6390;p15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1" name="Google Shape;6391;p15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2" name="Google Shape;6392;p15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3" name="Google Shape;6393;p15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4" name="Google Shape;6394;p15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5" name="Google Shape;6395;p15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6" name="Google Shape;6396;p15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7" name="Google Shape;6397;p15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8" name="Google Shape;6398;p15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399" name="Google Shape;6399;p15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0" name="Google Shape;6400;p15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1" name="Google Shape;6401;p15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2" name="Google Shape;6402;p15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3" name="Google Shape;6403;p15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4" name="Google Shape;6404;p15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5" name="Google Shape;6405;p15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6" name="Google Shape;6406;p15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7" name="Google Shape;6407;p15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8" name="Google Shape;6408;p15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09" name="Google Shape;6409;p15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0" name="Google Shape;6410;p15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1" name="Google Shape;6411;p15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2" name="Google Shape;6412;p15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3" name="Google Shape;6413;p15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414" name="Google Shape;6414;p15"/>
          <p:cNvGrpSpPr/>
          <p:nvPr/>
        </p:nvGrpSpPr>
        <p:grpSpPr>
          <a:xfrm>
            <a:off x="13" y="56"/>
            <a:ext cx="9143721" cy="2251922"/>
            <a:chOff x="-347225" y="-1310325"/>
            <a:chExt cx="7672194" cy="1889514"/>
          </a:xfrm>
        </p:grpSpPr>
        <p:sp>
          <p:nvSpPr>
            <p:cNvPr id="6415" name="Google Shape;6415;p15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6" name="Google Shape;6416;p15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7" name="Google Shape;6417;p15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8" name="Google Shape;6418;p15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19" name="Google Shape;6419;p15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0" name="Google Shape;6420;p15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1" name="Google Shape;6421;p15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2" name="Google Shape;6422;p15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3" name="Google Shape;6423;p15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4" name="Google Shape;6424;p15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5" name="Google Shape;6425;p15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6" name="Google Shape;6426;p15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7" name="Google Shape;6427;p15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8" name="Google Shape;6428;p15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29" name="Google Shape;6429;p15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0" name="Google Shape;6430;p15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1" name="Google Shape;6431;p15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2" name="Google Shape;6432;p15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3" name="Google Shape;6433;p15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4" name="Google Shape;6434;p15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5" name="Google Shape;6435;p15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6" name="Google Shape;6436;p15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7" name="Google Shape;6437;p15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8" name="Google Shape;6438;p15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39" name="Google Shape;6439;p15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0" name="Google Shape;6440;p15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1" name="Google Shape;6441;p15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2" name="Google Shape;6442;p15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3" name="Google Shape;6443;p15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4" name="Google Shape;6444;p15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5" name="Google Shape;6445;p15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6" name="Google Shape;6446;p15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7" name="Google Shape;6447;p15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8" name="Google Shape;6448;p15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49" name="Google Shape;6449;p15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0" name="Google Shape;6450;p15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1" name="Google Shape;6451;p15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2" name="Google Shape;6452;p15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3" name="Google Shape;6453;p15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4" name="Google Shape;6454;p15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5" name="Google Shape;6455;p15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6" name="Google Shape;6456;p15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7" name="Google Shape;6457;p15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8" name="Google Shape;6458;p15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59" name="Google Shape;6459;p15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0" name="Google Shape;6460;p15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1" name="Google Shape;6461;p15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2" name="Google Shape;6462;p15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3" name="Google Shape;6463;p15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4" name="Google Shape;6464;p15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5" name="Google Shape;6465;p15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6" name="Google Shape;6466;p15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7" name="Google Shape;6467;p15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8" name="Google Shape;6468;p15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69" name="Google Shape;6469;p15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0" name="Google Shape;6470;p15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1" name="Google Shape;6471;p15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2" name="Google Shape;6472;p15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3" name="Google Shape;6473;p15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4" name="Google Shape;6474;p15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5" name="Google Shape;6475;p15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6" name="Google Shape;6476;p15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7" name="Google Shape;6477;p15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8" name="Google Shape;6478;p15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79" name="Google Shape;6479;p15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0" name="Google Shape;6480;p15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1" name="Google Shape;6481;p15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2" name="Google Shape;6482;p15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3" name="Google Shape;6483;p15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4" name="Google Shape;6484;p15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5" name="Google Shape;6485;p15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6" name="Google Shape;6486;p15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7" name="Google Shape;6487;p15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8" name="Google Shape;6488;p15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89" name="Google Shape;6489;p15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0" name="Google Shape;6490;p15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1" name="Google Shape;6491;p15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2" name="Google Shape;6492;p15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3" name="Google Shape;6493;p15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4" name="Google Shape;6494;p15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5" name="Google Shape;6495;p15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6" name="Google Shape;6496;p15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7" name="Google Shape;6497;p15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8" name="Google Shape;6498;p15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499" name="Google Shape;6499;p15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0" name="Google Shape;6500;p15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1" name="Google Shape;6501;p15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2" name="Google Shape;6502;p15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3" name="Google Shape;6503;p15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4" name="Google Shape;6504;p15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5" name="Google Shape;6505;p15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6" name="Google Shape;6506;p15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7" name="Google Shape;6507;p15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8" name="Google Shape;6508;p15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09" name="Google Shape;6509;p15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0" name="Google Shape;6510;p15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1" name="Google Shape;6511;p15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2" name="Google Shape;6512;p15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3" name="Google Shape;6513;p15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4" name="Google Shape;6514;p15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5" name="Google Shape;6515;p15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6" name="Google Shape;6516;p15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7" name="Google Shape;6517;p15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8" name="Google Shape;6518;p15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19" name="Google Shape;6519;p15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0" name="Google Shape;6520;p15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1" name="Google Shape;6521;p15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2" name="Google Shape;6522;p15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3" name="Google Shape;6523;p15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4" name="Google Shape;6524;p15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5" name="Google Shape;6525;p15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6" name="Google Shape;6526;p15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7" name="Google Shape;6527;p15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8" name="Google Shape;6528;p15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29" name="Google Shape;6529;p15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0" name="Google Shape;6530;p15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1" name="Google Shape;6531;p15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2" name="Google Shape;6532;p15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3" name="Google Shape;6533;p15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4" name="Google Shape;6534;p15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5" name="Google Shape;6535;p15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6" name="Google Shape;6536;p15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7" name="Google Shape;6537;p15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8" name="Google Shape;6538;p15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39" name="Google Shape;6539;p15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0" name="Google Shape;6540;p15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1" name="Google Shape;6541;p15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2" name="Google Shape;6542;p15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3" name="Google Shape;6543;p15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4" name="Google Shape;6544;p15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545" name="Google Shape;6545;p15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546" name="Google Shape;6546;p15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6547" name="Google Shape;6547;p15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548" name="Google Shape;6548;p15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6549" name="Google Shape;6549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0" name="Google Shape;6550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1" name="Google Shape;6551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2" name="Google Shape;6552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3" name="Google Shape;6553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54" name="Google Shape;6554;p15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6555" name="Google Shape;6555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6" name="Google Shape;6556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7" name="Google Shape;6557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8" name="Google Shape;6558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59" name="Google Shape;6559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6560" name="Google Shape;6560;p15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6561" name="Google Shape;6561;p15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6562" name="Google Shape;6562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3" name="Google Shape;6563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4" name="Google Shape;6564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5" name="Google Shape;6565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6" name="Google Shape;6566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67" name="Google Shape;6567;p15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6568" name="Google Shape;6568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69" name="Google Shape;6569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0" name="Google Shape;6570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1" name="Google Shape;6571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2" name="Google Shape;6572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73" name="Google Shape;6573;p15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6574" name="Google Shape;6574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5" name="Google Shape;6575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6" name="Google Shape;6576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7" name="Google Shape;6577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78" name="Google Shape;6578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79" name="Google Shape;6579;p15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6580" name="Google Shape;6580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1" name="Google Shape;6581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2" name="Google Shape;6582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3" name="Google Shape;6583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4" name="Google Shape;6584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85" name="Google Shape;6585;p15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6586" name="Google Shape;6586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7" name="Google Shape;6587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8" name="Google Shape;6588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89" name="Google Shape;6589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0" name="Google Shape;6590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91" name="Google Shape;6591;p15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6592" name="Google Shape;6592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3" name="Google Shape;6593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4" name="Google Shape;6594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5" name="Google Shape;6595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6" name="Google Shape;6596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597" name="Google Shape;6597;p15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6598" name="Google Shape;6598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599" name="Google Shape;6599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0" name="Google Shape;6600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1" name="Google Shape;6601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2" name="Google Shape;6602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03" name="Google Shape;6603;p15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6604" name="Google Shape;6604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5" name="Google Shape;6605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6" name="Google Shape;6606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7" name="Google Shape;6607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08" name="Google Shape;6608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09" name="Google Shape;6609;p15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6610" name="Google Shape;6610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1" name="Google Shape;6611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2" name="Google Shape;6612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3" name="Google Shape;6613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4" name="Google Shape;6614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15" name="Google Shape;6615;p15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6616" name="Google Shape;6616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7" name="Google Shape;6617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8" name="Google Shape;6618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19" name="Google Shape;6619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0" name="Google Shape;6620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21" name="Google Shape;6621;p15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6622" name="Google Shape;6622;p15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3" name="Google Shape;6623;p15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4" name="Google Shape;6624;p15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5" name="Google Shape;6625;p15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26" name="Google Shape;6626;p15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6627" name="Google Shape;6627;p15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6628" name="Google Shape;6628;p15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29" name="Google Shape;6629;p15"/>
          <p:cNvSpPr txBox="1">
            <a:spLocks noGrp="1"/>
          </p:cNvSpPr>
          <p:nvPr>
            <p:ph type="subTitle" idx="1"/>
          </p:nvPr>
        </p:nvSpPr>
        <p:spPr>
          <a:xfrm>
            <a:off x="739400" y="1465925"/>
            <a:ext cx="2049300" cy="7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0" name="Google Shape;6630;p15"/>
          <p:cNvSpPr txBox="1">
            <a:spLocks noGrp="1"/>
          </p:cNvSpPr>
          <p:nvPr>
            <p:ph type="subTitle" idx="2"/>
          </p:nvPr>
        </p:nvSpPr>
        <p:spPr>
          <a:xfrm>
            <a:off x="739398" y="2134050"/>
            <a:ext cx="2049300" cy="20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1" name="Google Shape;6631;p15"/>
          <p:cNvSpPr txBox="1">
            <a:spLocks noGrp="1"/>
          </p:cNvSpPr>
          <p:nvPr>
            <p:ph type="subTitle" idx="3"/>
          </p:nvPr>
        </p:nvSpPr>
        <p:spPr>
          <a:xfrm>
            <a:off x="3166350" y="1465925"/>
            <a:ext cx="2049300" cy="7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2" name="Google Shape;6632;p15"/>
          <p:cNvSpPr txBox="1">
            <a:spLocks noGrp="1"/>
          </p:cNvSpPr>
          <p:nvPr>
            <p:ph type="subTitle" idx="4"/>
          </p:nvPr>
        </p:nvSpPr>
        <p:spPr>
          <a:xfrm>
            <a:off x="3166349" y="2134050"/>
            <a:ext cx="2049300" cy="20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3" name="Google Shape;6633;p15"/>
          <p:cNvSpPr txBox="1">
            <a:spLocks noGrp="1"/>
          </p:cNvSpPr>
          <p:nvPr>
            <p:ph type="subTitle" idx="5"/>
          </p:nvPr>
        </p:nvSpPr>
        <p:spPr>
          <a:xfrm>
            <a:off x="5593301" y="1465925"/>
            <a:ext cx="2049300" cy="719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34" name="Google Shape;6634;p15"/>
          <p:cNvSpPr txBox="1">
            <a:spLocks noGrp="1"/>
          </p:cNvSpPr>
          <p:nvPr>
            <p:ph type="subTitle" idx="6"/>
          </p:nvPr>
        </p:nvSpPr>
        <p:spPr>
          <a:xfrm>
            <a:off x="5593299" y="2134050"/>
            <a:ext cx="2049300" cy="204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35" name="Google Shape;6635;p15"/>
          <p:cNvGrpSpPr/>
          <p:nvPr/>
        </p:nvGrpSpPr>
        <p:grpSpPr>
          <a:xfrm>
            <a:off x="901650" y="4536578"/>
            <a:ext cx="7632924" cy="308644"/>
            <a:chOff x="901650" y="4536578"/>
            <a:chExt cx="7632924" cy="308644"/>
          </a:xfrm>
        </p:grpSpPr>
        <p:grpSp>
          <p:nvGrpSpPr>
            <p:cNvPr id="6636" name="Google Shape;6636;p15"/>
            <p:cNvGrpSpPr/>
            <p:nvPr/>
          </p:nvGrpSpPr>
          <p:grpSpPr>
            <a:xfrm>
              <a:off x="3722400" y="4608254"/>
              <a:ext cx="208157" cy="236967"/>
              <a:chOff x="3722400" y="4608254"/>
              <a:chExt cx="208157" cy="236967"/>
            </a:xfrm>
          </p:grpSpPr>
          <p:sp>
            <p:nvSpPr>
              <p:cNvPr id="6637" name="Google Shape;6637;p15"/>
              <p:cNvSpPr/>
              <p:nvPr/>
            </p:nvSpPr>
            <p:spPr>
              <a:xfrm>
                <a:off x="3722400" y="4608254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38" name="Google Shape;6638;p15"/>
              <p:cNvSpPr/>
              <p:nvPr/>
            </p:nvSpPr>
            <p:spPr>
              <a:xfrm>
                <a:off x="3762838" y="4660217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39" name="Google Shape;6639;p15"/>
              <p:cNvSpPr/>
              <p:nvPr/>
            </p:nvSpPr>
            <p:spPr>
              <a:xfrm>
                <a:off x="3768600" y="4665979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0" name="Google Shape;6640;p15"/>
              <p:cNvSpPr/>
              <p:nvPr/>
            </p:nvSpPr>
            <p:spPr>
              <a:xfrm>
                <a:off x="3780228" y="4694893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41" name="Google Shape;6641;p15"/>
            <p:cNvGrpSpPr/>
            <p:nvPr/>
          </p:nvGrpSpPr>
          <p:grpSpPr>
            <a:xfrm>
              <a:off x="1260693" y="4681212"/>
              <a:ext cx="356261" cy="81650"/>
              <a:chOff x="1962943" y="5517637"/>
              <a:chExt cx="356261" cy="81650"/>
            </a:xfrm>
          </p:grpSpPr>
          <p:sp>
            <p:nvSpPr>
              <p:cNvPr id="6642" name="Google Shape;6642;p15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3" name="Google Shape;6643;p15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4" name="Google Shape;6644;p15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5" name="Google Shape;6645;p15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6" name="Google Shape;6646;p15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47" name="Google Shape;6647;p15"/>
            <p:cNvGrpSpPr/>
            <p:nvPr/>
          </p:nvGrpSpPr>
          <p:grpSpPr>
            <a:xfrm>
              <a:off x="901650" y="4536578"/>
              <a:ext cx="252349" cy="252349"/>
              <a:chOff x="1647575" y="5358103"/>
              <a:chExt cx="252349" cy="252349"/>
            </a:xfrm>
          </p:grpSpPr>
          <p:sp>
            <p:nvSpPr>
              <p:cNvPr id="6648" name="Google Shape;6648;p15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49" name="Google Shape;6649;p15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0" name="Google Shape;6650;p15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1" name="Google Shape;6651;p15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6652" name="Google Shape;6652;p15"/>
            <p:cNvGrpSpPr/>
            <p:nvPr/>
          </p:nvGrpSpPr>
          <p:grpSpPr>
            <a:xfrm>
              <a:off x="8282225" y="4557203"/>
              <a:ext cx="252349" cy="252349"/>
              <a:chOff x="1647575" y="5358103"/>
              <a:chExt cx="252349" cy="252349"/>
            </a:xfrm>
          </p:grpSpPr>
          <p:sp>
            <p:nvSpPr>
              <p:cNvPr id="6653" name="Google Shape;6653;p15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4" name="Google Shape;6654;p15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5" name="Google Shape;6655;p15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6656" name="Google Shape;6656;p15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_1_1">
    <p:bg>
      <p:bgPr>
        <a:gradFill>
          <a:gsLst>
            <a:gs pos="0">
              <a:schemeClr val="accent6"/>
            </a:gs>
            <a:gs pos="50000">
              <a:schemeClr val="accent6"/>
            </a:gs>
            <a:gs pos="100000">
              <a:schemeClr val="dk1"/>
            </a:gs>
          </a:gsLst>
          <a:lin ang="18900044" scaled="0"/>
        </a:gradFill>
        <a:effectLst/>
      </p:bgPr>
    </p:bg>
    <p:spTree>
      <p:nvGrpSpPr>
        <p:cNvPr id="1" name="Shape 6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8" name="Google Shape;6658;p16"/>
          <p:cNvGrpSpPr/>
          <p:nvPr/>
        </p:nvGrpSpPr>
        <p:grpSpPr>
          <a:xfrm rot="10800000">
            <a:off x="-64972" y="-24467"/>
            <a:ext cx="9206955" cy="2512761"/>
            <a:chOff x="1851250" y="1720850"/>
            <a:chExt cx="3539775" cy="966075"/>
          </a:xfrm>
        </p:grpSpPr>
        <p:sp>
          <p:nvSpPr>
            <p:cNvPr id="6659" name="Google Shape;6659;p16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0" name="Google Shape;6660;p16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1" name="Google Shape;6661;p16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2" name="Google Shape;6662;p16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3" name="Google Shape;6663;p16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4" name="Google Shape;6664;p16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5" name="Google Shape;6665;p16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6" name="Google Shape;6666;p16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7" name="Google Shape;6667;p16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8" name="Google Shape;6668;p16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69" name="Google Shape;6669;p16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0" name="Google Shape;6670;p16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1" name="Google Shape;6671;p16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2" name="Google Shape;6672;p16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3" name="Google Shape;6673;p16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4" name="Google Shape;6674;p16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5" name="Google Shape;6675;p16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6" name="Google Shape;6676;p16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7" name="Google Shape;6677;p16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8" name="Google Shape;6678;p16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79" name="Google Shape;6679;p16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0" name="Google Shape;6680;p16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1" name="Google Shape;6681;p16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2" name="Google Shape;6682;p16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3" name="Google Shape;6683;p16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4" name="Google Shape;6684;p16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5" name="Google Shape;6685;p16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6" name="Google Shape;6686;p16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7" name="Google Shape;6687;p16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8" name="Google Shape;6688;p16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89" name="Google Shape;6689;p16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0" name="Google Shape;6690;p16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1" name="Google Shape;6691;p16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2" name="Google Shape;6692;p16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3" name="Google Shape;6693;p16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4" name="Google Shape;6694;p16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5" name="Google Shape;6695;p16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6" name="Google Shape;6696;p16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7" name="Google Shape;6697;p16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8" name="Google Shape;6698;p16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699" name="Google Shape;6699;p16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0" name="Google Shape;6700;p16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1" name="Google Shape;6701;p16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2" name="Google Shape;6702;p16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3" name="Google Shape;6703;p16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4" name="Google Shape;6704;p16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5" name="Google Shape;6705;p16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6" name="Google Shape;6706;p16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7" name="Google Shape;6707;p16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8" name="Google Shape;6708;p16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09" name="Google Shape;6709;p16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0" name="Google Shape;6710;p16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1" name="Google Shape;6711;p16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2" name="Google Shape;6712;p16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3" name="Google Shape;6713;p16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4" name="Google Shape;6714;p16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5" name="Google Shape;6715;p16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6" name="Google Shape;6716;p16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7" name="Google Shape;6717;p16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8" name="Google Shape;6718;p16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19" name="Google Shape;6719;p16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0" name="Google Shape;6720;p16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1" name="Google Shape;6721;p16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2" name="Google Shape;6722;p16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3" name="Google Shape;6723;p16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4" name="Google Shape;6724;p16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5" name="Google Shape;6725;p16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6" name="Google Shape;6726;p16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7" name="Google Shape;6727;p16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8" name="Google Shape;6728;p16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29" name="Google Shape;6729;p16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0" name="Google Shape;6730;p16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1" name="Google Shape;6731;p16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2" name="Google Shape;6732;p16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3" name="Google Shape;6733;p16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4" name="Google Shape;6734;p16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5" name="Google Shape;6735;p16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6" name="Google Shape;6736;p16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7" name="Google Shape;6737;p16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8" name="Google Shape;6738;p16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39" name="Google Shape;6739;p16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0" name="Google Shape;6740;p16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1" name="Google Shape;6741;p16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2" name="Google Shape;6742;p16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3" name="Google Shape;6743;p16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4" name="Google Shape;6744;p16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5" name="Google Shape;6745;p16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6" name="Google Shape;6746;p16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7" name="Google Shape;6747;p16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8" name="Google Shape;6748;p16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49" name="Google Shape;6749;p16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0" name="Google Shape;6750;p16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1" name="Google Shape;6751;p16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2" name="Google Shape;6752;p16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3" name="Google Shape;6753;p16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4" name="Google Shape;6754;p16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5" name="Google Shape;6755;p16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6" name="Google Shape;6756;p16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7" name="Google Shape;6757;p16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8" name="Google Shape;6758;p16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59" name="Google Shape;6759;p16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0" name="Google Shape;6760;p16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1" name="Google Shape;6761;p16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2" name="Google Shape;6762;p16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3" name="Google Shape;6763;p16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4" name="Google Shape;6764;p16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5" name="Google Shape;6765;p16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6" name="Google Shape;6766;p16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7" name="Google Shape;6767;p16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8" name="Google Shape;6768;p16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69" name="Google Shape;6769;p16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0" name="Google Shape;6770;p16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1" name="Google Shape;6771;p16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2" name="Google Shape;6772;p16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3" name="Google Shape;6773;p16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4" name="Google Shape;6774;p16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5" name="Google Shape;6775;p16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6" name="Google Shape;6776;p16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7" name="Google Shape;6777;p16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8" name="Google Shape;6778;p16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79" name="Google Shape;6779;p16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0" name="Google Shape;6780;p16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1" name="Google Shape;6781;p16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2" name="Google Shape;6782;p16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3" name="Google Shape;6783;p16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4" name="Google Shape;6784;p16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5" name="Google Shape;6785;p16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6" name="Google Shape;6786;p16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7" name="Google Shape;6787;p16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8" name="Google Shape;6788;p16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89" name="Google Shape;6789;p16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0" name="Google Shape;6790;p16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1" name="Google Shape;6791;p16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2" name="Google Shape;6792;p16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3" name="Google Shape;6793;p16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4" name="Google Shape;6794;p16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5" name="Google Shape;6795;p16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6" name="Google Shape;6796;p16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7" name="Google Shape;6797;p16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8" name="Google Shape;6798;p16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799" name="Google Shape;6799;p16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0" name="Google Shape;6800;p16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1" name="Google Shape;6801;p16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2" name="Google Shape;6802;p16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3" name="Google Shape;6803;p16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4" name="Google Shape;6804;p16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5" name="Google Shape;6805;p16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6" name="Google Shape;6806;p16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7" name="Google Shape;6807;p16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8" name="Google Shape;6808;p16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09" name="Google Shape;6809;p16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0" name="Google Shape;6810;p16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1" name="Google Shape;6811;p16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2" name="Google Shape;6812;p16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3" name="Google Shape;6813;p16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4" name="Google Shape;6814;p16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5" name="Google Shape;6815;p16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6" name="Google Shape;6816;p16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7" name="Google Shape;6817;p16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8" name="Google Shape;6818;p16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19" name="Google Shape;6819;p16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0" name="Google Shape;6820;p16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1" name="Google Shape;6821;p16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2" name="Google Shape;6822;p16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3" name="Google Shape;6823;p16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4" name="Google Shape;6824;p16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5" name="Google Shape;6825;p16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6" name="Google Shape;6826;p16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7" name="Google Shape;6827;p16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8" name="Google Shape;6828;p16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29" name="Google Shape;6829;p16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0" name="Google Shape;6830;p16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1" name="Google Shape;6831;p16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2" name="Google Shape;6832;p16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3" name="Google Shape;6833;p16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4" name="Google Shape;6834;p16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5" name="Google Shape;6835;p16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6" name="Google Shape;6836;p16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7" name="Google Shape;6837;p16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8" name="Google Shape;6838;p16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39" name="Google Shape;6839;p16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0" name="Google Shape;6840;p16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1" name="Google Shape;6841;p16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2" name="Google Shape;6842;p16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3" name="Google Shape;6843;p16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4" name="Google Shape;6844;p16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5" name="Google Shape;6845;p16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6" name="Google Shape;6846;p16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7" name="Google Shape;6847;p16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8" name="Google Shape;6848;p16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49" name="Google Shape;6849;p16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0" name="Google Shape;6850;p16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1" name="Google Shape;6851;p16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2" name="Google Shape;6852;p16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3" name="Google Shape;6853;p16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4" name="Google Shape;6854;p16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5" name="Google Shape;6855;p16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6" name="Google Shape;6856;p16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7" name="Google Shape;6857;p16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8" name="Google Shape;6858;p16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59" name="Google Shape;6859;p16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0" name="Google Shape;6860;p16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1" name="Google Shape;6861;p16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2" name="Google Shape;6862;p16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3" name="Google Shape;6863;p16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4" name="Google Shape;6864;p16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5" name="Google Shape;6865;p16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6" name="Google Shape;6866;p16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7" name="Google Shape;6867;p16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8" name="Google Shape;6868;p16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69" name="Google Shape;6869;p16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0" name="Google Shape;6870;p16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1" name="Google Shape;6871;p16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2" name="Google Shape;6872;p16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3" name="Google Shape;6873;p16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4" name="Google Shape;6874;p16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5" name="Google Shape;6875;p16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6" name="Google Shape;6876;p16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7" name="Google Shape;6877;p16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8" name="Google Shape;6878;p16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79" name="Google Shape;6879;p16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0" name="Google Shape;6880;p16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1" name="Google Shape;6881;p16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2" name="Google Shape;6882;p16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3" name="Google Shape;6883;p16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4" name="Google Shape;6884;p16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5" name="Google Shape;6885;p16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6" name="Google Shape;6886;p16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7" name="Google Shape;6887;p16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8" name="Google Shape;6888;p16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89" name="Google Shape;6889;p16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0" name="Google Shape;6890;p16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1" name="Google Shape;6891;p16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2" name="Google Shape;6892;p16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3" name="Google Shape;6893;p16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4" name="Google Shape;6894;p16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5" name="Google Shape;6895;p16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6" name="Google Shape;6896;p16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7" name="Google Shape;6897;p16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8" name="Google Shape;6898;p16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899" name="Google Shape;6899;p16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0" name="Google Shape;6900;p16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1" name="Google Shape;6901;p16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2" name="Google Shape;6902;p16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3" name="Google Shape;6903;p16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4" name="Google Shape;6904;p16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5" name="Google Shape;6905;p16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6" name="Google Shape;6906;p16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7" name="Google Shape;6907;p16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8" name="Google Shape;6908;p16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09" name="Google Shape;6909;p16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0" name="Google Shape;6910;p16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1" name="Google Shape;6911;p16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2" name="Google Shape;6912;p16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3" name="Google Shape;6913;p16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4" name="Google Shape;6914;p16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5" name="Google Shape;6915;p16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6" name="Google Shape;6916;p16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7" name="Google Shape;6917;p16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8" name="Google Shape;6918;p16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19" name="Google Shape;6919;p16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0" name="Google Shape;6920;p16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1" name="Google Shape;6921;p16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2" name="Google Shape;6922;p16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3" name="Google Shape;6923;p16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4" name="Google Shape;6924;p16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5" name="Google Shape;6925;p16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6" name="Google Shape;6926;p16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7" name="Google Shape;6927;p16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8" name="Google Shape;6928;p16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29" name="Google Shape;6929;p16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0" name="Google Shape;6930;p16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1" name="Google Shape;6931;p16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2" name="Google Shape;6932;p16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3" name="Google Shape;6933;p16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4" name="Google Shape;6934;p16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5" name="Google Shape;6935;p16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6" name="Google Shape;6936;p16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7" name="Google Shape;6937;p16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8" name="Google Shape;6938;p16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39" name="Google Shape;6939;p16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0" name="Google Shape;6940;p16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1" name="Google Shape;6941;p16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2" name="Google Shape;6942;p16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3" name="Google Shape;6943;p16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4" name="Google Shape;6944;p16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5" name="Google Shape;6945;p16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6" name="Google Shape;6946;p16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7" name="Google Shape;6947;p16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8" name="Google Shape;6948;p16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49" name="Google Shape;6949;p16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0" name="Google Shape;6950;p16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1" name="Google Shape;6951;p16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2" name="Google Shape;6952;p16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3" name="Google Shape;6953;p16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4" name="Google Shape;6954;p16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5" name="Google Shape;6955;p16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6" name="Google Shape;6956;p16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7" name="Google Shape;6957;p16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8" name="Google Shape;6958;p16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59" name="Google Shape;6959;p16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0" name="Google Shape;6960;p16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1" name="Google Shape;6961;p16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2" name="Google Shape;6962;p16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3" name="Google Shape;6963;p16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4" name="Google Shape;6964;p16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5" name="Google Shape;6965;p16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6" name="Google Shape;6966;p16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7" name="Google Shape;6967;p16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8" name="Google Shape;6968;p16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69" name="Google Shape;6969;p16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0" name="Google Shape;6970;p16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1" name="Google Shape;6971;p16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2" name="Google Shape;6972;p16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3" name="Google Shape;6973;p16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4" name="Google Shape;6974;p16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6975" name="Google Shape;6975;p16"/>
          <p:cNvGrpSpPr/>
          <p:nvPr/>
        </p:nvGrpSpPr>
        <p:grpSpPr>
          <a:xfrm rot="10800000">
            <a:off x="79" y="2974591"/>
            <a:ext cx="9143721" cy="2251922"/>
            <a:chOff x="-347225" y="-1310325"/>
            <a:chExt cx="7672194" cy="1889514"/>
          </a:xfrm>
        </p:grpSpPr>
        <p:sp>
          <p:nvSpPr>
            <p:cNvPr id="6976" name="Google Shape;6976;p16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7" name="Google Shape;6977;p16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8" name="Google Shape;6978;p16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79" name="Google Shape;6979;p16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0" name="Google Shape;6980;p16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1" name="Google Shape;6981;p16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2" name="Google Shape;6982;p16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3" name="Google Shape;6983;p16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4" name="Google Shape;6984;p16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5" name="Google Shape;6985;p16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6" name="Google Shape;6986;p16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7" name="Google Shape;6987;p16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8" name="Google Shape;6988;p16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89" name="Google Shape;6989;p16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0" name="Google Shape;6990;p16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1" name="Google Shape;6991;p16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2" name="Google Shape;6992;p16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3" name="Google Shape;6993;p16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4" name="Google Shape;6994;p16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5" name="Google Shape;6995;p16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6" name="Google Shape;6996;p16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7" name="Google Shape;6997;p16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8" name="Google Shape;6998;p16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999" name="Google Shape;6999;p16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0" name="Google Shape;7000;p16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1" name="Google Shape;7001;p16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2" name="Google Shape;7002;p16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3" name="Google Shape;7003;p16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4" name="Google Shape;7004;p16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5" name="Google Shape;7005;p16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6" name="Google Shape;7006;p16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7" name="Google Shape;7007;p16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8" name="Google Shape;7008;p16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09" name="Google Shape;7009;p16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0" name="Google Shape;7010;p16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1" name="Google Shape;7011;p16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2" name="Google Shape;7012;p16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3" name="Google Shape;7013;p16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4" name="Google Shape;7014;p16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5" name="Google Shape;7015;p16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6" name="Google Shape;7016;p16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7" name="Google Shape;7017;p16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8" name="Google Shape;7018;p16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19" name="Google Shape;7019;p16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0" name="Google Shape;7020;p16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1" name="Google Shape;7021;p16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2" name="Google Shape;7022;p16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3" name="Google Shape;7023;p16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4" name="Google Shape;7024;p16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5" name="Google Shape;7025;p16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6" name="Google Shape;7026;p16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7" name="Google Shape;7027;p16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8" name="Google Shape;7028;p16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29" name="Google Shape;7029;p16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0" name="Google Shape;7030;p16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1" name="Google Shape;7031;p16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2" name="Google Shape;7032;p16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3" name="Google Shape;7033;p16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4" name="Google Shape;7034;p16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5" name="Google Shape;7035;p16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6" name="Google Shape;7036;p16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7" name="Google Shape;7037;p16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8" name="Google Shape;7038;p16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39" name="Google Shape;7039;p16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0" name="Google Shape;7040;p16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1" name="Google Shape;7041;p16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2" name="Google Shape;7042;p16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3" name="Google Shape;7043;p16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4" name="Google Shape;7044;p16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5" name="Google Shape;7045;p16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6" name="Google Shape;7046;p16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7" name="Google Shape;7047;p16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8" name="Google Shape;7048;p16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49" name="Google Shape;7049;p16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0" name="Google Shape;7050;p16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1" name="Google Shape;7051;p16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2" name="Google Shape;7052;p16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3" name="Google Shape;7053;p16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4" name="Google Shape;7054;p16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5" name="Google Shape;7055;p16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6" name="Google Shape;7056;p16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7" name="Google Shape;7057;p16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8" name="Google Shape;7058;p16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59" name="Google Shape;7059;p16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0" name="Google Shape;7060;p16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1" name="Google Shape;7061;p16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2" name="Google Shape;7062;p16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3" name="Google Shape;7063;p16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4" name="Google Shape;7064;p16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5" name="Google Shape;7065;p16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6" name="Google Shape;7066;p16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7" name="Google Shape;7067;p16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8" name="Google Shape;7068;p16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69" name="Google Shape;7069;p16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0" name="Google Shape;7070;p16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1" name="Google Shape;7071;p16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2" name="Google Shape;7072;p16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3" name="Google Shape;7073;p16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4" name="Google Shape;7074;p16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5" name="Google Shape;7075;p16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6" name="Google Shape;7076;p16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7" name="Google Shape;7077;p16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8" name="Google Shape;7078;p16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79" name="Google Shape;7079;p16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0" name="Google Shape;7080;p16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1" name="Google Shape;7081;p16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2" name="Google Shape;7082;p16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3" name="Google Shape;7083;p16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4" name="Google Shape;7084;p16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5" name="Google Shape;7085;p16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6" name="Google Shape;7086;p16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7" name="Google Shape;7087;p16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8" name="Google Shape;7088;p16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89" name="Google Shape;7089;p16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0" name="Google Shape;7090;p16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1" name="Google Shape;7091;p16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2" name="Google Shape;7092;p16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3" name="Google Shape;7093;p16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4" name="Google Shape;7094;p16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5" name="Google Shape;7095;p16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6" name="Google Shape;7096;p16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7" name="Google Shape;7097;p16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8" name="Google Shape;7098;p16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099" name="Google Shape;7099;p16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0" name="Google Shape;7100;p16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1" name="Google Shape;7101;p16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2" name="Google Shape;7102;p16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3" name="Google Shape;7103;p16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4" name="Google Shape;7104;p16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5" name="Google Shape;7105;p16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106" name="Google Shape;7106;p16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107" name="Google Shape;7107;p16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7108" name="Google Shape;7108;p16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109" name="Google Shape;7109;p16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7110" name="Google Shape;7110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1" name="Google Shape;7111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2" name="Google Shape;7112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3" name="Google Shape;7113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4" name="Google Shape;7114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15" name="Google Shape;7115;p16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7116" name="Google Shape;7116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7" name="Google Shape;7117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8" name="Google Shape;7118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19" name="Google Shape;7119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0" name="Google Shape;7120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121" name="Google Shape;7121;p16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122" name="Google Shape;7122;p16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7123" name="Google Shape;7123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4" name="Google Shape;7124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5" name="Google Shape;7125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6" name="Google Shape;7126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27" name="Google Shape;7127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28" name="Google Shape;7128;p16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7129" name="Google Shape;7129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0" name="Google Shape;7130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1" name="Google Shape;7131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2" name="Google Shape;7132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3" name="Google Shape;7133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34" name="Google Shape;7134;p16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7135" name="Google Shape;7135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6" name="Google Shape;7136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7" name="Google Shape;7137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8" name="Google Shape;7138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39" name="Google Shape;7139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40" name="Google Shape;7140;p16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7141" name="Google Shape;7141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2" name="Google Shape;7142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3" name="Google Shape;7143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4" name="Google Shape;7144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5" name="Google Shape;7145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46" name="Google Shape;7146;p16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7147" name="Google Shape;7147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8" name="Google Shape;7148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49" name="Google Shape;7149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0" name="Google Shape;7150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1" name="Google Shape;7151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52" name="Google Shape;7152;p16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7153" name="Google Shape;7153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4" name="Google Shape;7154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5" name="Google Shape;7155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6" name="Google Shape;7156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57" name="Google Shape;7157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58" name="Google Shape;7158;p16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7159" name="Google Shape;7159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0" name="Google Shape;7160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1" name="Google Shape;7161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2" name="Google Shape;7162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3" name="Google Shape;7163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64" name="Google Shape;7164;p16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7165" name="Google Shape;7165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6" name="Google Shape;7166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7" name="Google Shape;7167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8" name="Google Shape;7168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69" name="Google Shape;7169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70" name="Google Shape;7170;p16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7171" name="Google Shape;7171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2" name="Google Shape;7172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3" name="Google Shape;7173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4" name="Google Shape;7174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5" name="Google Shape;7175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76" name="Google Shape;7176;p16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7177" name="Google Shape;7177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8" name="Google Shape;7178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79" name="Google Shape;7179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0" name="Google Shape;7180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1" name="Google Shape;7181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182" name="Google Shape;7182;p16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7183" name="Google Shape;7183;p16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4" name="Google Shape;7184;p16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5" name="Google Shape;7185;p16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6" name="Google Shape;7186;p16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187" name="Google Shape;7187;p16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188" name="Google Shape;7188;p16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189" name="Google Shape;7189;p16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90" name="Google Shape;7190;p16"/>
          <p:cNvSpPr txBox="1">
            <a:spLocks noGrp="1"/>
          </p:cNvSpPr>
          <p:nvPr>
            <p:ph type="subTitle" idx="1"/>
          </p:nvPr>
        </p:nvSpPr>
        <p:spPr>
          <a:xfrm>
            <a:off x="714675" y="1185294"/>
            <a:ext cx="38124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1" name="Google Shape;7191;p16"/>
          <p:cNvSpPr txBox="1">
            <a:spLocks noGrp="1"/>
          </p:cNvSpPr>
          <p:nvPr>
            <p:ph type="subTitle" idx="2"/>
          </p:nvPr>
        </p:nvSpPr>
        <p:spPr>
          <a:xfrm>
            <a:off x="714675" y="1613547"/>
            <a:ext cx="32598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2" name="Google Shape;7192;p16"/>
          <p:cNvSpPr txBox="1">
            <a:spLocks noGrp="1"/>
          </p:cNvSpPr>
          <p:nvPr>
            <p:ph type="subTitle" idx="3"/>
          </p:nvPr>
        </p:nvSpPr>
        <p:spPr>
          <a:xfrm>
            <a:off x="4584842" y="1185294"/>
            <a:ext cx="38124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3" name="Google Shape;7193;p16"/>
          <p:cNvSpPr txBox="1">
            <a:spLocks noGrp="1"/>
          </p:cNvSpPr>
          <p:nvPr>
            <p:ph type="subTitle" idx="4"/>
          </p:nvPr>
        </p:nvSpPr>
        <p:spPr>
          <a:xfrm>
            <a:off x="4584842" y="1613547"/>
            <a:ext cx="32598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4" name="Google Shape;7194;p16"/>
          <p:cNvSpPr txBox="1">
            <a:spLocks noGrp="1"/>
          </p:cNvSpPr>
          <p:nvPr>
            <p:ph type="subTitle" idx="5"/>
          </p:nvPr>
        </p:nvSpPr>
        <p:spPr>
          <a:xfrm>
            <a:off x="714675" y="2802030"/>
            <a:ext cx="38124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5" name="Google Shape;7195;p16"/>
          <p:cNvSpPr txBox="1">
            <a:spLocks noGrp="1"/>
          </p:cNvSpPr>
          <p:nvPr>
            <p:ph type="subTitle" idx="6"/>
          </p:nvPr>
        </p:nvSpPr>
        <p:spPr>
          <a:xfrm>
            <a:off x="714675" y="3230380"/>
            <a:ext cx="32598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6" name="Google Shape;7196;p16"/>
          <p:cNvSpPr txBox="1">
            <a:spLocks noGrp="1"/>
          </p:cNvSpPr>
          <p:nvPr>
            <p:ph type="subTitle" idx="7"/>
          </p:nvPr>
        </p:nvSpPr>
        <p:spPr>
          <a:xfrm>
            <a:off x="4584842" y="2802030"/>
            <a:ext cx="3812400" cy="504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7" name="Google Shape;7197;p16"/>
          <p:cNvSpPr txBox="1">
            <a:spLocks noGrp="1"/>
          </p:cNvSpPr>
          <p:nvPr>
            <p:ph type="subTitle" idx="8"/>
          </p:nvPr>
        </p:nvSpPr>
        <p:spPr>
          <a:xfrm>
            <a:off x="4584842" y="3230380"/>
            <a:ext cx="3259800" cy="123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198" name="Google Shape;7198;p16"/>
          <p:cNvGrpSpPr/>
          <p:nvPr/>
        </p:nvGrpSpPr>
        <p:grpSpPr>
          <a:xfrm>
            <a:off x="1317510" y="4475313"/>
            <a:ext cx="7363237" cy="369909"/>
            <a:chOff x="1317510" y="4475313"/>
            <a:chExt cx="7363237" cy="369909"/>
          </a:xfrm>
        </p:grpSpPr>
        <p:grpSp>
          <p:nvGrpSpPr>
            <p:cNvPr id="7199" name="Google Shape;7199;p16"/>
            <p:cNvGrpSpPr/>
            <p:nvPr/>
          </p:nvGrpSpPr>
          <p:grpSpPr>
            <a:xfrm>
              <a:off x="1317510" y="4608254"/>
              <a:ext cx="208157" cy="236967"/>
              <a:chOff x="1317510" y="4608254"/>
              <a:chExt cx="208157" cy="236967"/>
            </a:xfrm>
          </p:grpSpPr>
          <p:sp>
            <p:nvSpPr>
              <p:cNvPr id="7200" name="Google Shape;7200;p16"/>
              <p:cNvSpPr/>
              <p:nvPr/>
            </p:nvSpPr>
            <p:spPr>
              <a:xfrm flipH="1">
                <a:off x="1317510" y="4608254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1" name="Google Shape;7201;p16"/>
              <p:cNvSpPr/>
              <p:nvPr/>
            </p:nvSpPr>
            <p:spPr>
              <a:xfrm flipH="1">
                <a:off x="1357947" y="4660217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2" name="Google Shape;7202;p16"/>
              <p:cNvSpPr/>
              <p:nvPr/>
            </p:nvSpPr>
            <p:spPr>
              <a:xfrm flipH="1">
                <a:off x="1352185" y="4665979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3" name="Google Shape;7203;p16"/>
              <p:cNvSpPr/>
              <p:nvPr/>
            </p:nvSpPr>
            <p:spPr>
              <a:xfrm flipH="1">
                <a:off x="1386860" y="4694893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204" name="Google Shape;7204;p16"/>
            <p:cNvGrpSpPr/>
            <p:nvPr/>
          </p:nvGrpSpPr>
          <p:grpSpPr>
            <a:xfrm flipH="1">
              <a:off x="8524655" y="4475313"/>
              <a:ext cx="156092" cy="306422"/>
              <a:chOff x="474406" y="2974600"/>
              <a:chExt cx="106759" cy="209577"/>
            </a:xfrm>
          </p:grpSpPr>
          <p:sp>
            <p:nvSpPr>
              <p:cNvPr id="7205" name="Google Shape;7205;p16"/>
              <p:cNvSpPr/>
              <p:nvPr/>
            </p:nvSpPr>
            <p:spPr>
              <a:xfrm>
                <a:off x="474406" y="2974600"/>
                <a:ext cx="106759" cy="209577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978" extrusionOk="0">
                    <a:moveTo>
                      <a:pt x="1517" y="2977"/>
                    </a:moveTo>
                    <a:lnTo>
                      <a:pt x="0" y="2977"/>
                    </a:lnTo>
                    <a:lnTo>
                      <a:pt x="0" y="731"/>
                    </a:lnTo>
                    <a:cubicBezTo>
                      <a:pt x="0" y="0"/>
                      <a:pt x="1517" y="0"/>
                      <a:pt x="1517" y="7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6" name="Google Shape;7206;p16"/>
              <p:cNvSpPr/>
              <p:nvPr/>
            </p:nvSpPr>
            <p:spPr>
              <a:xfrm>
                <a:off x="474406" y="2982482"/>
                <a:ext cx="98877" cy="20169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866" extrusionOk="0">
                    <a:moveTo>
                      <a:pt x="1405" y="2865"/>
                    </a:moveTo>
                    <a:lnTo>
                      <a:pt x="0" y="2865"/>
                    </a:lnTo>
                    <a:lnTo>
                      <a:pt x="0" y="619"/>
                    </a:lnTo>
                    <a:cubicBezTo>
                      <a:pt x="0" y="506"/>
                      <a:pt x="57" y="338"/>
                      <a:pt x="169" y="282"/>
                    </a:cubicBezTo>
                    <a:cubicBezTo>
                      <a:pt x="618" y="1"/>
                      <a:pt x="1405" y="169"/>
                      <a:pt x="1405" y="675"/>
                    </a:cubicBezTo>
                    <a:lnTo>
                      <a:pt x="1405" y="2865"/>
                    </a:lnTo>
                    <a:close/>
                  </a:path>
                </a:pathLst>
              </a:custGeom>
              <a:solidFill>
                <a:srgbClr val="7A7A7A">
                  <a:alpha val="60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7" name="Google Shape;7207;p16"/>
              <p:cNvSpPr/>
              <p:nvPr/>
            </p:nvSpPr>
            <p:spPr>
              <a:xfrm>
                <a:off x="482288" y="3014151"/>
                <a:ext cx="83113" cy="9887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405" extrusionOk="0">
                    <a:moveTo>
                      <a:pt x="1068" y="618"/>
                    </a:moveTo>
                    <a:cubicBezTo>
                      <a:pt x="1180" y="1404"/>
                      <a:pt x="1" y="1404"/>
                      <a:pt x="57" y="618"/>
                    </a:cubicBezTo>
                    <a:cubicBezTo>
                      <a:pt x="169" y="0"/>
                      <a:pt x="1012" y="0"/>
                      <a:pt x="1068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08" name="Google Shape;7208;p16"/>
              <p:cNvSpPr/>
              <p:nvPr/>
            </p:nvSpPr>
            <p:spPr>
              <a:xfrm>
                <a:off x="482288" y="3029915"/>
                <a:ext cx="79172" cy="59397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844" extrusionOk="0">
                    <a:moveTo>
                      <a:pt x="225" y="57"/>
                    </a:moveTo>
                    <a:cubicBezTo>
                      <a:pt x="338" y="1"/>
                      <a:pt x="394" y="1"/>
                      <a:pt x="506" y="1"/>
                    </a:cubicBezTo>
                    <a:cubicBezTo>
                      <a:pt x="899" y="1"/>
                      <a:pt x="1124" y="450"/>
                      <a:pt x="956" y="787"/>
                    </a:cubicBezTo>
                    <a:cubicBezTo>
                      <a:pt x="843" y="843"/>
                      <a:pt x="787" y="843"/>
                      <a:pt x="675" y="843"/>
                    </a:cubicBezTo>
                    <a:cubicBezTo>
                      <a:pt x="282" y="843"/>
                      <a:pt x="1" y="394"/>
                      <a:pt x="225" y="57"/>
                    </a:cubicBezTo>
                    <a:close/>
                  </a:path>
                </a:pathLst>
              </a:custGeom>
              <a:solidFill>
                <a:srgbClr val="7A7A7A">
                  <a:alpha val="60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209" name="Google Shape;7209;p16"/>
            <p:cNvGrpSpPr/>
            <p:nvPr/>
          </p:nvGrpSpPr>
          <p:grpSpPr>
            <a:xfrm flipH="1">
              <a:off x="3402513" y="4681212"/>
              <a:ext cx="356261" cy="81650"/>
              <a:chOff x="1962943" y="5517637"/>
              <a:chExt cx="356261" cy="81650"/>
            </a:xfrm>
          </p:grpSpPr>
          <p:sp>
            <p:nvSpPr>
              <p:cNvPr id="7210" name="Google Shape;7210;p16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1" name="Google Shape;7211;p16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2" name="Google Shape;7212;p16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3" name="Google Shape;7213;p16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4" name="Google Shape;7214;p16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215" name="Google Shape;7215;p16"/>
            <p:cNvGrpSpPr/>
            <p:nvPr/>
          </p:nvGrpSpPr>
          <p:grpSpPr>
            <a:xfrm flipH="1">
              <a:off x="4246467" y="4536578"/>
              <a:ext cx="252349" cy="252349"/>
              <a:chOff x="1647575" y="5358103"/>
              <a:chExt cx="252349" cy="252349"/>
            </a:xfrm>
          </p:grpSpPr>
          <p:sp>
            <p:nvSpPr>
              <p:cNvPr id="7216" name="Google Shape;7216;p16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7" name="Google Shape;7217;p16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8" name="Google Shape;7218;p16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219" name="Google Shape;7219;p16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1_1_2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044" scaled="0"/>
        </a:gradFill>
        <a:effectLst/>
      </p:bgPr>
    </p:bg>
    <p:spTree>
      <p:nvGrpSpPr>
        <p:cNvPr id="1" name="Shape 7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1" name="Google Shape;7221;p17"/>
          <p:cNvGrpSpPr/>
          <p:nvPr/>
        </p:nvGrpSpPr>
        <p:grpSpPr>
          <a:xfrm flipH="1">
            <a:off x="-74757" y="2684588"/>
            <a:ext cx="9313502" cy="2541840"/>
            <a:chOff x="1851250" y="1720850"/>
            <a:chExt cx="3539775" cy="966075"/>
          </a:xfrm>
        </p:grpSpPr>
        <p:sp>
          <p:nvSpPr>
            <p:cNvPr id="7222" name="Google Shape;7222;p17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3" name="Google Shape;7223;p17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4" name="Google Shape;7224;p17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5" name="Google Shape;7225;p17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6" name="Google Shape;7226;p17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7" name="Google Shape;7227;p17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8" name="Google Shape;7228;p17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29" name="Google Shape;7229;p17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0" name="Google Shape;7230;p17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1" name="Google Shape;7231;p17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2" name="Google Shape;7232;p17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3" name="Google Shape;7233;p17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4" name="Google Shape;7234;p17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5" name="Google Shape;7235;p17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6" name="Google Shape;7236;p17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7" name="Google Shape;7237;p17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8" name="Google Shape;7238;p17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39" name="Google Shape;7239;p17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0" name="Google Shape;7240;p17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1" name="Google Shape;7241;p17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2" name="Google Shape;7242;p17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3" name="Google Shape;7243;p17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4" name="Google Shape;7244;p17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5" name="Google Shape;7245;p17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6" name="Google Shape;7246;p17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7" name="Google Shape;7247;p17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8" name="Google Shape;7248;p17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49" name="Google Shape;7249;p17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0" name="Google Shape;7250;p17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1" name="Google Shape;7251;p17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2" name="Google Shape;7252;p17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3" name="Google Shape;7253;p17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4" name="Google Shape;7254;p17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5" name="Google Shape;7255;p17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6" name="Google Shape;7256;p17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7" name="Google Shape;7257;p17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8" name="Google Shape;7258;p17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59" name="Google Shape;7259;p17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0" name="Google Shape;7260;p17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1" name="Google Shape;7261;p17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2" name="Google Shape;7262;p17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3" name="Google Shape;7263;p17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4" name="Google Shape;7264;p17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5" name="Google Shape;7265;p17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6" name="Google Shape;7266;p17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7" name="Google Shape;7267;p17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8" name="Google Shape;7268;p17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69" name="Google Shape;7269;p17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0" name="Google Shape;7270;p17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1" name="Google Shape;7271;p17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2" name="Google Shape;7272;p17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3" name="Google Shape;7273;p17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4" name="Google Shape;7274;p17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5" name="Google Shape;7275;p17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6" name="Google Shape;7276;p17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7" name="Google Shape;7277;p17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8" name="Google Shape;7278;p17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79" name="Google Shape;7279;p17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0" name="Google Shape;7280;p17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1" name="Google Shape;7281;p17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2" name="Google Shape;7282;p17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3" name="Google Shape;7283;p17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4" name="Google Shape;7284;p17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5" name="Google Shape;7285;p17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6" name="Google Shape;7286;p17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7" name="Google Shape;7287;p17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8" name="Google Shape;7288;p17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89" name="Google Shape;7289;p17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0" name="Google Shape;7290;p17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1" name="Google Shape;7291;p17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2" name="Google Shape;7292;p17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3" name="Google Shape;7293;p17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4" name="Google Shape;7294;p17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5" name="Google Shape;7295;p17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6" name="Google Shape;7296;p17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7" name="Google Shape;7297;p17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8" name="Google Shape;7298;p17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299" name="Google Shape;7299;p17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0" name="Google Shape;7300;p17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1" name="Google Shape;7301;p17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2" name="Google Shape;7302;p17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3" name="Google Shape;7303;p17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4" name="Google Shape;7304;p17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5" name="Google Shape;7305;p17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6" name="Google Shape;7306;p17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7" name="Google Shape;7307;p17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8" name="Google Shape;7308;p17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09" name="Google Shape;7309;p17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0" name="Google Shape;7310;p17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1" name="Google Shape;7311;p17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2" name="Google Shape;7312;p17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3" name="Google Shape;7313;p17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4" name="Google Shape;7314;p17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5" name="Google Shape;7315;p17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6" name="Google Shape;7316;p17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7" name="Google Shape;7317;p17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8" name="Google Shape;7318;p17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19" name="Google Shape;7319;p17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0" name="Google Shape;7320;p17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1" name="Google Shape;7321;p17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2" name="Google Shape;7322;p17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3" name="Google Shape;7323;p17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4" name="Google Shape;7324;p17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5" name="Google Shape;7325;p17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6" name="Google Shape;7326;p17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7" name="Google Shape;7327;p17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8" name="Google Shape;7328;p17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29" name="Google Shape;7329;p17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0" name="Google Shape;7330;p17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1" name="Google Shape;7331;p17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2" name="Google Shape;7332;p17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3" name="Google Shape;7333;p17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4" name="Google Shape;7334;p17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5" name="Google Shape;7335;p17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6" name="Google Shape;7336;p17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7" name="Google Shape;7337;p17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8" name="Google Shape;7338;p17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39" name="Google Shape;7339;p17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0" name="Google Shape;7340;p17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1" name="Google Shape;7341;p17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2" name="Google Shape;7342;p17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3" name="Google Shape;7343;p17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4" name="Google Shape;7344;p17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5" name="Google Shape;7345;p17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6" name="Google Shape;7346;p17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7" name="Google Shape;7347;p17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8" name="Google Shape;7348;p17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49" name="Google Shape;7349;p17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0" name="Google Shape;7350;p17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1" name="Google Shape;7351;p17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2" name="Google Shape;7352;p17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3" name="Google Shape;7353;p17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4" name="Google Shape;7354;p17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5" name="Google Shape;7355;p17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6" name="Google Shape;7356;p17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7" name="Google Shape;7357;p17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8" name="Google Shape;7358;p17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59" name="Google Shape;7359;p17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0" name="Google Shape;7360;p17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1" name="Google Shape;7361;p17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2" name="Google Shape;7362;p17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3" name="Google Shape;7363;p17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4" name="Google Shape;7364;p17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5" name="Google Shape;7365;p17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6" name="Google Shape;7366;p17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7" name="Google Shape;7367;p17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8" name="Google Shape;7368;p17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69" name="Google Shape;7369;p17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0" name="Google Shape;7370;p17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1" name="Google Shape;7371;p17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2" name="Google Shape;7372;p17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3" name="Google Shape;7373;p17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4" name="Google Shape;7374;p17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5" name="Google Shape;7375;p17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6" name="Google Shape;7376;p17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7" name="Google Shape;7377;p17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8" name="Google Shape;7378;p17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79" name="Google Shape;7379;p17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0" name="Google Shape;7380;p17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1" name="Google Shape;7381;p17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2" name="Google Shape;7382;p17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3" name="Google Shape;7383;p17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4" name="Google Shape;7384;p17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5" name="Google Shape;7385;p17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6" name="Google Shape;7386;p17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7" name="Google Shape;7387;p17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8" name="Google Shape;7388;p17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89" name="Google Shape;7389;p17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0" name="Google Shape;7390;p17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1" name="Google Shape;7391;p17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2" name="Google Shape;7392;p17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3" name="Google Shape;7393;p17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4" name="Google Shape;7394;p17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5" name="Google Shape;7395;p17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6" name="Google Shape;7396;p17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7" name="Google Shape;7397;p17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8" name="Google Shape;7398;p17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399" name="Google Shape;7399;p17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0" name="Google Shape;7400;p17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1" name="Google Shape;7401;p17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2" name="Google Shape;7402;p17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3" name="Google Shape;7403;p17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4" name="Google Shape;7404;p17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5" name="Google Shape;7405;p17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6" name="Google Shape;7406;p17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7" name="Google Shape;7407;p17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8" name="Google Shape;7408;p17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09" name="Google Shape;7409;p17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0" name="Google Shape;7410;p17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1" name="Google Shape;7411;p17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2" name="Google Shape;7412;p17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3" name="Google Shape;7413;p17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4" name="Google Shape;7414;p17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5" name="Google Shape;7415;p17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6" name="Google Shape;7416;p17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7" name="Google Shape;7417;p17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8" name="Google Shape;7418;p17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19" name="Google Shape;7419;p17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0" name="Google Shape;7420;p17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1" name="Google Shape;7421;p17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2" name="Google Shape;7422;p17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3" name="Google Shape;7423;p17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4" name="Google Shape;7424;p17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5" name="Google Shape;7425;p17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6" name="Google Shape;7426;p17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7" name="Google Shape;7427;p17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8" name="Google Shape;7428;p17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29" name="Google Shape;7429;p17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0" name="Google Shape;7430;p17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1" name="Google Shape;7431;p17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2" name="Google Shape;7432;p17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3" name="Google Shape;7433;p17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4" name="Google Shape;7434;p17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5" name="Google Shape;7435;p17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6" name="Google Shape;7436;p17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7" name="Google Shape;7437;p17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8" name="Google Shape;7438;p17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39" name="Google Shape;7439;p17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0" name="Google Shape;7440;p17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1" name="Google Shape;7441;p17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2" name="Google Shape;7442;p17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3" name="Google Shape;7443;p17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4" name="Google Shape;7444;p17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5" name="Google Shape;7445;p17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6" name="Google Shape;7446;p17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7" name="Google Shape;7447;p17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8" name="Google Shape;7448;p17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49" name="Google Shape;7449;p17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0" name="Google Shape;7450;p17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1" name="Google Shape;7451;p17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2" name="Google Shape;7452;p17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3" name="Google Shape;7453;p17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4" name="Google Shape;7454;p17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5" name="Google Shape;7455;p17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6" name="Google Shape;7456;p17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7" name="Google Shape;7457;p17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8" name="Google Shape;7458;p17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59" name="Google Shape;7459;p17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0" name="Google Shape;7460;p17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1" name="Google Shape;7461;p17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2" name="Google Shape;7462;p17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3" name="Google Shape;7463;p17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4" name="Google Shape;7464;p17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5" name="Google Shape;7465;p17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6" name="Google Shape;7466;p17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7" name="Google Shape;7467;p17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8" name="Google Shape;7468;p17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69" name="Google Shape;7469;p17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0" name="Google Shape;7470;p17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1" name="Google Shape;7471;p17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2" name="Google Shape;7472;p17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3" name="Google Shape;7473;p17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4" name="Google Shape;7474;p17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5" name="Google Shape;7475;p17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6" name="Google Shape;7476;p17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7" name="Google Shape;7477;p17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8" name="Google Shape;7478;p17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79" name="Google Shape;7479;p17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0" name="Google Shape;7480;p17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1" name="Google Shape;7481;p17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2" name="Google Shape;7482;p17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3" name="Google Shape;7483;p17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4" name="Google Shape;7484;p17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5" name="Google Shape;7485;p17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6" name="Google Shape;7486;p17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7" name="Google Shape;7487;p17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8" name="Google Shape;7488;p17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89" name="Google Shape;7489;p17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0" name="Google Shape;7490;p17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1" name="Google Shape;7491;p17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2" name="Google Shape;7492;p17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3" name="Google Shape;7493;p17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4" name="Google Shape;7494;p17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5" name="Google Shape;7495;p17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6" name="Google Shape;7496;p17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7" name="Google Shape;7497;p17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8" name="Google Shape;7498;p17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499" name="Google Shape;7499;p17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0" name="Google Shape;7500;p17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1" name="Google Shape;7501;p17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2" name="Google Shape;7502;p17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3" name="Google Shape;7503;p17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4" name="Google Shape;7504;p17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5" name="Google Shape;7505;p17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6" name="Google Shape;7506;p17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7" name="Google Shape;7507;p17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8" name="Google Shape;7508;p17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09" name="Google Shape;7509;p17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0" name="Google Shape;7510;p17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1" name="Google Shape;7511;p17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2" name="Google Shape;7512;p17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3" name="Google Shape;7513;p17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4" name="Google Shape;7514;p17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5" name="Google Shape;7515;p17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6" name="Google Shape;7516;p17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7" name="Google Shape;7517;p17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8" name="Google Shape;7518;p17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19" name="Google Shape;7519;p17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0" name="Google Shape;7520;p17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1" name="Google Shape;7521;p17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2" name="Google Shape;7522;p17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3" name="Google Shape;7523;p17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4" name="Google Shape;7524;p17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5" name="Google Shape;7525;p17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6" name="Google Shape;7526;p17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7" name="Google Shape;7527;p17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8" name="Google Shape;7528;p17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29" name="Google Shape;7529;p17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0" name="Google Shape;7530;p17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1" name="Google Shape;7531;p17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2" name="Google Shape;7532;p17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3" name="Google Shape;7533;p17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4" name="Google Shape;7534;p17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5" name="Google Shape;7535;p17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6" name="Google Shape;7536;p17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37" name="Google Shape;7537;p17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538" name="Google Shape;7538;p17"/>
          <p:cNvGrpSpPr/>
          <p:nvPr/>
        </p:nvGrpSpPr>
        <p:grpSpPr>
          <a:xfrm flipH="1">
            <a:off x="20255" y="56"/>
            <a:ext cx="9143721" cy="2251922"/>
            <a:chOff x="-347225" y="-1310325"/>
            <a:chExt cx="7672194" cy="1889514"/>
          </a:xfrm>
        </p:grpSpPr>
        <p:sp>
          <p:nvSpPr>
            <p:cNvPr id="7539" name="Google Shape;7539;p17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0" name="Google Shape;7540;p17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1" name="Google Shape;7541;p17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2" name="Google Shape;7542;p17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3" name="Google Shape;7543;p17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4" name="Google Shape;7544;p17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5" name="Google Shape;7545;p17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6" name="Google Shape;7546;p17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7" name="Google Shape;7547;p17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8" name="Google Shape;7548;p17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49" name="Google Shape;7549;p17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0" name="Google Shape;7550;p17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1" name="Google Shape;7551;p17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2" name="Google Shape;7552;p17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3" name="Google Shape;7553;p17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4" name="Google Shape;7554;p17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5" name="Google Shape;7555;p17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6" name="Google Shape;7556;p17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7" name="Google Shape;7557;p17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8" name="Google Shape;7558;p17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59" name="Google Shape;7559;p17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0" name="Google Shape;7560;p17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1" name="Google Shape;7561;p17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2" name="Google Shape;7562;p17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3" name="Google Shape;7563;p17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4" name="Google Shape;7564;p17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5" name="Google Shape;7565;p17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6" name="Google Shape;7566;p17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7" name="Google Shape;7567;p17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8" name="Google Shape;7568;p17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69" name="Google Shape;7569;p17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0" name="Google Shape;7570;p17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1" name="Google Shape;7571;p17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2" name="Google Shape;7572;p17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3" name="Google Shape;7573;p17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4" name="Google Shape;7574;p17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5" name="Google Shape;7575;p17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6" name="Google Shape;7576;p17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7" name="Google Shape;7577;p17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8" name="Google Shape;7578;p17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79" name="Google Shape;7579;p17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0" name="Google Shape;7580;p17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1" name="Google Shape;7581;p17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2" name="Google Shape;7582;p17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3" name="Google Shape;7583;p17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4" name="Google Shape;7584;p17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5" name="Google Shape;7585;p17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6" name="Google Shape;7586;p17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7" name="Google Shape;7587;p17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8" name="Google Shape;7588;p17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89" name="Google Shape;7589;p17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0" name="Google Shape;7590;p17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1" name="Google Shape;7591;p17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2" name="Google Shape;7592;p17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3" name="Google Shape;7593;p17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4" name="Google Shape;7594;p17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5" name="Google Shape;7595;p17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6" name="Google Shape;7596;p17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7" name="Google Shape;7597;p17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8" name="Google Shape;7598;p17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599" name="Google Shape;7599;p17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0" name="Google Shape;7600;p17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1" name="Google Shape;7601;p17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2" name="Google Shape;7602;p17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3" name="Google Shape;7603;p17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4" name="Google Shape;7604;p17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5" name="Google Shape;7605;p17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6" name="Google Shape;7606;p17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7" name="Google Shape;7607;p17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8" name="Google Shape;7608;p17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09" name="Google Shape;7609;p17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0" name="Google Shape;7610;p17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1" name="Google Shape;7611;p17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2" name="Google Shape;7612;p17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3" name="Google Shape;7613;p17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4" name="Google Shape;7614;p17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5" name="Google Shape;7615;p17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6" name="Google Shape;7616;p17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7" name="Google Shape;7617;p17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8" name="Google Shape;7618;p17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19" name="Google Shape;7619;p17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0" name="Google Shape;7620;p17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1" name="Google Shape;7621;p17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2" name="Google Shape;7622;p17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3" name="Google Shape;7623;p17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4" name="Google Shape;7624;p17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5" name="Google Shape;7625;p17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6" name="Google Shape;7626;p17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7" name="Google Shape;7627;p17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8" name="Google Shape;7628;p17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29" name="Google Shape;7629;p17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0" name="Google Shape;7630;p17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1" name="Google Shape;7631;p17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2" name="Google Shape;7632;p17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3" name="Google Shape;7633;p17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4" name="Google Shape;7634;p17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5" name="Google Shape;7635;p17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6" name="Google Shape;7636;p17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7" name="Google Shape;7637;p17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8" name="Google Shape;7638;p17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39" name="Google Shape;7639;p17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0" name="Google Shape;7640;p17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1" name="Google Shape;7641;p17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2" name="Google Shape;7642;p17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3" name="Google Shape;7643;p17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4" name="Google Shape;7644;p17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5" name="Google Shape;7645;p17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6" name="Google Shape;7646;p17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7" name="Google Shape;7647;p17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8" name="Google Shape;7648;p17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49" name="Google Shape;7649;p17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0" name="Google Shape;7650;p17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1" name="Google Shape;7651;p17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2" name="Google Shape;7652;p17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3" name="Google Shape;7653;p17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4" name="Google Shape;7654;p17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5" name="Google Shape;7655;p17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6" name="Google Shape;7656;p17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7" name="Google Shape;7657;p17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8" name="Google Shape;7658;p17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59" name="Google Shape;7659;p17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0" name="Google Shape;7660;p17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1" name="Google Shape;7661;p17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2" name="Google Shape;7662;p17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3" name="Google Shape;7663;p17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4" name="Google Shape;7664;p17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5" name="Google Shape;7665;p17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6" name="Google Shape;7666;p17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7" name="Google Shape;7667;p17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8" name="Google Shape;7668;p17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669" name="Google Shape;7669;p17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7670" name="Google Shape;7670;p17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7671" name="Google Shape;7671;p17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672" name="Google Shape;7672;p17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7673" name="Google Shape;7673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4" name="Google Shape;7674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5" name="Google Shape;7675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6" name="Google Shape;7676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77" name="Google Shape;7677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78" name="Google Shape;7678;p17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7679" name="Google Shape;7679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0" name="Google Shape;7680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1" name="Google Shape;7681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2" name="Google Shape;7682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3" name="Google Shape;7683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684" name="Google Shape;7684;p17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7685" name="Google Shape;7685;p17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7686" name="Google Shape;7686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7" name="Google Shape;7687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8" name="Google Shape;7688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89" name="Google Shape;7689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0" name="Google Shape;7690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91" name="Google Shape;7691;p17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7692" name="Google Shape;7692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3" name="Google Shape;7693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4" name="Google Shape;7694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5" name="Google Shape;7695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6" name="Google Shape;7696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697" name="Google Shape;7697;p17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7698" name="Google Shape;7698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699" name="Google Shape;7699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0" name="Google Shape;7700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1" name="Google Shape;7701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2" name="Google Shape;7702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03" name="Google Shape;7703;p17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7704" name="Google Shape;7704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5" name="Google Shape;7705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6" name="Google Shape;7706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7" name="Google Shape;7707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08" name="Google Shape;7708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09" name="Google Shape;7709;p17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7710" name="Google Shape;7710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1" name="Google Shape;7711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2" name="Google Shape;7712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3" name="Google Shape;7713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4" name="Google Shape;7714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15" name="Google Shape;7715;p17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7716" name="Google Shape;7716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7" name="Google Shape;7717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8" name="Google Shape;7718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19" name="Google Shape;7719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0" name="Google Shape;7720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21" name="Google Shape;7721;p17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7722" name="Google Shape;7722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3" name="Google Shape;7723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4" name="Google Shape;7724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5" name="Google Shape;7725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6" name="Google Shape;7726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27" name="Google Shape;7727;p17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7728" name="Google Shape;7728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29" name="Google Shape;7729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0" name="Google Shape;7730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1" name="Google Shape;7731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2" name="Google Shape;7732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33" name="Google Shape;7733;p17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7734" name="Google Shape;7734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5" name="Google Shape;7735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6" name="Google Shape;7736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7" name="Google Shape;7737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38" name="Google Shape;7738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39" name="Google Shape;7739;p17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7740" name="Google Shape;7740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1" name="Google Shape;7741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2" name="Google Shape;7742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3" name="Google Shape;7743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4" name="Google Shape;7744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45" name="Google Shape;7745;p17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7746" name="Google Shape;7746;p1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7" name="Google Shape;7747;p1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8" name="Google Shape;7748;p1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49" name="Google Shape;7749;p1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50" name="Google Shape;7750;p1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7751" name="Google Shape;7751;p17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7752" name="Google Shape;7752;p17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753" name="Google Shape;7753;p17"/>
          <p:cNvSpPr txBox="1">
            <a:spLocks noGrp="1"/>
          </p:cNvSpPr>
          <p:nvPr>
            <p:ph type="subTitle" idx="1"/>
          </p:nvPr>
        </p:nvSpPr>
        <p:spPr>
          <a:xfrm>
            <a:off x="714825" y="13239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4" name="Google Shape;7754;p17"/>
          <p:cNvSpPr txBox="1">
            <a:spLocks noGrp="1"/>
          </p:cNvSpPr>
          <p:nvPr>
            <p:ph type="subTitle" idx="2"/>
          </p:nvPr>
        </p:nvSpPr>
        <p:spPr>
          <a:xfrm>
            <a:off x="714825" y="1676850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5" name="Google Shape;7755;p17"/>
          <p:cNvSpPr txBox="1">
            <a:spLocks noGrp="1"/>
          </p:cNvSpPr>
          <p:nvPr>
            <p:ph type="subTitle" idx="3"/>
          </p:nvPr>
        </p:nvSpPr>
        <p:spPr>
          <a:xfrm>
            <a:off x="3423159" y="13239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6" name="Google Shape;7756;p17"/>
          <p:cNvSpPr txBox="1">
            <a:spLocks noGrp="1"/>
          </p:cNvSpPr>
          <p:nvPr>
            <p:ph type="subTitle" idx="4"/>
          </p:nvPr>
        </p:nvSpPr>
        <p:spPr>
          <a:xfrm>
            <a:off x="3423161" y="1676850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7" name="Google Shape;7757;p17"/>
          <p:cNvSpPr txBox="1">
            <a:spLocks noGrp="1"/>
          </p:cNvSpPr>
          <p:nvPr>
            <p:ph type="subTitle" idx="5"/>
          </p:nvPr>
        </p:nvSpPr>
        <p:spPr>
          <a:xfrm>
            <a:off x="6131492" y="13239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8" name="Google Shape;7758;p17"/>
          <p:cNvSpPr txBox="1">
            <a:spLocks noGrp="1"/>
          </p:cNvSpPr>
          <p:nvPr>
            <p:ph type="subTitle" idx="6"/>
          </p:nvPr>
        </p:nvSpPr>
        <p:spPr>
          <a:xfrm>
            <a:off x="6131497" y="1676850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59" name="Google Shape;7759;p17"/>
          <p:cNvSpPr txBox="1">
            <a:spLocks noGrp="1"/>
          </p:cNvSpPr>
          <p:nvPr>
            <p:ph type="subTitle" idx="7"/>
          </p:nvPr>
        </p:nvSpPr>
        <p:spPr>
          <a:xfrm>
            <a:off x="725984" y="29943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0" name="Google Shape;7760;p17"/>
          <p:cNvSpPr txBox="1">
            <a:spLocks noGrp="1"/>
          </p:cNvSpPr>
          <p:nvPr>
            <p:ph type="subTitle" idx="8"/>
          </p:nvPr>
        </p:nvSpPr>
        <p:spPr>
          <a:xfrm>
            <a:off x="725975" y="3347275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1" name="Google Shape;7761;p17"/>
          <p:cNvSpPr txBox="1">
            <a:spLocks noGrp="1"/>
          </p:cNvSpPr>
          <p:nvPr>
            <p:ph type="subTitle" idx="9"/>
          </p:nvPr>
        </p:nvSpPr>
        <p:spPr>
          <a:xfrm>
            <a:off x="3434318" y="29943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2" name="Google Shape;7762;p17"/>
          <p:cNvSpPr txBox="1">
            <a:spLocks noGrp="1"/>
          </p:cNvSpPr>
          <p:nvPr>
            <p:ph type="subTitle" idx="13"/>
          </p:nvPr>
        </p:nvSpPr>
        <p:spPr>
          <a:xfrm>
            <a:off x="3434311" y="3347275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3" name="Google Shape;7763;p17"/>
          <p:cNvSpPr txBox="1">
            <a:spLocks noGrp="1"/>
          </p:cNvSpPr>
          <p:nvPr>
            <p:ph type="subTitle" idx="14"/>
          </p:nvPr>
        </p:nvSpPr>
        <p:spPr>
          <a:xfrm>
            <a:off x="6142652" y="29943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1">
                <a:latin typeface="Michroma"/>
                <a:ea typeface="Michroma"/>
                <a:cs typeface="Michroma"/>
                <a:sym typeface="Michrom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64" name="Google Shape;7764;p17"/>
          <p:cNvSpPr txBox="1">
            <a:spLocks noGrp="1"/>
          </p:cNvSpPr>
          <p:nvPr>
            <p:ph type="subTitle" idx="15"/>
          </p:nvPr>
        </p:nvSpPr>
        <p:spPr>
          <a:xfrm>
            <a:off x="6142647" y="3347275"/>
            <a:ext cx="22869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765" name="Google Shape;7765;p17"/>
          <p:cNvGrpSpPr/>
          <p:nvPr/>
        </p:nvGrpSpPr>
        <p:grpSpPr>
          <a:xfrm>
            <a:off x="4943255" y="4536578"/>
            <a:ext cx="3670362" cy="299119"/>
            <a:chOff x="4943255" y="4536578"/>
            <a:chExt cx="3670362" cy="299119"/>
          </a:xfrm>
        </p:grpSpPr>
        <p:grpSp>
          <p:nvGrpSpPr>
            <p:cNvPr id="7766" name="Google Shape;7766;p17"/>
            <p:cNvGrpSpPr/>
            <p:nvPr/>
          </p:nvGrpSpPr>
          <p:grpSpPr>
            <a:xfrm>
              <a:off x="4943255" y="4598729"/>
              <a:ext cx="208157" cy="236967"/>
              <a:chOff x="4943255" y="4598729"/>
              <a:chExt cx="208157" cy="236967"/>
            </a:xfrm>
          </p:grpSpPr>
          <p:sp>
            <p:nvSpPr>
              <p:cNvPr id="7767" name="Google Shape;7767;p17"/>
              <p:cNvSpPr/>
              <p:nvPr/>
            </p:nvSpPr>
            <p:spPr>
              <a:xfrm>
                <a:off x="4943255" y="4598729"/>
                <a:ext cx="208157" cy="236967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68" name="Google Shape;7768;p17"/>
              <p:cNvSpPr/>
              <p:nvPr/>
            </p:nvSpPr>
            <p:spPr>
              <a:xfrm>
                <a:off x="4983693" y="4650692"/>
                <a:ext cx="127281" cy="127281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69" name="Google Shape;7769;p17"/>
              <p:cNvSpPr/>
              <p:nvPr/>
            </p:nvSpPr>
            <p:spPr>
              <a:xfrm>
                <a:off x="4989455" y="4656454"/>
                <a:ext cx="127281" cy="121519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0" name="Google Shape;7770;p17"/>
              <p:cNvSpPr/>
              <p:nvPr/>
            </p:nvSpPr>
            <p:spPr>
              <a:xfrm>
                <a:off x="5001082" y="4685368"/>
                <a:ext cx="80978" cy="69454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71" name="Google Shape;7771;p17"/>
            <p:cNvGrpSpPr/>
            <p:nvPr/>
          </p:nvGrpSpPr>
          <p:grpSpPr>
            <a:xfrm flipH="1">
              <a:off x="7898313" y="4693118"/>
              <a:ext cx="356261" cy="81650"/>
              <a:chOff x="1962943" y="5517637"/>
              <a:chExt cx="356261" cy="81650"/>
            </a:xfrm>
          </p:grpSpPr>
          <p:sp>
            <p:nvSpPr>
              <p:cNvPr id="7772" name="Google Shape;7772;p17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3" name="Google Shape;7773;p17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4" name="Google Shape;7774;p17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5" name="Google Shape;7775;p17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6" name="Google Shape;7776;p17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7777" name="Google Shape;7777;p17"/>
            <p:cNvGrpSpPr/>
            <p:nvPr/>
          </p:nvGrpSpPr>
          <p:grpSpPr>
            <a:xfrm flipH="1">
              <a:off x="8361267" y="4536578"/>
              <a:ext cx="252349" cy="252349"/>
              <a:chOff x="1647575" y="5358103"/>
              <a:chExt cx="252349" cy="252349"/>
            </a:xfrm>
          </p:grpSpPr>
          <p:sp>
            <p:nvSpPr>
              <p:cNvPr id="7778" name="Google Shape;7778;p17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79" name="Google Shape;7779;p17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80" name="Google Shape;7780;p17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7781" name="Google Shape;7781;p17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_1_1_1_1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3500032" scaled="0"/>
        </a:gradFill>
        <a:effectLst/>
      </p:bgPr>
    </p:bg>
    <p:spTree>
      <p:nvGrpSpPr>
        <p:cNvPr id="1" name="Shape 8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91" name="Google Shape;8791;p20"/>
          <p:cNvGrpSpPr/>
          <p:nvPr/>
        </p:nvGrpSpPr>
        <p:grpSpPr>
          <a:xfrm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8792" name="Google Shape;8792;p20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3" name="Google Shape;8793;p20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4" name="Google Shape;8794;p20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5" name="Google Shape;8795;p20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6" name="Google Shape;8796;p20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7" name="Google Shape;8797;p20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8" name="Google Shape;8798;p20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799" name="Google Shape;8799;p20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0" name="Google Shape;8800;p20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1" name="Google Shape;8801;p20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2" name="Google Shape;8802;p20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3" name="Google Shape;8803;p20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4" name="Google Shape;8804;p20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5" name="Google Shape;8805;p20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6" name="Google Shape;8806;p20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7" name="Google Shape;8807;p20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8" name="Google Shape;8808;p20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09" name="Google Shape;8809;p20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0" name="Google Shape;8810;p20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1" name="Google Shape;8811;p20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2" name="Google Shape;8812;p20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3" name="Google Shape;8813;p20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4" name="Google Shape;8814;p20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5" name="Google Shape;8815;p20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6" name="Google Shape;8816;p20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7" name="Google Shape;8817;p20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8" name="Google Shape;8818;p20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19" name="Google Shape;8819;p20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0" name="Google Shape;8820;p20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1" name="Google Shape;8821;p20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2" name="Google Shape;8822;p20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3" name="Google Shape;8823;p20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4" name="Google Shape;8824;p20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5" name="Google Shape;8825;p20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6" name="Google Shape;8826;p20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7" name="Google Shape;8827;p20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8" name="Google Shape;8828;p20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29" name="Google Shape;8829;p20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0" name="Google Shape;8830;p20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1" name="Google Shape;8831;p20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2" name="Google Shape;8832;p20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3" name="Google Shape;8833;p20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4" name="Google Shape;8834;p20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5" name="Google Shape;8835;p20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6" name="Google Shape;8836;p20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7" name="Google Shape;8837;p20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8" name="Google Shape;8838;p20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39" name="Google Shape;8839;p20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0" name="Google Shape;8840;p20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1" name="Google Shape;8841;p20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2" name="Google Shape;8842;p20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3" name="Google Shape;8843;p20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4" name="Google Shape;8844;p20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5" name="Google Shape;8845;p20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6" name="Google Shape;8846;p20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7" name="Google Shape;8847;p20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8" name="Google Shape;8848;p20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49" name="Google Shape;8849;p20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0" name="Google Shape;8850;p20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1" name="Google Shape;8851;p20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2" name="Google Shape;8852;p20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3" name="Google Shape;8853;p20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4" name="Google Shape;8854;p20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5" name="Google Shape;8855;p20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6" name="Google Shape;8856;p20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7" name="Google Shape;8857;p20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8" name="Google Shape;8858;p20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59" name="Google Shape;8859;p20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0" name="Google Shape;8860;p20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1" name="Google Shape;8861;p20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2" name="Google Shape;8862;p20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3" name="Google Shape;8863;p20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4" name="Google Shape;8864;p20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5" name="Google Shape;8865;p20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6" name="Google Shape;8866;p20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7" name="Google Shape;8867;p20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8" name="Google Shape;8868;p20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69" name="Google Shape;8869;p20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0" name="Google Shape;8870;p20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1" name="Google Shape;8871;p20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2" name="Google Shape;8872;p20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3" name="Google Shape;8873;p20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4" name="Google Shape;8874;p20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5" name="Google Shape;8875;p20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6" name="Google Shape;8876;p20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7" name="Google Shape;8877;p20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8" name="Google Shape;8878;p20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79" name="Google Shape;8879;p20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0" name="Google Shape;8880;p20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1" name="Google Shape;8881;p20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2" name="Google Shape;8882;p20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3" name="Google Shape;8883;p20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4" name="Google Shape;8884;p20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5" name="Google Shape;8885;p20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6" name="Google Shape;8886;p20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7" name="Google Shape;8887;p20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8" name="Google Shape;8888;p20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89" name="Google Shape;8889;p20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0" name="Google Shape;8890;p20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1" name="Google Shape;8891;p20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2" name="Google Shape;8892;p20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3" name="Google Shape;8893;p20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4" name="Google Shape;8894;p20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5" name="Google Shape;8895;p20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6" name="Google Shape;8896;p20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7" name="Google Shape;8897;p20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8" name="Google Shape;8898;p20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899" name="Google Shape;8899;p20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0" name="Google Shape;8900;p20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1" name="Google Shape;8901;p20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2" name="Google Shape;8902;p20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3" name="Google Shape;8903;p20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4" name="Google Shape;8904;p20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5" name="Google Shape;8905;p20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6" name="Google Shape;8906;p20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7" name="Google Shape;8907;p20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8" name="Google Shape;8908;p20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09" name="Google Shape;8909;p20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0" name="Google Shape;8910;p20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1" name="Google Shape;8911;p20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2" name="Google Shape;8912;p20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3" name="Google Shape;8913;p20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4" name="Google Shape;8914;p20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5" name="Google Shape;8915;p20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6" name="Google Shape;8916;p20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7" name="Google Shape;8917;p20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8" name="Google Shape;8918;p20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19" name="Google Shape;8919;p20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0" name="Google Shape;8920;p20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1" name="Google Shape;8921;p20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2" name="Google Shape;8922;p20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3" name="Google Shape;8923;p20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4" name="Google Shape;8924;p20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5" name="Google Shape;8925;p20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6" name="Google Shape;8926;p20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7" name="Google Shape;8927;p20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8" name="Google Shape;8928;p20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29" name="Google Shape;8929;p20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0" name="Google Shape;8930;p20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1" name="Google Shape;8931;p20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2" name="Google Shape;8932;p20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3" name="Google Shape;8933;p20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4" name="Google Shape;8934;p20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5" name="Google Shape;8935;p20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6" name="Google Shape;8936;p20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7" name="Google Shape;8937;p20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8" name="Google Shape;8938;p20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39" name="Google Shape;8939;p20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0" name="Google Shape;8940;p20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1" name="Google Shape;8941;p20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2" name="Google Shape;8942;p20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3" name="Google Shape;8943;p20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4" name="Google Shape;8944;p20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5" name="Google Shape;8945;p20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6" name="Google Shape;8946;p20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7" name="Google Shape;8947;p20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8" name="Google Shape;8948;p20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49" name="Google Shape;8949;p20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0" name="Google Shape;8950;p20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1" name="Google Shape;8951;p20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2" name="Google Shape;8952;p20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3" name="Google Shape;8953;p20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4" name="Google Shape;8954;p20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5" name="Google Shape;8955;p20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6" name="Google Shape;8956;p20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7" name="Google Shape;8957;p20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8" name="Google Shape;8958;p20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59" name="Google Shape;8959;p20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0" name="Google Shape;8960;p20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1" name="Google Shape;8961;p20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2" name="Google Shape;8962;p20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3" name="Google Shape;8963;p20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4" name="Google Shape;8964;p20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5" name="Google Shape;8965;p20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6" name="Google Shape;8966;p20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7" name="Google Shape;8967;p20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8" name="Google Shape;8968;p20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69" name="Google Shape;8969;p20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0" name="Google Shape;8970;p20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1" name="Google Shape;8971;p20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2" name="Google Shape;8972;p20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3" name="Google Shape;8973;p20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4" name="Google Shape;8974;p20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5" name="Google Shape;8975;p20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6" name="Google Shape;8976;p20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7" name="Google Shape;8977;p20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8" name="Google Shape;8978;p20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79" name="Google Shape;8979;p20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0" name="Google Shape;8980;p20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1" name="Google Shape;8981;p20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2" name="Google Shape;8982;p20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3" name="Google Shape;8983;p20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4" name="Google Shape;8984;p20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5" name="Google Shape;8985;p20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6" name="Google Shape;8986;p20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7" name="Google Shape;8987;p20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8" name="Google Shape;8988;p20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89" name="Google Shape;8989;p20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0" name="Google Shape;8990;p20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1" name="Google Shape;8991;p20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2" name="Google Shape;8992;p20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3" name="Google Shape;8993;p20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4" name="Google Shape;8994;p20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5" name="Google Shape;8995;p20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6" name="Google Shape;8996;p20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7" name="Google Shape;8997;p20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8" name="Google Shape;8998;p20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999" name="Google Shape;8999;p20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0" name="Google Shape;9000;p20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1" name="Google Shape;9001;p20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2" name="Google Shape;9002;p20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3" name="Google Shape;9003;p20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4" name="Google Shape;9004;p20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5" name="Google Shape;9005;p20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6" name="Google Shape;9006;p20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7" name="Google Shape;9007;p20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8" name="Google Shape;9008;p20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09" name="Google Shape;9009;p20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0" name="Google Shape;9010;p20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1" name="Google Shape;9011;p20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2" name="Google Shape;9012;p20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3" name="Google Shape;9013;p20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4" name="Google Shape;9014;p20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5" name="Google Shape;9015;p20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6" name="Google Shape;9016;p20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7" name="Google Shape;9017;p20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8" name="Google Shape;9018;p20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19" name="Google Shape;9019;p20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0" name="Google Shape;9020;p20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1" name="Google Shape;9021;p20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2" name="Google Shape;9022;p20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3" name="Google Shape;9023;p20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4" name="Google Shape;9024;p20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5" name="Google Shape;9025;p20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6" name="Google Shape;9026;p20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7" name="Google Shape;9027;p20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8" name="Google Shape;9028;p20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29" name="Google Shape;9029;p20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0" name="Google Shape;9030;p20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1" name="Google Shape;9031;p20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2" name="Google Shape;9032;p20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3" name="Google Shape;9033;p20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4" name="Google Shape;9034;p20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5" name="Google Shape;9035;p20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6" name="Google Shape;9036;p20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7" name="Google Shape;9037;p20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8" name="Google Shape;9038;p20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39" name="Google Shape;9039;p20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0" name="Google Shape;9040;p20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1" name="Google Shape;9041;p20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2" name="Google Shape;9042;p20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3" name="Google Shape;9043;p20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4" name="Google Shape;9044;p20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5" name="Google Shape;9045;p20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6" name="Google Shape;9046;p20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7" name="Google Shape;9047;p20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8" name="Google Shape;9048;p20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49" name="Google Shape;9049;p20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0" name="Google Shape;9050;p20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1" name="Google Shape;9051;p20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2" name="Google Shape;9052;p20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3" name="Google Shape;9053;p20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4" name="Google Shape;9054;p20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5" name="Google Shape;9055;p20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6" name="Google Shape;9056;p20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7" name="Google Shape;9057;p20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8" name="Google Shape;9058;p20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59" name="Google Shape;9059;p20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0" name="Google Shape;9060;p20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1" name="Google Shape;9061;p20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2" name="Google Shape;9062;p20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3" name="Google Shape;9063;p20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4" name="Google Shape;9064;p20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5" name="Google Shape;9065;p20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6" name="Google Shape;9066;p20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7" name="Google Shape;9067;p20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8" name="Google Shape;9068;p20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69" name="Google Shape;9069;p20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0" name="Google Shape;9070;p20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1" name="Google Shape;9071;p20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2" name="Google Shape;9072;p20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3" name="Google Shape;9073;p20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4" name="Google Shape;9074;p20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5" name="Google Shape;9075;p20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6" name="Google Shape;9076;p20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7" name="Google Shape;9077;p20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8" name="Google Shape;9078;p20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79" name="Google Shape;9079;p20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0" name="Google Shape;9080;p20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1" name="Google Shape;9081;p20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2" name="Google Shape;9082;p20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3" name="Google Shape;9083;p20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4" name="Google Shape;9084;p20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5" name="Google Shape;9085;p20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6" name="Google Shape;9086;p20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7" name="Google Shape;9087;p20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8" name="Google Shape;9088;p20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89" name="Google Shape;9089;p20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0" name="Google Shape;9090;p20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1" name="Google Shape;9091;p20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2" name="Google Shape;9092;p20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3" name="Google Shape;9093;p20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4" name="Google Shape;9094;p20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5" name="Google Shape;9095;p20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6" name="Google Shape;9096;p20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7" name="Google Shape;9097;p20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8" name="Google Shape;9098;p20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099" name="Google Shape;9099;p20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0" name="Google Shape;9100;p20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1" name="Google Shape;9101;p20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2" name="Google Shape;9102;p20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3" name="Google Shape;9103;p20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4" name="Google Shape;9104;p20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5" name="Google Shape;9105;p20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6" name="Google Shape;9106;p20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07" name="Google Shape;9107;p20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108" name="Google Shape;9108;p20"/>
          <p:cNvGrpSpPr/>
          <p:nvPr/>
        </p:nvGrpSpPr>
        <p:grpSpPr>
          <a:xfrm>
            <a:off x="41785" y="56"/>
            <a:ext cx="9143721" cy="2251922"/>
            <a:chOff x="-347225" y="-1310325"/>
            <a:chExt cx="7672194" cy="1889514"/>
          </a:xfrm>
        </p:grpSpPr>
        <p:sp>
          <p:nvSpPr>
            <p:cNvPr id="9109" name="Google Shape;9109;p20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0" name="Google Shape;9110;p20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1" name="Google Shape;9111;p20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2" name="Google Shape;9112;p20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3" name="Google Shape;9113;p20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4" name="Google Shape;9114;p20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5" name="Google Shape;9115;p20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6" name="Google Shape;9116;p20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7" name="Google Shape;9117;p20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8" name="Google Shape;9118;p20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19" name="Google Shape;9119;p20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0" name="Google Shape;9120;p20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1" name="Google Shape;9121;p20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2" name="Google Shape;9122;p20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3" name="Google Shape;9123;p20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4" name="Google Shape;9124;p20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5" name="Google Shape;9125;p20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6" name="Google Shape;9126;p20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7" name="Google Shape;9127;p20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8" name="Google Shape;9128;p20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29" name="Google Shape;9129;p20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0" name="Google Shape;9130;p20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1" name="Google Shape;9131;p20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2" name="Google Shape;9132;p20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3" name="Google Shape;9133;p20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4" name="Google Shape;9134;p20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5" name="Google Shape;9135;p20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6" name="Google Shape;9136;p20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7" name="Google Shape;9137;p20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8" name="Google Shape;9138;p20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39" name="Google Shape;9139;p20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0" name="Google Shape;9140;p20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1" name="Google Shape;9141;p20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2" name="Google Shape;9142;p20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3" name="Google Shape;9143;p20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4" name="Google Shape;9144;p20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5" name="Google Shape;9145;p20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6" name="Google Shape;9146;p20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7" name="Google Shape;9147;p20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8" name="Google Shape;9148;p20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49" name="Google Shape;9149;p20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0" name="Google Shape;9150;p20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1" name="Google Shape;9151;p20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2" name="Google Shape;9152;p20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3" name="Google Shape;9153;p20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4" name="Google Shape;9154;p20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5" name="Google Shape;9155;p20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6" name="Google Shape;9156;p20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7" name="Google Shape;9157;p20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8" name="Google Shape;9158;p20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59" name="Google Shape;9159;p20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0" name="Google Shape;9160;p20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1" name="Google Shape;9161;p20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2" name="Google Shape;9162;p20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3" name="Google Shape;9163;p20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4" name="Google Shape;9164;p20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5" name="Google Shape;9165;p20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6" name="Google Shape;9166;p20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7" name="Google Shape;9167;p20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8" name="Google Shape;9168;p20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69" name="Google Shape;9169;p20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0" name="Google Shape;9170;p20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1" name="Google Shape;9171;p20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2" name="Google Shape;9172;p20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3" name="Google Shape;9173;p20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4" name="Google Shape;9174;p20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5" name="Google Shape;9175;p20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6" name="Google Shape;9176;p20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7" name="Google Shape;9177;p20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8" name="Google Shape;9178;p20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79" name="Google Shape;9179;p20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0" name="Google Shape;9180;p20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1" name="Google Shape;9181;p20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2" name="Google Shape;9182;p20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3" name="Google Shape;9183;p20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4" name="Google Shape;9184;p20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5" name="Google Shape;9185;p20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6" name="Google Shape;9186;p20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7" name="Google Shape;9187;p20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8" name="Google Shape;9188;p20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89" name="Google Shape;9189;p20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0" name="Google Shape;9190;p20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1" name="Google Shape;9191;p20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2" name="Google Shape;9192;p20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3" name="Google Shape;9193;p20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4" name="Google Shape;9194;p20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5" name="Google Shape;9195;p20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6" name="Google Shape;9196;p20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7" name="Google Shape;9197;p20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8" name="Google Shape;9198;p20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199" name="Google Shape;9199;p20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0" name="Google Shape;9200;p20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1" name="Google Shape;9201;p20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2" name="Google Shape;9202;p20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3" name="Google Shape;9203;p20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4" name="Google Shape;9204;p20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5" name="Google Shape;9205;p20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6" name="Google Shape;9206;p20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7" name="Google Shape;9207;p20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8" name="Google Shape;9208;p20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09" name="Google Shape;9209;p20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0" name="Google Shape;9210;p20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1" name="Google Shape;9211;p20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2" name="Google Shape;9212;p20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3" name="Google Shape;9213;p20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4" name="Google Shape;9214;p20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5" name="Google Shape;9215;p20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6" name="Google Shape;9216;p20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7" name="Google Shape;9217;p20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8" name="Google Shape;9218;p20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19" name="Google Shape;9219;p20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0" name="Google Shape;9220;p20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1" name="Google Shape;9221;p20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2" name="Google Shape;9222;p20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3" name="Google Shape;9223;p20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4" name="Google Shape;9224;p20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5" name="Google Shape;9225;p20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6" name="Google Shape;9226;p20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7" name="Google Shape;9227;p20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8" name="Google Shape;9228;p20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29" name="Google Shape;9229;p20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0" name="Google Shape;9230;p20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1" name="Google Shape;9231;p20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2" name="Google Shape;9232;p20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3" name="Google Shape;9233;p20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4" name="Google Shape;9234;p20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5" name="Google Shape;9235;p20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6" name="Google Shape;9236;p20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7" name="Google Shape;9237;p20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8" name="Google Shape;9238;p20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239" name="Google Shape;9239;p20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240" name="Google Shape;9240;p20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9241" name="Google Shape;9241;p20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242" name="Google Shape;9242;p20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9243" name="Google Shape;9243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44" name="Google Shape;9244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45" name="Google Shape;9245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46" name="Google Shape;9246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47" name="Google Shape;9247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48" name="Google Shape;9248;p20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9249" name="Google Shape;9249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0" name="Google Shape;9250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1" name="Google Shape;9251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2" name="Google Shape;9252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3" name="Google Shape;9253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9254" name="Google Shape;9254;p20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9255" name="Google Shape;9255;p20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9256" name="Google Shape;9256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7" name="Google Shape;9257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8" name="Google Shape;9258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59" name="Google Shape;9259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0" name="Google Shape;9260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61" name="Google Shape;9261;p20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9262" name="Google Shape;9262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3" name="Google Shape;9263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4" name="Google Shape;9264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5" name="Google Shape;9265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6" name="Google Shape;9266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67" name="Google Shape;9267;p20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9268" name="Google Shape;9268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69" name="Google Shape;9269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0" name="Google Shape;9270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1" name="Google Shape;9271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2" name="Google Shape;9272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73" name="Google Shape;9273;p20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9274" name="Google Shape;9274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5" name="Google Shape;9275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6" name="Google Shape;9276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7" name="Google Shape;9277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78" name="Google Shape;9278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79" name="Google Shape;9279;p20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9280" name="Google Shape;9280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1" name="Google Shape;9281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2" name="Google Shape;9282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3" name="Google Shape;9283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4" name="Google Shape;9284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85" name="Google Shape;9285;p20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9286" name="Google Shape;9286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7" name="Google Shape;9287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8" name="Google Shape;9288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89" name="Google Shape;9289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0" name="Google Shape;9290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91" name="Google Shape;9291;p20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9292" name="Google Shape;9292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3" name="Google Shape;9293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4" name="Google Shape;9294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5" name="Google Shape;9295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6" name="Google Shape;9296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297" name="Google Shape;9297;p20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9298" name="Google Shape;9298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299" name="Google Shape;9299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0" name="Google Shape;9300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1" name="Google Shape;9301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2" name="Google Shape;9302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303" name="Google Shape;9303;p20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9304" name="Google Shape;9304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5" name="Google Shape;9305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6" name="Google Shape;9306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7" name="Google Shape;9307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08" name="Google Shape;9308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309" name="Google Shape;9309;p20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9310" name="Google Shape;9310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1" name="Google Shape;9311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2" name="Google Shape;9312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3" name="Google Shape;9313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4" name="Google Shape;9314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9315" name="Google Shape;9315;p20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9316" name="Google Shape;9316;p20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7" name="Google Shape;9317;p20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8" name="Google Shape;9318;p20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19" name="Google Shape;9319;p20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9320" name="Google Shape;9320;p20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9321" name="Google Shape;9321;p20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9322" name="Google Shape;9322;p20"/>
          <p:cNvSpPr txBox="1">
            <a:spLocks noGrp="1"/>
          </p:cNvSpPr>
          <p:nvPr>
            <p:ph type="title"/>
          </p:nvPr>
        </p:nvSpPr>
        <p:spPr>
          <a:xfrm>
            <a:off x="714675" y="794075"/>
            <a:ext cx="4238400" cy="111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323" name="Google Shape;9323;p20"/>
          <p:cNvSpPr txBox="1">
            <a:spLocks noGrp="1"/>
          </p:cNvSpPr>
          <p:nvPr>
            <p:ph type="body" idx="1"/>
          </p:nvPr>
        </p:nvSpPr>
        <p:spPr>
          <a:xfrm>
            <a:off x="714675" y="1980025"/>
            <a:ext cx="4238400" cy="229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  <p:grpSp>
        <p:nvGrpSpPr>
          <p:cNvPr id="9324" name="Google Shape;9324;p20"/>
          <p:cNvGrpSpPr/>
          <p:nvPr/>
        </p:nvGrpSpPr>
        <p:grpSpPr>
          <a:xfrm>
            <a:off x="1130250" y="4598729"/>
            <a:ext cx="208157" cy="236967"/>
            <a:chOff x="1130250" y="4598729"/>
            <a:chExt cx="208157" cy="236967"/>
          </a:xfrm>
        </p:grpSpPr>
        <p:sp>
          <p:nvSpPr>
            <p:cNvPr id="9325" name="Google Shape;9325;p20"/>
            <p:cNvSpPr/>
            <p:nvPr/>
          </p:nvSpPr>
          <p:spPr>
            <a:xfrm>
              <a:off x="1130250" y="4598729"/>
              <a:ext cx="208157" cy="236967"/>
            </a:xfrm>
            <a:custGeom>
              <a:avLst/>
              <a:gdLst/>
              <a:ahLst/>
              <a:cxnLst/>
              <a:rect l="l" t="t" r="r" b="b"/>
              <a:pathLst>
                <a:path w="2023" h="2303" extrusionOk="0">
                  <a:moveTo>
                    <a:pt x="394" y="1460"/>
                  </a:moveTo>
                  <a:cubicBezTo>
                    <a:pt x="1" y="562"/>
                    <a:pt x="1292" y="0"/>
                    <a:pt x="1686" y="843"/>
                  </a:cubicBezTo>
                  <a:cubicBezTo>
                    <a:pt x="2023" y="1741"/>
                    <a:pt x="731" y="2303"/>
                    <a:pt x="394" y="14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6" name="Google Shape;9326;p20"/>
            <p:cNvSpPr/>
            <p:nvPr/>
          </p:nvSpPr>
          <p:spPr>
            <a:xfrm>
              <a:off x="1170688" y="4650692"/>
              <a:ext cx="127281" cy="127281"/>
            </a:xfrm>
            <a:custGeom>
              <a:avLst/>
              <a:gdLst/>
              <a:ahLst/>
              <a:cxnLst/>
              <a:rect l="l" t="t" r="r" b="b"/>
              <a:pathLst>
                <a:path w="1237" h="1237" extrusionOk="0">
                  <a:moveTo>
                    <a:pt x="169" y="843"/>
                  </a:moveTo>
                  <a:cubicBezTo>
                    <a:pt x="1" y="562"/>
                    <a:pt x="169" y="281"/>
                    <a:pt x="394" y="169"/>
                  </a:cubicBezTo>
                  <a:cubicBezTo>
                    <a:pt x="843" y="1"/>
                    <a:pt x="1236" y="394"/>
                    <a:pt x="1068" y="787"/>
                  </a:cubicBezTo>
                  <a:cubicBezTo>
                    <a:pt x="956" y="1236"/>
                    <a:pt x="338" y="1236"/>
                    <a:pt x="169" y="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7" name="Google Shape;9327;p20"/>
            <p:cNvSpPr/>
            <p:nvPr/>
          </p:nvSpPr>
          <p:spPr>
            <a:xfrm>
              <a:off x="1176450" y="4656454"/>
              <a:ext cx="127281" cy="121519"/>
            </a:xfrm>
            <a:custGeom>
              <a:avLst/>
              <a:gdLst/>
              <a:ahLst/>
              <a:cxnLst/>
              <a:rect l="l" t="t" r="r" b="b"/>
              <a:pathLst>
                <a:path w="1237" h="1181" extrusionOk="0">
                  <a:moveTo>
                    <a:pt x="113" y="787"/>
                  </a:moveTo>
                  <a:cubicBezTo>
                    <a:pt x="1" y="619"/>
                    <a:pt x="57" y="450"/>
                    <a:pt x="169" y="282"/>
                  </a:cubicBezTo>
                  <a:cubicBezTo>
                    <a:pt x="169" y="225"/>
                    <a:pt x="226" y="225"/>
                    <a:pt x="282" y="225"/>
                  </a:cubicBezTo>
                  <a:cubicBezTo>
                    <a:pt x="787" y="1"/>
                    <a:pt x="1237" y="506"/>
                    <a:pt x="900" y="956"/>
                  </a:cubicBezTo>
                  <a:cubicBezTo>
                    <a:pt x="900" y="1012"/>
                    <a:pt x="843" y="1012"/>
                    <a:pt x="787" y="1068"/>
                  </a:cubicBezTo>
                  <a:cubicBezTo>
                    <a:pt x="506" y="1180"/>
                    <a:pt x="169" y="1068"/>
                    <a:pt x="57" y="78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28" name="Google Shape;9328;p20"/>
            <p:cNvSpPr/>
            <p:nvPr/>
          </p:nvSpPr>
          <p:spPr>
            <a:xfrm>
              <a:off x="1188078" y="4685368"/>
              <a:ext cx="80978" cy="69454"/>
            </a:xfrm>
            <a:custGeom>
              <a:avLst/>
              <a:gdLst/>
              <a:ahLst/>
              <a:cxnLst/>
              <a:rect l="l" t="t" r="r" b="b"/>
              <a:pathLst>
                <a:path w="787" h="675" extrusionOk="0">
                  <a:moveTo>
                    <a:pt x="450" y="618"/>
                  </a:moveTo>
                  <a:cubicBezTo>
                    <a:pt x="113" y="618"/>
                    <a:pt x="0" y="225"/>
                    <a:pt x="225" y="1"/>
                  </a:cubicBezTo>
                  <a:cubicBezTo>
                    <a:pt x="169" y="57"/>
                    <a:pt x="169" y="113"/>
                    <a:pt x="169" y="169"/>
                  </a:cubicBezTo>
                  <a:cubicBezTo>
                    <a:pt x="113" y="338"/>
                    <a:pt x="281" y="562"/>
                    <a:pt x="506" y="562"/>
                  </a:cubicBezTo>
                  <a:cubicBezTo>
                    <a:pt x="562" y="562"/>
                    <a:pt x="674" y="562"/>
                    <a:pt x="787" y="450"/>
                  </a:cubicBezTo>
                  <a:cubicBezTo>
                    <a:pt x="730" y="562"/>
                    <a:pt x="562" y="675"/>
                    <a:pt x="450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329" name="Google Shape;9329;p20"/>
          <p:cNvGrpSpPr/>
          <p:nvPr/>
        </p:nvGrpSpPr>
        <p:grpSpPr>
          <a:xfrm flipH="1">
            <a:off x="4085308" y="4693118"/>
            <a:ext cx="356261" cy="81650"/>
            <a:chOff x="1962943" y="5517637"/>
            <a:chExt cx="356261" cy="81650"/>
          </a:xfrm>
        </p:grpSpPr>
        <p:sp>
          <p:nvSpPr>
            <p:cNvPr id="9330" name="Google Shape;9330;p20"/>
            <p:cNvSpPr/>
            <p:nvPr/>
          </p:nvSpPr>
          <p:spPr>
            <a:xfrm>
              <a:off x="1985205" y="5517637"/>
              <a:ext cx="70552" cy="81650"/>
            </a:xfrm>
            <a:custGeom>
              <a:avLst/>
              <a:gdLst/>
              <a:ahLst/>
              <a:cxnLst/>
              <a:rect l="l" t="t" r="r" b="b"/>
              <a:pathLst>
                <a:path w="1068" h="1236" extrusionOk="0">
                  <a:moveTo>
                    <a:pt x="57" y="1236"/>
                  </a:moveTo>
                  <a:lnTo>
                    <a:pt x="0" y="0"/>
                  </a:lnTo>
                  <a:lnTo>
                    <a:pt x="1068" y="0"/>
                  </a:lnTo>
                  <a:lnTo>
                    <a:pt x="1068" y="123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1" name="Google Shape;9331;p20"/>
            <p:cNvSpPr/>
            <p:nvPr/>
          </p:nvSpPr>
          <p:spPr>
            <a:xfrm>
              <a:off x="2055690" y="5517637"/>
              <a:ext cx="263513" cy="81650"/>
            </a:xfrm>
            <a:custGeom>
              <a:avLst/>
              <a:gdLst/>
              <a:ahLst/>
              <a:cxnLst/>
              <a:rect l="l" t="t" r="r" b="b"/>
              <a:pathLst>
                <a:path w="3989" h="1236" extrusionOk="0">
                  <a:moveTo>
                    <a:pt x="1" y="1236"/>
                  </a:moveTo>
                  <a:lnTo>
                    <a:pt x="1" y="0"/>
                  </a:lnTo>
                  <a:lnTo>
                    <a:pt x="3988" y="0"/>
                  </a:lnTo>
                  <a:lnTo>
                    <a:pt x="3988" y="1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2" name="Google Shape;9332;p20"/>
            <p:cNvSpPr/>
            <p:nvPr/>
          </p:nvSpPr>
          <p:spPr>
            <a:xfrm>
              <a:off x="1962943" y="5517637"/>
              <a:ext cx="26028" cy="81650"/>
            </a:xfrm>
            <a:custGeom>
              <a:avLst/>
              <a:gdLst/>
              <a:ahLst/>
              <a:cxnLst/>
              <a:rect l="l" t="t" r="r" b="b"/>
              <a:pathLst>
                <a:path w="394" h="1236" extrusionOk="0">
                  <a:moveTo>
                    <a:pt x="0" y="1236"/>
                  </a:moveTo>
                  <a:lnTo>
                    <a:pt x="0" y="0"/>
                  </a:lnTo>
                  <a:lnTo>
                    <a:pt x="337" y="0"/>
                  </a:lnTo>
                  <a:lnTo>
                    <a:pt x="394" y="123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3" name="Google Shape;9333;p20"/>
            <p:cNvSpPr/>
            <p:nvPr/>
          </p:nvSpPr>
          <p:spPr>
            <a:xfrm>
              <a:off x="2055690" y="5580723"/>
              <a:ext cx="263513" cy="18563"/>
            </a:xfrm>
            <a:custGeom>
              <a:avLst/>
              <a:gdLst/>
              <a:ahLst/>
              <a:cxnLst/>
              <a:rect l="l" t="t" r="r" b="b"/>
              <a:pathLst>
                <a:path w="3989" h="281" extrusionOk="0">
                  <a:moveTo>
                    <a:pt x="3988" y="0"/>
                  </a:moveTo>
                  <a:lnTo>
                    <a:pt x="3988" y="281"/>
                  </a:lnTo>
                  <a:lnTo>
                    <a:pt x="1" y="28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4" name="Google Shape;9334;p20"/>
            <p:cNvSpPr/>
            <p:nvPr/>
          </p:nvSpPr>
          <p:spPr>
            <a:xfrm>
              <a:off x="1962943" y="5580723"/>
              <a:ext cx="26028" cy="18563"/>
            </a:xfrm>
            <a:custGeom>
              <a:avLst/>
              <a:gdLst/>
              <a:ahLst/>
              <a:cxnLst/>
              <a:rect l="l" t="t" r="r" b="b"/>
              <a:pathLst>
                <a:path w="394" h="281" extrusionOk="0">
                  <a:moveTo>
                    <a:pt x="394" y="0"/>
                  </a:moveTo>
                  <a:lnTo>
                    <a:pt x="394" y="281"/>
                  </a:lnTo>
                  <a:lnTo>
                    <a:pt x="0" y="2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9335" name="Google Shape;9335;p20"/>
          <p:cNvGrpSpPr/>
          <p:nvPr/>
        </p:nvGrpSpPr>
        <p:grpSpPr>
          <a:xfrm flipH="1">
            <a:off x="4548262" y="4536578"/>
            <a:ext cx="252349" cy="252349"/>
            <a:chOff x="1647575" y="5358103"/>
            <a:chExt cx="252349" cy="252349"/>
          </a:xfrm>
        </p:grpSpPr>
        <p:sp>
          <p:nvSpPr>
            <p:cNvPr id="9336" name="Google Shape;9336;p20"/>
            <p:cNvSpPr/>
            <p:nvPr/>
          </p:nvSpPr>
          <p:spPr>
            <a:xfrm>
              <a:off x="1647575" y="5358103"/>
              <a:ext cx="252349" cy="252349"/>
            </a:xfrm>
            <a:custGeom>
              <a:avLst/>
              <a:gdLst/>
              <a:ahLst/>
              <a:cxnLst/>
              <a:rect l="l" t="t" r="r" b="b"/>
              <a:pathLst>
                <a:path w="3820" h="3820" extrusionOk="0">
                  <a:moveTo>
                    <a:pt x="3707" y="2303"/>
                  </a:moveTo>
                  <a:cubicBezTo>
                    <a:pt x="3820" y="899"/>
                    <a:pt x="2247" y="0"/>
                    <a:pt x="1124" y="899"/>
                  </a:cubicBezTo>
                  <a:cubicBezTo>
                    <a:pt x="0" y="1741"/>
                    <a:pt x="506" y="3539"/>
                    <a:pt x="1910" y="3707"/>
                  </a:cubicBezTo>
                  <a:cubicBezTo>
                    <a:pt x="2809" y="3819"/>
                    <a:pt x="3595" y="3145"/>
                    <a:pt x="3707" y="230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7" name="Google Shape;9337;p20"/>
            <p:cNvSpPr/>
            <p:nvPr/>
          </p:nvSpPr>
          <p:spPr>
            <a:xfrm>
              <a:off x="1695798" y="5428588"/>
              <a:ext cx="163300" cy="141038"/>
            </a:xfrm>
            <a:custGeom>
              <a:avLst/>
              <a:gdLst/>
              <a:ahLst/>
              <a:cxnLst/>
              <a:rect l="l" t="t" r="r" b="b"/>
              <a:pathLst>
                <a:path w="2472" h="2135" extrusionOk="0">
                  <a:moveTo>
                    <a:pt x="2416" y="1180"/>
                  </a:moveTo>
                  <a:cubicBezTo>
                    <a:pt x="2472" y="562"/>
                    <a:pt x="2079" y="57"/>
                    <a:pt x="1461" y="0"/>
                  </a:cubicBezTo>
                  <a:lnTo>
                    <a:pt x="1405" y="0"/>
                  </a:lnTo>
                  <a:cubicBezTo>
                    <a:pt x="1" y="0"/>
                    <a:pt x="1" y="2135"/>
                    <a:pt x="1405" y="2135"/>
                  </a:cubicBezTo>
                  <a:lnTo>
                    <a:pt x="1461" y="2135"/>
                  </a:lnTo>
                  <a:cubicBezTo>
                    <a:pt x="1966" y="2022"/>
                    <a:pt x="2360" y="1685"/>
                    <a:pt x="2416" y="118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8" name="Google Shape;9338;p20"/>
            <p:cNvSpPr/>
            <p:nvPr/>
          </p:nvSpPr>
          <p:spPr>
            <a:xfrm>
              <a:off x="1740322" y="5450850"/>
              <a:ext cx="85416" cy="85416"/>
            </a:xfrm>
            <a:custGeom>
              <a:avLst/>
              <a:gdLst/>
              <a:ahLst/>
              <a:cxnLst/>
              <a:rect l="l" t="t" r="r" b="b"/>
              <a:pathLst>
                <a:path w="1293" h="1293" extrusionOk="0">
                  <a:moveTo>
                    <a:pt x="1236" y="787"/>
                  </a:moveTo>
                  <a:cubicBezTo>
                    <a:pt x="1292" y="281"/>
                    <a:pt x="731" y="0"/>
                    <a:pt x="394" y="281"/>
                  </a:cubicBezTo>
                  <a:cubicBezTo>
                    <a:pt x="1" y="618"/>
                    <a:pt x="169" y="1180"/>
                    <a:pt x="675" y="1236"/>
                  </a:cubicBezTo>
                  <a:cubicBezTo>
                    <a:pt x="955" y="1292"/>
                    <a:pt x="1180" y="1068"/>
                    <a:pt x="1236" y="78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339" name="Google Shape;9339;p20"/>
            <p:cNvSpPr/>
            <p:nvPr/>
          </p:nvSpPr>
          <p:spPr>
            <a:xfrm>
              <a:off x="1758885" y="5495374"/>
              <a:ext cx="22328" cy="22328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337" y="169"/>
                  </a:moveTo>
                  <a:cubicBezTo>
                    <a:pt x="337" y="113"/>
                    <a:pt x="281" y="0"/>
                    <a:pt x="225" y="0"/>
                  </a:cubicBezTo>
                  <a:cubicBezTo>
                    <a:pt x="113" y="0"/>
                    <a:pt x="57" y="57"/>
                    <a:pt x="57" y="169"/>
                  </a:cubicBezTo>
                  <a:cubicBezTo>
                    <a:pt x="0" y="225"/>
                    <a:pt x="57" y="337"/>
                    <a:pt x="169" y="337"/>
                  </a:cubicBezTo>
                  <a:cubicBezTo>
                    <a:pt x="281" y="337"/>
                    <a:pt x="337" y="281"/>
                    <a:pt x="337" y="16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5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1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62" name="Google Shape;11562;p25"/>
          <p:cNvGrpSpPr/>
          <p:nvPr/>
        </p:nvGrpSpPr>
        <p:grpSpPr>
          <a:xfrm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11563" name="Google Shape;11563;p25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4" name="Google Shape;11564;p25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5" name="Google Shape;11565;p25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6" name="Google Shape;11566;p25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7" name="Google Shape;11567;p25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8" name="Google Shape;11568;p25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69" name="Google Shape;11569;p25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0" name="Google Shape;11570;p25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1" name="Google Shape;11571;p25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2" name="Google Shape;11572;p25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3" name="Google Shape;11573;p25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4" name="Google Shape;11574;p25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5" name="Google Shape;11575;p25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6" name="Google Shape;11576;p25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7" name="Google Shape;11577;p25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8" name="Google Shape;11578;p25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79" name="Google Shape;11579;p25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0" name="Google Shape;11580;p25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1" name="Google Shape;11581;p25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2" name="Google Shape;11582;p25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3" name="Google Shape;11583;p25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4" name="Google Shape;11584;p25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5" name="Google Shape;11585;p25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6" name="Google Shape;11586;p25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7" name="Google Shape;11587;p25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8" name="Google Shape;11588;p25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89" name="Google Shape;11589;p25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0" name="Google Shape;11590;p25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1" name="Google Shape;11591;p25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2" name="Google Shape;11592;p25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3" name="Google Shape;11593;p25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4" name="Google Shape;11594;p25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5" name="Google Shape;11595;p25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6" name="Google Shape;11596;p25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7" name="Google Shape;11597;p25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8" name="Google Shape;11598;p25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599" name="Google Shape;11599;p25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0" name="Google Shape;11600;p25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1" name="Google Shape;11601;p25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2" name="Google Shape;11602;p25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3" name="Google Shape;11603;p25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4" name="Google Shape;11604;p25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5" name="Google Shape;11605;p25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6" name="Google Shape;11606;p25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7" name="Google Shape;11607;p25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8" name="Google Shape;11608;p25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09" name="Google Shape;11609;p25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0" name="Google Shape;11610;p25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1" name="Google Shape;11611;p25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2" name="Google Shape;11612;p25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3" name="Google Shape;11613;p25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4" name="Google Shape;11614;p25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5" name="Google Shape;11615;p25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6" name="Google Shape;11616;p25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7" name="Google Shape;11617;p25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8" name="Google Shape;11618;p25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19" name="Google Shape;11619;p25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0" name="Google Shape;11620;p25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1" name="Google Shape;11621;p25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2" name="Google Shape;11622;p25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3" name="Google Shape;11623;p25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4" name="Google Shape;11624;p25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5" name="Google Shape;11625;p25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6" name="Google Shape;11626;p25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7" name="Google Shape;11627;p25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8" name="Google Shape;11628;p25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29" name="Google Shape;11629;p25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0" name="Google Shape;11630;p25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1" name="Google Shape;11631;p25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2" name="Google Shape;11632;p25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3" name="Google Shape;11633;p25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4" name="Google Shape;11634;p25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5" name="Google Shape;11635;p25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6" name="Google Shape;11636;p25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7" name="Google Shape;11637;p25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8" name="Google Shape;11638;p25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39" name="Google Shape;11639;p25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0" name="Google Shape;11640;p25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1" name="Google Shape;11641;p25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2" name="Google Shape;11642;p25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3" name="Google Shape;11643;p25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4" name="Google Shape;11644;p25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5" name="Google Shape;11645;p25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6" name="Google Shape;11646;p25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7" name="Google Shape;11647;p25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8" name="Google Shape;11648;p25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49" name="Google Shape;11649;p25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0" name="Google Shape;11650;p25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1" name="Google Shape;11651;p25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2" name="Google Shape;11652;p25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3" name="Google Shape;11653;p25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4" name="Google Shape;11654;p25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5" name="Google Shape;11655;p25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6" name="Google Shape;11656;p25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7" name="Google Shape;11657;p25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8" name="Google Shape;11658;p25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59" name="Google Shape;11659;p25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0" name="Google Shape;11660;p25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1" name="Google Shape;11661;p25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2" name="Google Shape;11662;p25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3" name="Google Shape;11663;p25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4" name="Google Shape;11664;p25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5" name="Google Shape;11665;p25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6" name="Google Shape;11666;p25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7" name="Google Shape;11667;p25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8" name="Google Shape;11668;p25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69" name="Google Shape;11669;p25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0" name="Google Shape;11670;p25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1" name="Google Shape;11671;p25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2" name="Google Shape;11672;p25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3" name="Google Shape;11673;p25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4" name="Google Shape;11674;p25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5" name="Google Shape;11675;p25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6" name="Google Shape;11676;p25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7" name="Google Shape;11677;p25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8" name="Google Shape;11678;p25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79" name="Google Shape;11679;p25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0" name="Google Shape;11680;p25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1" name="Google Shape;11681;p25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2" name="Google Shape;11682;p25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3" name="Google Shape;11683;p25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4" name="Google Shape;11684;p25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5" name="Google Shape;11685;p25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6" name="Google Shape;11686;p25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7" name="Google Shape;11687;p25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8" name="Google Shape;11688;p25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89" name="Google Shape;11689;p25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0" name="Google Shape;11690;p25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1" name="Google Shape;11691;p25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2" name="Google Shape;11692;p25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3" name="Google Shape;11693;p25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4" name="Google Shape;11694;p25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5" name="Google Shape;11695;p25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6" name="Google Shape;11696;p25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7" name="Google Shape;11697;p25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8" name="Google Shape;11698;p25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699" name="Google Shape;11699;p25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0" name="Google Shape;11700;p25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1" name="Google Shape;11701;p25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2" name="Google Shape;11702;p25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3" name="Google Shape;11703;p25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4" name="Google Shape;11704;p25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5" name="Google Shape;11705;p25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6" name="Google Shape;11706;p25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7" name="Google Shape;11707;p25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8" name="Google Shape;11708;p25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09" name="Google Shape;11709;p25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0" name="Google Shape;11710;p25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1" name="Google Shape;11711;p25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2" name="Google Shape;11712;p25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3" name="Google Shape;11713;p25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4" name="Google Shape;11714;p25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5" name="Google Shape;11715;p25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6" name="Google Shape;11716;p25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7" name="Google Shape;11717;p25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8" name="Google Shape;11718;p25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19" name="Google Shape;11719;p25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0" name="Google Shape;11720;p25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1" name="Google Shape;11721;p25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2" name="Google Shape;11722;p25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3" name="Google Shape;11723;p25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4" name="Google Shape;11724;p25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5" name="Google Shape;11725;p25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6" name="Google Shape;11726;p25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7" name="Google Shape;11727;p25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8" name="Google Shape;11728;p25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29" name="Google Shape;11729;p25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0" name="Google Shape;11730;p25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1" name="Google Shape;11731;p25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2" name="Google Shape;11732;p25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3" name="Google Shape;11733;p25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4" name="Google Shape;11734;p25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5" name="Google Shape;11735;p25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6" name="Google Shape;11736;p25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7" name="Google Shape;11737;p25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8" name="Google Shape;11738;p25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39" name="Google Shape;11739;p25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0" name="Google Shape;11740;p25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1" name="Google Shape;11741;p25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2" name="Google Shape;11742;p25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3" name="Google Shape;11743;p25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4" name="Google Shape;11744;p25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5" name="Google Shape;11745;p25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6" name="Google Shape;11746;p25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7" name="Google Shape;11747;p25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8" name="Google Shape;11748;p25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49" name="Google Shape;11749;p25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0" name="Google Shape;11750;p25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1" name="Google Shape;11751;p25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2" name="Google Shape;11752;p25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3" name="Google Shape;11753;p25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4" name="Google Shape;11754;p25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5" name="Google Shape;11755;p25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6" name="Google Shape;11756;p25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7" name="Google Shape;11757;p25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8" name="Google Shape;11758;p25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59" name="Google Shape;11759;p25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0" name="Google Shape;11760;p25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1" name="Google Shape;11761;p25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2" name="Google Shape;11762;p25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3" name="Google Shape;11763;p25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4" name="Google Shape;11764;p25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5" name="Google Shape;11765;p25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6" name="Google Shape;11766;p25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7" name="Google Shape;11767;p25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8" name="Google Shape;11768;p25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69" name="Google Shape;11769;p25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0" name="Google Shape;11770;p25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1" name="Google Shape;11771;p25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2" name="Google Shape;11772;p25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3" name="Google Shape;11773;p25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4" name="Google Shape;11774;p25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5" name="Google Shape;11775;p25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6" name="Google Shape;11776;p25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7" name="Google Shape;11777;p25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8" name="Google Shape;11778;p25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79" name="Google Shape;11779;p25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0" name="Google Shape;11780;p25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1" name="Google Shape;11781;p25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2" name="Google Shape;11782;p25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3" name="Google Shape;11783;p25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4" name="Google Shape;11784;p25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5" name="Google Shape;11785;p25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6" name="Google Shape;11786;p25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7" name="Google Shape;11787;p25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8" name="Google Shape;11788;p25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89" name="Google Shape;11789;p25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0" name="Google Shape;11790;p25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1" name="Google Shape;11791;p25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2" name="Google Shape;11792;p25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3" name="Google Shape;11793;p25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4" name="Google Shape;11794;p25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5" name="Google Shape;11795;p25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6" name="Google Shape;11796;p25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7" name="Google Shape;11797;p25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8" name="Google Shape;11798;p25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799" name="Google Shape;11799;p25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0" name="Google Shape;11800;p25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1" name="Google Shape;11801;p25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2" name="Google Shape;11802;p25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3" name="Google Shape;11803;p25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4" name="Google Shape;11804;p25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5" name="Google Shape;11805;p25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6" name="Google Shape;11806;p25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7" name="Google Shape;11807;p25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8" name="Google Shape;11808;p25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09" name="Google Shape;11809;p25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0" name="Google Shape;11810;p25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1" name="Google Shape;11811;p25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2" name="Google Shape;11812;p25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3" name="Google Shape;11813;p25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4" name="Google Shape;11814;p25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5" name="Google Shape;11815;p25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6" name="Google Shape;11816;p25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7" name="Google Shape;11817;p25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8" name="Google Shape;11818;p25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19" name="Google Shape;11819;p25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0" name="Google Shape;11820;p25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1" name="Google Shape;11821;p25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2" name="Google Shape;11822;p25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3" name="Google Shape;11823;p25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4" name="Google Shape;11824;p25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5" name="Google Shape;11825;p25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6" name="Google Shape;11826;p25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7" name="Google Shape;11827;p25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8" name="Google Shape;11828;p25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29" name="Google Shape;11829;p25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0" name="Google Shape;11830;p25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1" name="Google Shape;11831;p25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2" name="Google Shape;11832;p25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3" name="Google Shape;11833;p25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4" name="Google Shape;11834;p25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5" name="Google Shape;11835;p25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6" name="Google Shape;11836;p25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7" name="Google Shape;11837;p25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8" name="Google Shape;11838;p25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39" name="Google Shape;11839;p25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0" name="Google Shape;11840;p25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1" name="Google Shape;11841;p25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2" name="Google Shape;11842;p25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3" name="Google Shape;11843;p25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4" name="Google Shape;11844;p25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5" name="Google Shape;11845;p25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6" name="Google Shape;11846;p25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7" name="Google Shape;11847;p25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8" name="Google Shape;11848;p25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49" name="Google Shape;11849;p25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0" name="Google Shape;11850;p25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1" name="Google Shape;11851;p25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2" name="Google Shape;11852;p25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3" name="Google Shape;11853;p25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4" name="Google Shape;11854;p25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5" name="Google Shape;11855;p25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6" name="Google Shape;11856;p25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7" name="Google Shape;11857;p25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8" name="Google Shape;11858;p25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59" name="Google Shape;11859;p25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0" name="Google Shape;11860;p25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1" name="Google Shape;11861;p25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2" name="Google Shape;11862;p25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3" name="Google Shape;11863;p25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4" name="Google Shape;11864;p25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5" name="Google Shape;11865;p25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6" name="Google Shape;11866;p25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7" name="Google Shape;11867;p25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8" name="Google Shape;11868;p25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69" name="Google Shape;11869;p25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0" name="Google Shape;11870;p25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1" name="Google Shape;11871;p25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2" name="Google Shape;11872;p25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3" name="Google Shape;11873;p25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4" name="Google Shape;11874;p25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5" name="Google Shape;11875;p25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6" name="Google Shape;11876;p25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7" name="Google Shape;11877;p25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78" name="Google Shape;11878;p25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1879" name="Google Shape;11879;p25"/>
          <p:cNvGrpSpPr/>
          <p:nvPr/>
        </p:nvGrpSpPr>
        <p:grpSpPr>
          <a:xfrm>
            <a:off x="41785" y="56"/>
            <a:ext cx="9143721" cy="2251922"/>
            <a:chOff x="-347225" y="-1310325"/>
            <a:chExt cx="7672194" cy="1889514"/>
          </a:xfrm>
        </p:grpSpPr>
        <p:sp>
          <p:nvSpPr>
            <p:cNvPr id="11880" name="Google Shape;11880;p25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1" name="Google Shape;11881;p25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2" name="Google Shape;11882;p25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3" name="Google Shape;11883;p25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4" name="Google Shape;11884;p25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5" name="Google Shape;11885;p25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6" name="Google Shape;11886;p25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7" name="Google Shape;11887;p25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8" name="Google Shape;11888;p25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89" name="Google Shape;11889;p25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0" name="Google Shape;11890;p25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1" name="Google Shape;11891;p25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2" name="Google Shape;11892;p25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3" name="Google Shape;11893;p25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4" name="Google Shape;11894;p25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5" name="Google Shape;11895;p25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6" name="Google Shape;11896;p25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7" name="Google Shape;11897;p25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8" name="Google Shape;11898;p25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899" name="Google Shape;11899;p25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0" name="Google Shape;11900;p25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1" name="Google Shape;11901;p25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2" name="Google Shape;11902;p25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3" name="Google Shape;11903;p25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4" name="Google Shape;11904;p25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5" name="Google Shape;11905;p25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6" name="Google Shape;11906;p25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7" name="Google Shape;11907;p25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8" name="Google Shape;11908;p25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09" name="Google Shape;11909;p25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0" name="Google Shape;11910;p25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1" name="Google Shape;11911;p25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2" name="Google Shape;11912;p25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3" name="Google Shape;11913;p25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4" name="Google Shape;11914;p25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5" name="Google Shape;11915;p25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6" name="Google Shape;11916;p25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7" name="Google Shape;11917;p25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8" name="Google Shape;11918;p25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19" name="Google Shape;11919;p25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0" name="Google Shape;11920;p25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1" name="Google Shape;11921;p25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2" name="Google Shape;11922;p25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3" name="Google Shape;11923;p25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4" name="Google Shape;11924;p25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5" name="Google Shape;11925;p25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6" name="Google Shape;11926;p25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7" name="Google Shape;11927;p25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8" name="Google Shape;11928;p25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29" name="Google Shape;11929;p25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0" name="Google Shape;11930;p25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1" name="Google Shape;11931;p25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2" name="Google Shape;11932;p25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3" name="Google Shape;11933;p25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4" name="Google Shape;11934;p25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5" name="Google Shape;11935;p25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6" name="Google Shape;11936;p25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7" name="Google Shape;11937;p25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8" name="Google Shape;11938;p25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39" name="Google Shape;11939;p25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0" name="Google Shape;11940;p25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1" name="Google Shape;11941;p25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2" name="Google Shape;11942;p25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3" name="Google Shape;11943;p25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4" name="Google Shape;11944;p25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5" name="Google Shape;11945;p25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6" name="Google Shape;11946;p25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7" name="Google Shape;11947;p25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8" name="Google Shape;11948;p25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49" name="Google Shape;11949;p25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0" name="Google Shape;11950;p25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1" name="Google Shape;11951;p25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2" name="Google Shape;11952;p25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3" name="Google Shape;11953;p25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4" name="Google Shape;11954;p25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5" name="Google Shape;11955;p25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6" name="Google Shape;11956;p25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7" name="Google Shape;11957;p25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8" name="Google Shape;11958;p25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59" name="Google Shape;11959;p25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0" name="Google Shape;11960;p25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1" name="Google Shape;11961;p25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2" name="Google Shape;11962;p25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3" name="Google Shape;11963;p25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4" name="Google Shape;11964;p25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5" name="Google Shape;11965;p25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6" name="Google Shape;11966;p25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7" name="Google Shape;11967;p25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8" name="Google Shape;11968;p25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69" name="Google Shape;11969;p25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0" name="Google Shape;11970;p25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1" name="Google Shape;11971;p25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2" name="Google Shape;11972;p25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3" name="Google Shape;11973;p25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4" name="Google Shape;11974;p25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5" name="Google Shape;11975;p25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6" name="Google Shape;11976;p25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7" name="Google Shape;11977;p25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8" name="Google Shape;11978;p25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79" name="Google Shape;11979;p25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0" name="Google Shape;11980;p25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1" name="Google Shape;11981;p25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2" name="Google Shape;11982;p25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3" name="Google Shape;11983;p25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4" name="Google Shape;11984;p25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5" name="Google Shape;11985;p25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6" name="Google Shape;11986;p25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7" name="Google Shape;11987;p25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8" name="Google Shape;11988;p25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89" name="Google Shape;11989;p25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0" name="Google Shape;11990;p25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1" name="Google Shape;11991;p25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2" name="Google Shape;11992;p25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3" name="Google Shape;11993;p25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4" name="Google Shape;11994;p25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5" name="Google Shape;11995;p25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6" name="Google Shape;11996;p25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7" name="Google Shape;11997;p25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8" name="Google Shape;11998;p25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999" name="Google Shape;11999;p25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0" name="Google Shape;12000;p25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1" name="Google Shape;12001;p25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2" name="Google Shape;12002;p25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3" name="Google Shape;12003;p25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4" name="Google Shape;12004;p25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5" name="Google Shape;12005;p25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6" name="Google Shape;12006;p25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7" name="Google Shape;12007;p25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8" name="Google Shape;12008;p25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09" name="Google Shape;12009;p25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10" name="Google Shape;12010;p25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2011" name="Google Shape;12011;p25"/>
          <p:cNvSpPr txBox="1">
            <a:spLocks noGrp="1"/>
          </p:cNvSpPr>
          <p:nvPr>
            <p:ph type="title"/>
          </p:nvPr>
        </p:nvSpPr>
        <p:spPr>
          <a:xfrm>
            <a:off x="867075" y="540236"/>
            <a:ext cx="3616500" cy="828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012" name="Google Shape;12012;p25"/>
          <p:cNvSpPr txBox="1">
            <a:spLocks noGrp="1"/>
          </p:cNvSpPr>
          <p:nvPr>
            <p:ph type="subTitle" idx="1"/>
          </p:nvPr>
        </p:nvSpPr>
        <p:spPr>
          <a:xfrm>
            <a:off x="867075" y="1427849"/>
            <a:ext cx="3616500" cy="121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2013" name="Google Shape;12013;p25"/>
          <p:cNvSpPr txBox="1"/>
          <p:nvPr/>
        </p:nvSpPr>
        <p:spPr>
          <a:xfrm>
            <a:off x="865500" y="3739826"/>
            <a:ext cx="2954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CREDITS: 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This presentation template was created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" sz="1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and infographics &amp; images by </a:t>
            </a:r>
            <a:r>
              <a:rPr lang="en" sz="1000" b="1">
                <a:solidFill>
                  <a:schemeClr val="lt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bg>
      <p:bgPr>
        <a:gradFill>
          <a:gsLst>
            <a:gs pos="0">
              <a:schemeClr val="accent6"/>
            </a:gs>
            <a:gs pos="40000">
              <a:schemeClr val="accent6"/>
            </a:gs>
            <a:gs pos="100000">
              <a:schemeClr val="dk1"/>
            </a:gs>
          </a:gsLst>
          <a:lin ang="2698631" scaled="0"/>
        </a:gradFill>
        <a:effectLst/>
      </p:bgPr>
    </p:bg>
    <p:spTree>
      <p:nvGrpSpPr>
        <p:cNvPr id="1" name="Shape 1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15" name="Google Shape;12015;p26"/>
          <p:cNvGrpSpPr/>
          <p:nvPr/>
        </p:nvGrpSpPr>
        <p:grpSpPr>
          <a:xfrm flipH="1">
            <a:off x="-82849" y="2670990"/>
            <a:ext cx="9363767" cy="2555558"/>
            <a:chOff x="1851250" y="1720850"/>
            <a:chExt cx="3539775" cy="966075"/>
          </a:xfrm>
        </p:grpSpPr>
        <p:sp>
          <p:nvSpPr>
            <p:cNvPr id="12016" name="Google Shape;12016;p26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17" name="Google Shape;12017;p26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18" name="Google Shape;12018;p26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19" name="Google Shape;12019;p26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0" name="Google Shape;12020;p26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1" name="Google Shape;12021;p26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2" name="Google Shape;12022;p26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3" name="Google Shape;12023;p26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4" name="Google Shape;12024;p26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5" name="Google Shape;12025;p26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6" name="Google Shape;12026;p26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7" name="Google Shape;12027;p26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8" name="Google Shape;12028;p26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29" name="Google Shape;12029;p26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0" name="Google Shape;12030;p26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1" name="Google Shape;12031;p26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2" name="Google Shape;12032;p26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3" name="Google Shape;12033;p26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4" name="Google Shape;12034;p26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5" name="Google Shape;12035;p26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6" name="Google Shape;12036;p26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7" name="Google Shape;12037;p26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8" name="Google Shape;12038;p26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39" name="Google Shape;12039;p26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0" name="Google Shape;12040;p26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1" name="Google Shape;12041;p26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2" name="Google Shape;12042;p26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3" name="Google Shape;12043;p26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4" name="Google Shape;12044;p26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5" name="Google Shape;12045;p26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6" name="Google Shape;12046;p26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7" name="Google Shape;12047;p26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8" name="Google Shape;12048;p26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49" name="Google Shape;12049;p26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0" name="Google Shape;12050;p26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1" name="Google Shape;12051;p26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2" name="Google Shape;12052;p26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3" name="Google Shape;12053;p26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4" name="Google Shape;12054;p26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5" name="Google Shape;12055;p26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6" name="Google Shape;12056;p26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7" name="Google Shape;12057;p26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8" name="Google Shape;12058;p26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59" name="Google Shape;12059;p26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0" name="Google Shape;12060;p26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1" name="Google Shape;12061;p26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2" name="Google Shape;12062;p26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3" name="Google Shape;12063;p26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4" name="Google Shape;12064;p26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5" name="Google Shape;12065;p26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6" name="Google Shape;12066;p26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7" name="Google Shape;12067;p26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8" name="Google Shape;12068;p26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69" name="Google Shape;12069;p26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0" name="Google Shape;12070;p26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1" name="Google Shape;12071;p26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2" name="Google Shape;12072;p26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3" name="Google Shape;12073;p26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4" name="Google Shape;12074;p26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5" name="Google Shape;12075;p26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6" name="Google Shape;12076;p26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7" name="Google Shape;12077;p26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8" name="Google Shape;12078;p26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79" name="Google Shape;12079;p26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0" name="Google Shape;12080;p26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1" name="Google Shape;12081;p26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2" name="Google Shape;12082;p26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3" name="Google Shape;12083;p26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4" name="Google Shape;12084;p26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5" name="Google Shape;12085;p26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6" name="Google Shape;12086;p26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7" name="Google Shape;12087;p26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8" name="Google Shape;12088;p26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89" name="Google Shape;12089;p26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0" name="Google Shape;12090;p26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1" name="Google Shape;12091;p26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2" name="Google Shape;12092;p26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3" name="Google Shape;12093;p26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4" name="Google Shape;12094;p26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5" name="Google Shape;12095;p26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6" name="Google Shape;12096;p26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7" name="Google Shape;12097;p26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8" name="Google Shape;12098;p26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099" name="Google Shape;12099;p26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0" name="Google Shape;12100;p26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1" name="Google Shape;12101;p26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2" name="Google Shape;12102;p26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3" name="Google Shape;12103;p26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4" name="Google Shape;12104;p26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5" name="Google Shape;12105;p26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6" name="Google Shape;12106;p26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7" name="Google Shape;12107;p26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8" name="Google Shape;12108;p26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09" name="Google Shape;12109;p26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0" name="Google Shape;12110;p26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1" name="Google Shape;12111;p26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2" name="Google Shape;12112;p26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3" name="Google Shape;12113;p26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4" name="Google Shape;12114;p26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5" name="Google Shape;12115;p26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6" name="Google Shape;12116;p26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7" name="Google Shape;12117;p26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8" name="Google Shape;12118;p26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19" name="Google Shape;12119;p26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0" name="Google Shape;12120;p26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1" name="Google Shape;12121;p26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2" name="Google Shape;12122;p26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3" name="Google Shape;12123;p26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4" name="Google Shape;12124;p26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5" name="Google Shape;12125;p26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6" name="Google Shape;12126;p26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7" name="Google Shape;12127;p26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8" name="Google Shape;12128;p26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29" name="Google Shape;12129;p26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0" name="Google Shape;12130;p26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1" name="Google Shape;12131;p26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2" name="Google Shape;12132;p26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3" name="Google Shape;12133;p26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4" name="Google Shape;12134;p26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5" name="Google Shape;12135;p26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6" name="Google Shape;12136;p26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7" name="Google Shape;12137;p26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8" name="Google Shape;12138;p26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39" name="Google Shape;12139;p26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0" name="Google Shape;12140;p26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1" name="Google Shape;12141;p26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2" name="Google Shape;12142;p26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3" name="Google Shape;12143;p26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4" name="Google Shape;12144;p26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5" name="Google Shape;12145;p26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6" name="Google Shape;12146;p26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7" name="Google Shape;12147;p26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8" name="Google Shape;12148;p26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49" name="Google Shape;12149;p26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0" name="Google Shape;12150;p26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1" name="Google Shape;12151;p26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2" name="Google Shape;12152;p26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3" name="Google Shape;12153;p26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4" name="Google Shape;12154;p26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5" name="Google Shape;12155;p26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6" name="Google Shape;12156;p26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7" name="Google Shape;12157;p26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8" name="Google Shape;12158;p26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59" name="Google Shape;12159;p26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0" name="Google Shape;12160;p26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1" name="Google Shape;12161;p26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2" name="Google Shape;12162;p26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3" name="Google Shape;12163;p26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4" name="Google Shape;12164;p26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5" name="Google Shape;12165;p26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6" name="Google Shape;12166;p26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7" name="Google Shape;12167;p26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8" name="Google Shape;12168;p26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69" name="Google Shape;12169;p26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0" name="Google Shape;12170;p26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1" name="Google Shape;12171;p26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2" name="Google Shape;12172;p26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3" name="Google Shape;12173;p26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4" name="Google Shape;12174;p26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5" name="Google Shape;12175;p26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6" name="Google Shape;12176;p26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7" name="Google Shape;12177;p26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8" name="Google Shape;12178;p26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79" name="Google Shape;12179;p26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0" name="Google Shape;12180;p26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1" name="Google Shape;12181;p26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2" name="Google Shape;12182;p26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3" name="Google Shape;12183;p26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4" name="Google Shape;12184;p26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5" name="Google Shape;12185;p26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6" name="Google Shape;12186;p26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7" name="Google Shape;12187;p26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8" name="Google Shape;12188;p26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89" name="Google Shape;12189;p26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0" name="Google Shape;12190;p26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1" name="Google Shape;12191;p26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2" name="Google Shape;12192;p26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3" name="Google Shape;12193;p26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4" name="Google Shape;12194;p26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5" name="Google Shape;12195;p26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6" name="Google Shape;12196;p26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7" name="Google Shape;12197;p26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8" name="Google Shape;12198;p26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199" name="Google Shape;12199;p26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0" name="Google Shape;12200;p26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1" name="Google Shape;12201;p26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2" name="Google Shape;12202;p26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3" name="Google Shape;12203;p26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4" name="Google Shape;12204;p26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5" name="Google Shape;12205;p26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6" name="Google Shape;12206;p26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7" name="Google Shape;12207;p26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8" name="Google Shape;12208;p26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09" name="Google Shape;12209;p26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0" name="Google Shape;12210;p26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1" name="Google Shape;12211;p26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2" name="Google Shape;12212;p26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3" name="Google Shape;12213;p26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4" name="Google Shape;12214;p26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5" name="Google Shape;12215;p26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6" name="Google Shape;12216;p26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7" name="Google Shape;12217;p26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8" name="Google Shape;12218;p26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19" name="Google Shape;12219;p26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0" name="Google Shape;12220;p26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1" name="Google Shape;12221;p26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2" name="Google Shape;12222;p26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3" name="Google Shape;12223;p26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4" name="Google Shape;12224;p26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5" name="Google Shape;12225;p26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6" name="Google Shape;12226;p26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7" name="Google Shape;12227;p26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8" name="Google Shape;12228;p26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29" name="Google Shape;12229;p26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0" name="Google Shape;12230;p26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1" name="Google Shape;12231;p26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2" name="Google Shape;12232;p26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3" name="Google Shape;12233;p26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4" name="Google Shape;12234;p26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5" name="Google Shape;12235;p26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6" name="Google Shape;12236;p26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7" name="Google Shape;12237;p26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8" name="Google Shape;12238;p26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39" name="Google Shape;12239;p26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0" name="Google Shape;12240;p26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1" name="Google Shape;12241;p26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2" name="Google Shape;12242;p26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3" name="Google Shape;12243;p26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4" name="Google Shape;12244;p26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5" name="Google Shape;12245;p26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6" name="Google Shape;12246;p26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7" name="Google Shape;12247;p26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8" name="Google Shape;12248;p26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49" name="Google Shape;12249;p26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0" name="Google Shape;12250;p26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1" name="Google Shape;12251;p26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2" name="Google Shape;12252;p26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3" name="Google Shape;12253;p26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4" name="Google Shape;12254;p26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5" name="Google Shape;12255;p26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6" name="Google Shape;12256;p26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7" name="Google Shape;12257;p26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8" name="Google Shape;12258;p26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59" name="Google Shape;12259;p26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0" name="Google Shape;12260;p26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1" name="Google Shape;12261;p26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2" name="Google Shape;12262;p26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3" name="Google Shape;12263;p26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4" name="Google Shape;12264;p26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5" name="Google Shape;12265;p26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6" name="Google Shape;12266;p26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7" name="Google Shape;12267;p26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8" name="Google Shape;12268;p26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69" name="Google Shape;12269;p26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0" name="Google Shape;12270;p26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1" name="Google Shape;12271;p26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2" name="Google Shape;12272;p26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3" name="Google Shape;12273;p26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4" name="Google Shape;12274;p26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5" name="Google Shape;12275;p26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6" name="Google Shape;12276;p26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7" name="Google Shape;12277;p26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8" name="Google Shape;12278;p26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79" name="Google Shape;12279;p26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0" name="Google Shape;12280;p26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1" name="Google Shape;12281;p26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2" name="Google Shape;12282;p26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3" name="Google Shape;12283;p26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4" name="Google Shape;12284;p26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5" name="Google Shape;12285;p26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6" name="Google Shape;12286;p26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7" name="Google Shape;12287;p26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8" name="Google Shape;12288;p26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89" name="Google Shape;12289;p26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0" name="Google Shape;12290;p26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1" name="Google Shape;12291;p26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2" name="Google Shape;12292;p26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3" name="Google Shape;12293;p26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4" name="Google Shape;12294;p26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5" name="Google Shape;12295;p26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6" name="Google Shape;12296;p26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7" name="Google Shape;12297;p26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8" name="Google Shape;12298;p26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299" name="Google Shape;12299;p26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0" name="Google Shape;12300;p26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1" name="Google Shape;12301;p26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2" name="Google Shape;12302;p26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3" name="Google Shape;12303;p26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4" name="Google Shape;12304;p26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5" name="Google Shape;12305;p26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6" name="Google Shape;12306;p26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7" name="Google Shape;12307;p26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8" name="Google Shape;12308;p26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09" name="Google Shape;12309;p26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0" name="Google Shape;12310;p26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1" name="Google Shape;12311;p26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2" name="Google Shape;12312;p26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3" name="Google Shape;12313;p26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4" name="Google Shape;12314;p26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5" name="Google Shape;12315;p26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6" name="Google Shape;12316;p26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7" name="Google Shape;12317;p26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8" name="Google Shape;12318;p26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19" name="Google Shape;12319;p26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0" name="Google Shape;12320;p26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1" name="Google Shape;12321;p26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2" name="Google Shape;12322;p26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3" name="Google Shape;12323;p26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4" name="Google Shape;12324;p26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5" name="Google Shape;12325;p26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6" name="Google Shape;12326;p26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7" name="Google Shape;12327;p26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8" name="Google Shape;12328;p26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29" name="Google Shape;12329;p26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0" name="Google Shape;12330;p26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1" name="Google Shape;12331;p26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332" name="Google Shape;12332;p26"/>
          <p:cNvGrpSpPr/>
          <p:nvPr/>
        </p:nvGrpSpPr>
        <p:grpSpPr>
          <a:xfrm flipH="1">
            <a:off x="12563" y="56"/>
            <a:ext cx="9143721" cy="2251922"/>
            <a:chOff x="-347225" y="-1310325"/>
            <a:chExt cx="7672194" cy="1889514"/>
          </a:xfrm>
        </p:grpSpPr>
        <p:sp>
          <p:nvSpPr>
            <p:cNvPr id="12333" name="Google Shape;12333;p26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4" name="Google Shape;12334;p26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5" name="Google Shape;12335;p26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6" name="Google Shape;12336;p26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7" name="Google Shape;12337;p26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8" name="Google Shape;12338;p26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39" name="Google Shape;12339;p26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0" name="Google Shape;12340;p26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1" name="Google Shape;12341;p26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2" name="Google Shape;12342;p26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3" name="Google Shape;12343;p26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4" name="Google Shape;12344;p26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5" name="Google Shape;12345;p26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6" name="Google Shape;12346;p26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7" name="Google Shape;12347;p26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8" name="Google Shape;12348;p26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49" name="Google Shape;12349;p26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0" name="Google Shape;12350;p26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1" name="Google Shape;12351;p26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2" name="Google Shape;12352;p26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3" name="Google Shape;12353;p26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4" name="Google Shape;12354;p26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5" name="Google Shape;12355;p26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6" name="Google Shape;12356;p26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7" name="Google Shape;12357;p26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8" name="Google Shape;12358;p26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59" name="Google Shape;12359;p26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0" name="Google Shape;12360;p26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1" name="Google Shape;12361;p26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2" name="Google Shape;12362;p26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3" name="Google Shape;12363;p26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4" name="Google Shape;12364;p26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5" name="Google Shape;12365;p26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6" name="Google Shape;12366;p26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7" name="Google Shape;12367;p26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8" name="Google Shape;12368;p26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69" name="Google Shape;12369;p26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0" name="Google Shape;12370;p26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1" name="Google Shape;12371;p26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2" name="Google Shape;12372;p26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3" name="Google Shape;12373;p26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4" name="Google Shape;12374;p26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5" name="Google Shape;12375;p26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6" name="Google Shape;12376;p26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7" name="Google Shape;12377;p26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8" name="Google Shape;12378;p26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79" name="Google Shape;12379;p26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0" name="Google Shape;12380;p26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1" name="Google Shape;12381;p26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2" name="Google Shape;12382;p26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3" name="Google Shape;12383;p26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4" name="Google Shape;12384;p26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5" name="Google Shape;12385;p26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6" name="Google Shape;12386;p26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7" name="Google Shape;12387;p26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8" name="Google Shape;12388;p26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89" name="Google Shape;12389;p26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0" name="Google Shape;12390;p26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1" name="Google Shape;12391;p26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2" name="Google Shape;12392;p26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3" name="Google Shape;12393;p26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4" name="Google Shape;12394;p26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5" name="Google Shape;12395;p26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6" name="Google Shape;12396;p26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7" name="Google Shape;12397;p26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8" name="Google Shape;12398;p26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399" name="Google Shape;12399;p26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0" name="Google Shape;12400;p26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1" name="Google Shape;12401;p26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2" name="Google Shape;12402;p26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3" name="Google Shape;12403;p26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4" name="Google Shape;12404;p26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5" name="Google Shape;12405;p26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6" name="Google Shape;12406;p26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7" name="Google Shape;12407;p26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8" name="Google Shape;12408;p26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09" name="Google Shape;12409;p26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0" name="Google Shape;12410;p26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1" name="Google Shape;12411;p26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2" name="Google Shape;12412;p26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3" name="Google Shape;12413;p26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4" name="Google Shape;12414;p26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5" name="Google Shape;12415;p26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6" name="Google Shape;12416;p26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7" name="Google Shape;12417;p26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8" name="Google Shape;12418;p26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19" name="Google Shape;12419;p26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0" name="Google Shape;12420;p26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1" name="Google Shape;12421;p26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2" name="Google Shape;12422;p26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3" name="Google Shape;12423;p26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4" name="Google Shape;12424;p26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5" name="Google Shape;12425;p26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6" name="Google Shape;12426;p26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7" name="Google Shape;12427;p26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8" name="Google Shape;12428;p26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29" name="Google Shape;12429;p26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0" name="Google Shape;12430;p26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1" name="Google Shape;12431;p26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2" name="Google Shape;12432;p26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3" name="Google Shape;12433;p26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4" name="Google Shape;12434;p26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5" name="Google Shape;12435;p26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6" name="Google Shape;12436;p26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7" name="Google Shape;12437;p26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8" name="Google Shape;12438;p26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39" name="Google Shape;12439;p26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0" name="Google Shape;12440;p26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1" name="Google Shape;12441;p26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2" name="Google Shape;12442;p26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3" name="Google Shape;12443;p26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4" name="Google Shape;12444;p26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5" name="Google Shape;12445;p26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6" name="Google Shape;12446;p26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7" name="Google Shape;12447;p26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8" name="Google Shape;12448;p26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49" name="Google Shape;12449;p26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0" name="Google Shape;12450;p26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1" name="Google Shape;12451;p26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2" name="Google Shape;12452;p26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3" name="Google Shape;12453;p26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4" name="Google Shape;12454;p26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5" name="Google Shape;12455;p26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6" name="Google Shape;12456;p26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7" name="Google Shape;12457;p26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8" name="Google Shape;12458;p26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59" name="Google Shape;12459;p26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0" name="Google Shape;12460;p26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1" name="Google Shape;12461;p26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2" name="Google Shape;12462;p26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463" name="Google Shape;12463;p26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464" name="Google Shape;12464;p26"/>
          <p:cNvGrpSpPr/>
          <p:nvPr/>
        </p:nvGrpSpPr>
        <p:grpSpPr>
          <a:xfrm>
            <a:off x="-440153" y="-571784"/>
            <a:ext cx="10599540" cy="5527826"/>
            <a:chOff x="-440153" y="-571784"/>
            <a:chExt cx="10599540" cy="5527826"/>
          </a:xfrm>
        </p:grpSpPr>
        <p:grpSp>
          <p:nvGrpSpPr>
            <p:cNvPr id="12465" name="Google Shape;12465;p26"/>
            <p:cNvGrpSpPr/>
            <p:nvPr/>
          </p:nvGrpSpPr>
          <p:grpSpPr>
            <a:xfrm rot="8407602" flipH="1">
              <a:off x="7045886" y="12132"/>
              <a:ext cx="2672379" cy="2345482"/>
              <a:chOff x="7103607" y="158760"/>
              <a:chExt cx="2741185" cy="2405871"/>
            </a:xfrm>
          </p:grpSpPr>
          <p:sp>
            <p:nvSpPr>
              <p:cNvPr id="12466" name="Google Shape;12466;p26"/>
              <p:cNvSpPr/>
              <p:nvPr/>
            </p:nvSpPr>
            <p:spPr>
              <a:xfrm rot="923072" flipH="1">
                <a:off x="8757029" y="1390196"/>
                <a:ext cx="963666" cy="1065701"/>
              </a:xfrm>
              <a:custGeom>
                <a:avLst/>
                <a:gdLst/>
                <a:ahLst/>
                <a:cxnLst/>
                <a:rect l="l" t="t" r="r" b="b"/>
                <a:pathLst>
                  <a:path w="14450" h="15980" extrusionOk="0">
                    <a:moveTo>
                      <a:pt x="14450" y="4114"/>
                    </a:moveTo>
                    <a:lnTo>
                      <a:pt x="9238" y="1"/>
                    </a:lnTo>
                    <a:lnTo>
                      <a:pt x="0" y="11888"/>
                    </a:lnTo>
                    <a:lnTo>
                      <a:pt x="5190" y="1597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7" name="Google Shape;12467;p26"/>
              <p:cNvSpPr/>
              <p:nvPr/>
            </p:nvSpPr>
            <p:spPr>
              <a:xfrm rot="923072" flipH="1">
                <a:off x="8758525" y="1432433"/>
                <a:ext cx="906246" cy="1016884"/>
              </a:xfrm>
              <a:custGeom>
                <a:avLst/>
                <a:gdLst/>
                <a:ahLst/>
                <a:cxnLst/>
                <a:rect l="l" t="t" r="r" b="b"/>
                <a:pathLst>
                  <a:path w="13589" h="15248" extrusionOk="0">
                    <a:moveTo>
                      <a:pt x="1" y="11759"/>
                    </a:moveTo>
                    <a:lnTo>
                      <a:pt x="4437" y="15247"/>
                    </a:lnTo>
                    <a:lnTo>
                      <a:pt x="13589" y="3511"/>
                    </a:lnTo>
                    <a:lnTo>
                      <a:pt x="915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8" name="Google Shape;12468;p26"/>
              <p:cNvSpPr/>
              <p:nvPr/>
            </p:nvSpPr>
            <p:spPr>
              <a:xfrm rot="923072" flipH="1">
                <a:off x="8811828" y="1439434"/>
                <a:ext cx="855962" cy="976670"/>
              </a:xfrm>
              <a:custGeom>
                <a:avLst/>
                <a:gdLst/>
                <a:ahLst/>
                <a:cxnLst/>
                <a:rect l="l" t="t" r="r" b="b"/>
                <a:pathLst>
                  <a:path w="12835" h="14645" extrusionOk="0">
                    <a:moveTo>
                      <a:pt x="12835" y="2930"/>
                    </a:moveTo>
                    <a:lnTo>
                      <a:pt x="9131" y="1"/>
                    </a:lnTo>
                    <a:lnTo>
                      <a:pt x="0" y="11716"/>
                    </a:lnTo>
                    <a:lnTo>
                      <a:pt x="3726" y="14644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69" name="Google Shape;12469;p26"/>
              <p:cNvSpPr/>
              <p:nvPr/>
            </p:nvSpPr>
            <p:spPr>
              <a:xfrm rot="3331772" flipH="1">
                <a:off x="8263789" y="876268"/>
                <a:ext cx="818680" cy="652023"/>
              </a:xfrm>
              <a:custGeom>
                <a:avLst/>
                <a:gdLst/>
                <a:ahLst/>
                <a:cxnLst/>
                <a:rect l="l" t="t" r="r" b="b"/>
                <a:pathLst>
                  <a:path w="12276" h="9777" extrusionOk="0">
                    <a:moveTo>
                      <a:pt x="9820" y="9777"/>
                    </a:moveTo>
                    <a:lnTo>
                      <a:pt x="12275" y="5362"/>
                    </a:lnTo>
                    <a:lnTo>
                      <a:pt x="2456" y="0"/>
                    </a:lnTo>
                    <a:lnTo>
                      <a:pt x="1" y="4415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0" name="Google Shape;12470;p26"/>
              <p:cNvSpPr/>
              <p:nvPr/>
            </p:nvSpPr>
            <p:spPr>
              <a:xfrm rot="3331772" flipH="1">
                <a:off x="8215349" y="830790"/>
                <a:ext cx="789870" cy="613276"/>
              </a:xfrm>
              <a:custGeom>
                <a:avLst/>
                <a:gdLst/>
                <a:ahLst/>
                <a:cxnLst/>
                <a:rect l="l" t="t" r="r" b="b"/>
                <a:pathLst>
                  <a:path w="11844" h="9196" extrusionOk="0">
                    <a:moveTo>
                      <a:pt x="11844" y="5534"/>
                    </a:moveTo>
                    <a:lnTo>
                      <a:pt x="2132" y="0"/>
                    </a:lnTo>
                    <a:lnTo>
                      <a:pt x="0" y="3661"/>
                    </a:lnTo>
                    <a:lnTo>
                      <a:pt x="9712" y="9195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1" name="Google Shape;12471;p26"/>
              <p:cNvSpPr/>
              <p:nvPr/>
            </p:nvSpPr>
            <p:spPr>
              <a:xfrm rot="3331772" flipH="1">
                <a:off x="7454277" y="326969"/>
                <a:ext cx="647755" cy="455289"/>
              </a:xfrm>
              <a:custGeom>
                <a:avLst/>
                <a:gdLst/>
                <a:ahLst/>
                <a:cxnLst/>
                <a:rect l="l" t="t" r="r" b="b"/>
                <a:pathLst>
                  <a:path w="9713" h="6827" extrusionOk="0">
                    <a:moveTo>
                      <a:pt x="0" y="4005"/>
                    </a:moveTo>
                    <a:lnTo>
                      <a:pt x="2369" y="0"/>
                    </a:lnTo>
                    <a:lnTo>
                      <a:pt x="7408" y="3532"/>
                    </a:lnTo>
                    <a:lnTo>
                      <a:pt x="9712" y="6374"/>
                    </a:lnTo>
                    <a:lnTo>
                      <a:pt x="9002" y="6826"/>
                    </a:lnTo>
                    <a:lnTo>
                      <a:pt x="6698" y="4005"/>
                    </a:lnTo>
                    <a:lnTo>
                      <a:pt x="3381" y="2046"/>
                    </a:lnTo>
                    <a:lnTo>
                      <a:pt x="1788" y="478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2" name="Google Shape;12472;p26"/>
              <p:cNvSpPr/>
              <p:nvPr/>
            </p:nvSpPr>
            <p:spPr>
              <a:xfrm rot="3331772" flipH="1">
                <a:off x="7331536" y="611852"/>
                <a:ext cx="619012" cy="488367"/>
              </a:xfrm>
              <a:custGeom>
                <a:avLst/>
                <a:gdLst/>
                <a:ahLst/>
                <a:cxnLst/>
                <a:rect l="l" t="t" r="r" b="b"/>
                <a:pathLst>
                  <a:path w="9282" h="7323" extrusionOk="0">
                    <a:moveTo>
                      <a:pt x="2347" y="0"/>
                    </a:moveTo>
                    <a:lnTo>
                      <a:pt x="0" y="4006"/>
                    </a:lnTo>
                    <a:lnTo>
                      <a:pt x="5556" y="6698"/>
                    </a:lnTo>
                    <a:lnTo>
                      <a:pt x="9152" y="7322"/>
                    </a:lnTo>
                    <a:lnTo>
                      <a:pt x="9281" y="6396"/>
                    </a:lnTo>
                    <a:lnTo>
                      <a:pt x="5621" y="5858"/>
                    </a:lnTo>
                    <a:lnTo>
                      <a:pt x="2304" y="3898"/>
                    </a:lnTo>
                    <a:lnTo>
                      <a:pt x="3898" y="116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3" name="Google Shape;12473;p26"/>
              <p:cNvSpPr/>
              <p:nvPr/>
            </p:nvSpPr>
            <p:spPr>
              <a:xfrm rot="3331772" flipH="1">
                <a:off x="7460178" y="331564"/>
                <a:ext cx="623346" cy="425145"/>
              </a:xfrm>
              <a:custGeom>
                <a:avLst/>
                <a:gdLst/>
                <a:ahLst/>
                <a:cxnLst/>
                <a:rect l="l" t="t" r="r" b="b"/>
                <a:pathLst>
                  <a:path w="9347" h="6375" extrusionOk="0">
                    <a:moveTo>
                      <a:pt x="2305" y="0"/>
                    </a:moveTo>
                    <a:lnTo>
                      <a:pt x="7042" y="3317"/>
                    </a:lnTo>
                    <a:lnTo>
                      <a:pt x="9346" y="6159"/>
                    </a:lnTo>
                    <a:lnTo>
                      <a:pt x="9002" y="6375"/>
                    </a:lnTo>
                    <a:lnTo>
                      <a:pt x="6676" y="3963"/>
                    </a:lnTo>
                    <a:lnTo>
                      <a:pt x="3360" y="2025"/>
                    </a:lnTo>
                    <a:lnTo>
                      <a:pt x="3338" y="2025"/>
                    </a:lnTo>
                    <a:lnTo>
                      <a:pt x="3015" y="1831"/>
                    </a:lnTo>
                    <a:lnTo>
                      <a:pt x="1422" y="4566"/>
                    </a:lnTo>
                    <a:lnTo>
                      <a:pt x="1" y="394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4" name="Google Shape;12474;p26"/>
              <p:cNvSpPr/>
              <p:nvPr/>
            </p:nvSpPr>
            <p:spPr>
              <a:xfrm rot="3331772" flipH="1">
                <a:off x="7335639" y="617739"/>
                <a:ext cx="588868" cy="472562"/>
              </a:xfrm>
              <a:custGeom>
                <a:avLst/>
                <a:gdLst/>
                <a:ahLst/>
                <a:cxnLst/>
                <a:rect l="l" t="t" r="r" b="b"/>
                <a:pathLst>
                  <a:path w="8830" h="7086" extrusionOk="0">
                    <a:moveTo>
                      <a:pt x="1" y="3941"/>
                    </a:moveTo>
                    <a:lnTo>
                      <a:pt x="5212" y="6461"/>
                    </a:lnTo>
                    <a:lnTo>
                      <a:pt x="8808" y="7085"/>
                    </a:lnTo>
                    <a:lnTo>
                      <a:pt x="8830" y="6676"/>
                    </a:lnTo>
                    <a:lnTo>
                      <a:pt x="5600" y="5793"/>
                    </a:lnTo>
                    <a:lnTo>
                      <a:pt x="5277" y="5621"/>
                    </a:lnTo>
                    <a:lnTo>
                      <a:pt x="5277" y="5621"/>
                    </a:lnTo>
                    <a:lnTo>
                      <a:pt x="1960" y="3661"/>
                    </a:lnTo>
                    <a:lnTo>
                      <a:pt x="3554" y="926"/>
                    </a:lnTo>
                    <a:lnTo>
                      <a:pt x="2326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5" name="Google Shape;12475;p26"/>
              <p:cNvSpPr/>
              <p:nvPr/>
            </p:nvSpPr>
            <p:spPr>
              <a:xfrm rot="3331772" flipH="1">
                <a:off x="7910830" y="771890"/>
                <a:ext cx="324644" cy="270026"/>
              </a:xfrm>
              <a:custGeom>
                <a:avLst/>
                <a:gdLst/>
                <a:ahLst/>
                <a:cxnLst/>
                <a:rect l="l" t="t" r="r" b="b"/>
                <a:pathLst>
                  <a:path w="4868" h="4049" extrusionOk="0">
                    <a:moveTo>
                      <a:pt x="3769" y="4049"/>
                    </a:moveTo>
                    <a:lnTo>
                      <a:pt x="4867" y="2175"/>
                    </a:lnTo>
                    <a:lnTo>
                      <a:pt x="1099" y="0"/>
                    </a:lnTo>
                    <a:lnTo>
                      <a:pt x="0" y="1895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6" name="Google Shape;12476;p26"/>
              <p:cNvSpPr/>
              <p:nvPr/>
            </p:nvSpPr>
            <p:spPr>
              <a:xfrm rot="3331772" flipH="1">
                <a:off x="8036047" y="837811"/>
                <a:ext cx="202536" cy="198201"/>
              </a:xfrm>
              <a:custGeom>
                <a:avLst/>
                <a:gdLst/>
                <a:ahLst/>
                <a:cxnLst/>
                <a:rect l="l" t="t" r="r" b="b"/>
                <a:pathLst>
                  <a:path w="3037" h="2972" extrusionOk="0">
                    <a:moveTo>
                      <a:pt x="3037" y="1120"/>
                    </a:moveTo>
                    <a:lnTo>
                      <a:pt x="1099" y="0"/>
                    </a:lnTo>
                    <a:lnTo>
                      <a:pt x="0" y="1895"/>
                    </a:lnTo>
                    <a:lnTo>
                      <a:pt x="1895" y="2972"/>
                    </a:lnTo>
                    <a:cubicBezTo>
                      <a:pt x="2520" y="2541"/>
                      <a:pt x="2929" y="1852"/>
                      <a:pt x="3037" y="112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7" name="Google Shape;12477;p26"/>
              <p:cNvSpPr/>
              <p:nvPr/>
            </p:nvSpPr>
            <p:spPr>
              <a:xfrm rot="3331772" flipH="1">
                <a:off x="7767321" y="694060"/>
                <a:ext cx="284431" cy="291566"/>
              </a:xfrm>
              <a:custGeom>
                <a:avLst/>
                <a:gdLst/>
                <a:ahLst/>
                <a:cxnLst/>
                <a:rect l="l" t="t" r="r" b="b"/>
                <a:pathLst>
                  <a:path w="4265" h="4372" extrusionOk="0">
                    <a:moveTo>
                      <a:pt x="3942" y="1637"/>
                    </a:moveTo>
                    <a:cubicBezTo>
                      <a:pt x="3446" y="151"/>
                      <a:pt x="1401" y="0"/>
                      <a:pt x="690" y="1400"/>
                    </a:cubicBezTo>
                    <a:cubicBezTo>
                      <a:pt x="1" y="2800"/>
                      <a:pt x="1336" y="4372"/>
                      <a:pt x="2843" y="3876"/>
                    </a:cubicBezTo>
                    <a:cubicBezTo>
                      <a:pt x="3748" y="3553"/>
                      <a:pt x="4265" y="2563"/>
                      <a:pt x="3942" y="163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8" name="Google Shape;12478;p26"/>
              <p:cNvSpPr/>
              <p:nvPr/>
            </p:nvSpPr>
            <p:spPr>
              <a:xfrm rot="3331772" flipH="1">
                <a:off x="7749472" y="687662"/>
                <a:ext cx="277295" cy="290166"/>
              </a:xfrm>
              <a:custGeom>
                <a:avLst/>
                <a:gdLst/>
                <a:ahLst/>
                <a:cxnLst/>
                <a:rect l="l" t="t" r="r" b="b"/>
                <a:pathLst>
                  <a:path w="4158" h="4351" extrusionOk="0">
                    <a:moveTo>
                      <a:pt x="3640" y="1422"/>
                    </a:moveTo>
                    <a:cubicBezTo>
                      <a:pt x="3511" y="1056"/>
                      <a:pt x="3274" y="754"/>
                      <a:pt x="2973" y="539"/>
                    </a:cubicBezTo>
                    <a:cubicBezTo>
                      <a:pt x="2154" y="1"/>
                      <a:pt x="1056" y="237"/>
                      <a:pt x="518" y="1056"/>
                    </a:cubicBezTo>
                    <a:cubicBezTo>
                      <a:pt x="1" y="1874"/>
                      <a:pt x="216" y="2972"/>
                      <a:pt x="1035" y="3489"/>
                    </a:cubicBezTo>
                    <a:cubicBezTo>
                      <a:pt x="2434" y="4351"/>
                      <a:pt x="4157" y="2994"/>
                      <a:pt x="3640" y="142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79" name="Google Shape;12479;p26"/>
              <p:cNvSpPr/>
              <p:nvPr/>
            </p:nvSpPr>
            <p:spPr>
              <a:xfrm rot="3331772" flipH="1">
                <a:off x="8774554" y="1149893"/>
                <a:ext cx="527114" cy="528581"/>
              </a:xfrm>
              <a:custGeom>
                <a:avLst/>
                <a:gdLst/>
                <a:ahLst/>
                <a:cxnLst/>
                <a:rect l="l" t="t" r="r" b="b"/>
                <a:pathLst>
                  <a:path w="7904" h="7926" extrusionOk="0">
                    <a:moveTo>
                      <a:pt x="3166" y="453"/>
                    </a:moveTo>
                    <a:cubicBezTo>
                      <a:pt x="5104" y="1"/>
                      <a:pt x="7042" y="1228"/>
                      <a:pt x="7472" y="3167"/>
                    </a:cubicBezTo>
                    <a:cubicBezTo>
                      <a:pt x="7903" y="5105"/>
                      <a:pt x="6697" y="7043"/>
                      <a:pt x="4759" y="7473"/>
                    </a:cubicBezTo>
                    <a:cubicBezTo>
                      <a:pt x="2800" y="7926"/>
                      <a:pt x="883" y="6698"/>
                      <a:pt x="452" y="4760"/>
                    </a:cubicBezTo>
                    <a:cubicBezTo>
                      <a:pt x="0" y="2822"/>
                      <a:pt x="1228" y="884"/>
                      <a:pt x="3166" y="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0" name="Google Shape;12480;p26"/>
              <p:cNvSpPr/>
              <p:nvPr/>
            </p:nvSpPr>
            <p:spPr>
              <a:xfrm rot="3331772" flipH="1">
                <a:off x="8770383" y="1172151"/>
                <a:ext cx="499838" cy="475429"/>
              </a:xfrm>
              <a:custGeom>
                <a:avLst/>
                <a:gdLst/>
                <a:ahLst/>
                <a:cxnLst/>
                <a:rect l="l" t="t" r="r" b="b"/>
                <a:pathLst>
                  <a:path w="7495" h="7129" extrusionOk="0">
                    <a:moveTo>
                      <a:pt x="6224" y="969"/>
                    </a:moveTo>
                    <a:cubicBezTo>
                      <a:pt x="6633" y="1422"/>
                      <a:pt x="6913" y="1982"/>
                      <a:pt x="7063" y="2585"/>
                    </a:cubicBezTo>
                    <a:cubicBezTo>
                      <a:pt x="7494" y="4523"/>
                      <a:pt x="6267" y="6461"/>
                      <a:pt x="4329" y="6891"/>
                    </a:cubicBezTo>
                    <a:cubicBezTo>
                      <a:pt x="3252" y="7128"/>
                      <a:pt x="2132" y="6870"/>
                      <a:pt x="1271" y="6181"/>
                    </a:cubicBezTo>
                    <a:cubicBezTo>
                      <a:pt x="862" y="5707"/>
                      <a:pt x="560" y="5147"/>
                      <a:pt x="431" y="4566"/>
                    </a:cubicBezTo>
                    <a:cubicBezTo>
                      <a:pt x="0" y="2606"/>
                      <a:pt x="1206" y="690"/>
                      <a:pt x="3144" y="259"/>
                    </a:cubicBezTo>
                    <a:cubicBezTo>
                      <a:pt x="4221" y="0"/>
                      <a:pt x="5362" y="280"/>
                      <a:pt x="6224" y="96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1" name="Google Shape;12481;p26"/>
              <p:cNvSpPr/>
              <p:nvPr/>
            </p:nvSpPr>
            <p:spPr>
              <a:xfrm rot="3331772" flipH="1">
                <a:off x="8856178" y="1246629"/>
                <a:ext cx="304504" cy="304504"/>
              </a:xfrm>
              <a:custGeom>
                <a:avLst/>
                <a:gdLst/>
                <a:ahLst/>
                <a:cxnLst/>
                <a:rect l="l" t="t" r="r" b="b"/>
                <a:pathLst>
                  <a:path w="4566" h="4566" extrusionOk="0">
                    <a:moveTo>
                      <a:pt x="1831" y="259"/>
                    </a:moveTo>
                    <a:cubicBezTo>
                      <a:pt x="2951" y="1"/>
                      <a:pt x="4070" y="690"/>
                      <a:pt x="4329" y="1831"/>
                    </a:cubicBezTo>
                    <a:cubicBezTo>
                      <a:pt x="4566" y="2951"/>
                      <a:pt x="3877" y="4049"/>
                      <a:pt x="2735" y="4307"/>
                    </a:cubicBezTo>
                    <a:cubicBezTo>
                      <a:pt x="1615" y="4566"/>
                      <a:pt x="517" y="3855"/>
                      <a:pt x="259" y="2735"/>
                    </a:cubicBezTo>
                    <a:cubicBezTo>
                      <a:pt x="0" y="1616"/>
                      <a:pt x="711" y="496"/>
                      <a:pt x="1831" y="25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2" name="Google Shape;12482;p26"/>
              <p:cNvSpPr/>
              <p:nvPr/>
            </p:nvSpPr>
            <p:spPr>
              <a:xfrm rot="3331772" flipH="1">
                <a:off x="8885173" y="1261957"/>
                <a:ext cx="305905" cy="304504"/>
              </a:xfrm>
              <a:custGeom>
                <a:avLst/>
                <a:gdLst/>
                <a:ahLst/>
                <a:cxnLst/>
                <a:rect l="l" t="t" r="r" b="b"/>
                <a:pathLst>
                  <a:path w="4587" h="4566" extrusionOk="0">
                    <a:moveTo>
                      <a:pt x="1831" y="259"/>
                    </a:moveTo>
                    <a:cubicBezTo>
                      <a:pt x="2950" y="1"/>
                      <a:pt x="4070" y="711"/>
                      <a:pt x="4329" y="1831"/>
                    </a:cubicBezTo>
                    <a:cubicBezTo>
                      <a:pt x="4587" y="2951"/>
                      <a:pt x="3876" y="4071"/>
                      <a:pt x="2757" y="4308"/>
                    </a:cubicBezTo>
                    <a:cubicBezTo>
                      <a:pt x="1637" y="4566"/>
                      <a:pt x="517" y="3855"/>
                      <a:pt x="259" y="2736"/>
                    </a:cubicBezTo>
                    <a:cubicBezTo>
                      <a:pt x="0" y="1616"/>
                      <a:pt x="711" y="496"/>
                      <a:pt x="1831" y="2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3" name="Google Shape;12483;p26"/>
              <p:cNvSpPr/>
              <p:nvPr/>
            </p:nvSpPr>
            <p:spPr>
              <a:xfrm rot="3331772" flipH="1">
                <a:off x="8883748" y="1274666"/>
                <a:ext cx="271426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4070" h="3942" extrusionOk="0">
                    <a:moveTo>
                      <a:pt x="3122" y="216"/>
                    </a:moveTo>
                    <a:cubicBezTo>
                      <a:pt x="3467" y="496"/>
                      <a:pt x="3725" y="905"/>
                      <a:pt x="3812" y="1357"/>
                    </a:cubicBezTo>
                    <a:cubicBezTo>
                      <a:pt x="4070" y="2477"/>
                      <a:pt x="3359" y="3597"/>
                      <a:pt x="2240" y="3834"/>
                    </a:cubicBezTo>
                    <a:cubicBezTo>
                      <a:pt x="1809" y="3941"/>
                      <a:pt x="1357" y="3898"/>
                      <a:pt x="948" y="3704"/>
                    </a:cubicBezTo>
                    <a:cubicBezTo>
                      <a:pt x="581" y="3403"/>
                      <a:pt x="345" y="3015"/>
                      <a:pt x="237" y="2563"/>
                    </a:cubicBezTo>
                    <a:cubicBezTo>
                      <a:pt x="0" y="1443"/>
                      <a:pt x="689" y="345"/>
                      <a:pt x="1809" y="87"/>
                    </a:cubicBezTo>
                    <a:cubicBezTo>
                      <a:pt x="2240" y="0"/>
                      <a:pt x="2713" y="43"/>
                      <a:pt x="3122" y="216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4" name="Google Shape;12484;p26"/>
              <p:cNvSpPr/>
              <p:nvPr/>
            </p:nvSpPr>
            <p:spPr>
              <a:xfrm rot="3331772" flipH="1">
                <a:off x="8907416" y="1287899"/>
                <a:ext cx="251353" cy="245617"/>
              </a:xfrm>
              <a:custGeom>
                <a:avLst/>
                <a:gdLst/>
                <a:ahLst/>
                <a:cxnLst/>
                <a:rect l="l" t="t" r="r" b="b"/>
                <a:pathLst>
                  <a:path w="3769" h="3683" extrusionOk="0">
                    <a:moveTo>
                      <a:pt x="754" y="3510"/>
                    </a:moveTo>
                    <a:cubicBezTo>
                      <a:pt x="496" y="3252"/>
                      <a:pt x="324" y="2929"/>
                      <a:pt x="259" y="2563"/>
                    </a:cubicBezTo>
                    <a:cubicBezTo>
                      <a:pt x="0" y="1443"/>
                      <a:pt x="711" y="345"/>
                      <a:pt x="1831" y="87"/>
                    </a:cubicBezTo>
                    <a:cubicBezTo>
                      <a:pt x="2240" y="0"/>
                      <a:pt x="2649" y="22"/>
                      <a:pt x="3037" y="173"/>
                    </a:cubicBezTo>
                    <a:cubicBezTo>
                      <a:pt x="3274" y="453"/>
                      <a:pt x="3446" y="776"/>
                      <a:pt x="3511" y="1120"/>
                    </a:cubicBezTo>
                    <a:cubicBezTo>
                      <a:pt x="3769" y="2240"/>
                      <a:pt x="3058" y="3338"/>
                      <a:pt x="1939" y="3597"/>
                    </a:cubicBezTo>
                    <a:cubicBezTo>
                      <a:pt x="1551" y="3683"/>
                      <a:pt x="1120" y="3640"/>
                      <a:pt x="754" y="351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5" name="Google Shape;12485;p26"/>
              <p:cNvSpPr/>
              <p:nvPr/>
            </p:nvSpPr>
            <p:spPr>
              <a:xfrm rot="3331772" flipH="1">
                <a:off x="8069427" y="802729"/>
                <a:ext cx="406539" cy="406472"/>
              </a:xfrm>
              <a:custGeom>
                <a:avLst/>
                <a:gdLst/>
                <a:ahLst/>
                <a:cxnLst/>
                <a:rect l="l" t="t" r="r" b="b"/>
                <a:pathLst>
                  <a:path w="6096" h="6095" extrusionOk="0">
                    <a:moveTo>
                      <a:pt x="2219" y="453"/>
                    </a:moveTo>
                    <a:cubicBezTo>
                      <a:pt x="3662" y="0"/>
                      <a:pt x="5191" y="797"/>
                      <a:pt x="5643" y="2219"/>
                    </a:cubicBezTo>
                    <a:cubicBezTo>
                      <a:pt x="6095" y="3661"/>
                      <a:pt x="5320" y="5190"/>
                      <a:pt x="3877" y="5642"/>
                    </a:cubicBezTo>
                    <a:cubicBezTo>
                      <a:pt x="2434" y="6095"/>
                      <a:pt x="905" y="5319"/>
                      <a:pt x="453" y="3877"/>
                    </a:cubicBezTo>
                    <a:cubicBezTo>
                      <a:pt x="1" y="2434"/>
                      <a:pt x="776" y="905"/>
                      <a:pt x="2219" y="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6" name="Google Shape;12486;p26"/>
              <p:cNvSpPr/>
              <p:nvPr/>
            </p:nvSpPr>
            <p:spPr>
              <a:xfrm rot="3331772" flipH="1">
                <a:off x="8067008" y="820259"/>
                <a:ext cx="384998" cy="363391"/>
              </a:xfrm>
              <a:custGeom>
                <a:avLst/>
                <a:gdLst/>
                <a:ahLst/>
                <a:cxnLst/>
                <a:rect l="l" t="t" r="r" b="b"/>
                <a:pathLst>
                  <a:path w="5773" h="5449" extrusionOk="0">
                    <a:moveTo>
                      <a:pt x="4588" y="604"/>
                    </a:moveTo>
                    <a:cubicBezTo>
                      <a:pt x="4932" y="927"/>
                      <a:pt x="5191" y="1336"/>
                      <a:pt x="5320" y="1767"/>
                    </a:cubicBezTo>
                    <a:cubicBezTo>
                      <a:pt x="5772" y="3209"/>
                      <a:pt x="4997" y="4738"/>
                      <a:pt x="3554" y="5190"/>
                    </a:cubicBezTo>
                    <a:cubicBezTo>
                      <a:pt x="2757" y="5449"/>
                      <a:pt x="1874" y="5320"/>
                      <a:pt x="1185" y="4846"/>
                    </a:cubicBezTo>
                    <a:cubicBezTo>
                      <a:pt x="841" y="4523"/>
                      <a:pt x="582" y="4114"/>
                      <a:pt x="453" y="3683"/>
                    </a:cubicBezTo>
                    <a:cubicBezTo>
                      <a:pt x="1" y="2240"/>
                      <a:pt x="798" y="711"/>
                      <a:pt x="2219" y="259"/>
                    </a:cubicBezTo>
                    <a:cubicBezTo>
                      <a:pt x="3016" y="1"/>
                      <a:pt x="3899" y="130"/>
                      <a:pt x="4588" y="60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7" name="Google Shape;12487;p26"/>
              <p:cNvSpPr/>
              <p:nvPr/>
            </p:nvSpPr>
            <p:spPr>
              <a:xfrm rot="3331772" flipH="1">
                <a:off x="8133193" y="873591"/>
                <a:ext cx="235614" cy="237014"/>
              </a:xfrm>
              <a:custGeom>
                <a:avLst/>
                <a:gdLst/>
                <a:ahLst/>
                <a:cxnLst/>
                <a:rect l="l" t="t" r="r" b="b"/>
                <a:pathLst>
                  <a:path w="3533" h="3554" extrusionOk="0">
                    <a:moveTo>
                      <a:pt x="1292" y="281"/>
                    </a:moveTo>
                    <a:cubicBezTo>
                      <a:pt x="2111" y="1"/>
                      <a:pt x="2994" y="475"/>
                      <a:pt x="3274" y="1293"/>
                    </a:cubicBezTo>
                    <a:cubicBezTo>
                      <a:pt x="3532" y="2133"/>
                      <a:pt x="3080" y="3016"/>
                      <a:pt x="2240" y="3274"/>
                    </a:cubicBezTo>
                    <a:cubicBezTo>
                      <a:pt x="1400" y="3554"/>
                      <a:pt x="517" y="3080"/>
                      <a:pt x="259" y="2262"/>
                    </a:cubicBezTo>
                    <a:cubicBezTo>
                      <a:pt x="0" y="1422"/>
                      <a:pt x="453" y="539"/>
                      <a:pt x="1292" y="28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8" name="Google Shape;12488;p26"/>
              <p:cNvSpPr/>
              <p:nvPr/>
            </p:nvSpPr>
            <p:spPr>
              <a:xfrm rot="3331772" flipH="1">
                <a:off x="8153582" y="888572"/>
                <a:ext cx="237014" cy="235614"/>
              </a:xfrm>
              <a:custGeom>
                <a:avLst/>
                <a:gdLst/>
                <a:ahLst/>
                <a:cxnLst/>
                <a:rect l="l" t="t" r="r" b="b"/>
                <a:pathLst>
                  <a:path w="3554" h="3533" extrusionOk="0">
                    <a:moveTo>
                      <a:pt x="1292" y="259"/>
                    </a:moveTo>
                    <a:cubicBezTo>
                      <a:pt x="2132" y="1"/>
                      <a:pt x="3015" y="453"/>
                      <a:pt x="3274" y="1271"/>
                    </a:cubicBezTo>
                    <a:cubicBezTo>
                      <a:pt x="3553" y="2111"/>
                      <a:pt x="3080" y="2994"/>
                      <a:pt x="2261" y="3252"/>
                    </a:cubicBezTo>
                    <a:cubicBezTo>
                      <a:pt x="1422" y="3532"/>
                      <a:pt x="539" y="3058"/>
                      <a:pt x="280" y="2240"/>
                    </a:cubicBezTo>
                    <a:cubicBezTo>
                      <a:pt x="0" y="1400"/>
                      <a:pt x="474" y="517"/>
                      <a:pt x="1292" y="25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89" name="Google Shape;12489;p26"/>
              <p:cNvSpPr/>
              <p:nvPr/>
            </p:nvSpPr>
            <p:spPr>
              <a:xfrm rot="3331772" flipH="1">
                <a:off x="8154453" y="898451"/>
                <a:ext cx="211206" cy="201069"/>
              </a:xfrm>
              <a:custGeom>
                <a:avLst/>
                <a:gdLst/>
                <a:ahLst/>
                <a:cxnLst/>
                <a:rect l="l" t="t" r="r" b="b"/>
                <a:pathLst>
                  <a:path w="3167" h="3015" extrusionOk="0">
                    <a:moveTo>
                      <a:pt x="2305" y="129"/>
                    </a:moveTo>
                    <a:cubicBezTo>
                      <a:pt x="2585" y="323"/>
                      <a:pt x="2779" y="603"/>
                      <a:pt x="2887" y="926"/>
                    </a:cubicBezTo>
                    <a:cubicBezTo>
                      <a:pt x="3166" y="1766"/>
                      <a:pt x="2693" y="2649"/>
                      <a:pt x="1874" y="2907"/>
                    </a:cubicBezTo>
                    <a:cubicBezTo>
                      <a:pt x="1551" y="3015"/>
                      <a:pt x="1185" y="3015"/>
                      <a:pt x="862" y="2907"/>
                    </a:cubicBezTo>
                    <a:cubicBezTo>
                      <a:pt x="582" y="2692"/>
                      <a:pt x="389" y="2412"/>
                      <a:pt x="281" y="2089"/>
                    </a:cubicBezTo>
                    <a:cubicBezTo>
                      <a:pt x="1" y="1249"/>
                      <a:pt x="475" y="366"/>
                      <a:pt x="1293" y="108"/>
                    </a:cubicBezTo>
                    <a:cubicBezTo>
                      <a:pt x="1616" y="0"/>
                      <a:pt x="1982" y="0"/>
                      <a:pt x="2305" y="129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0" name="Google Shape;12490;p26"/>
              <p:cNvSpPr/>
              <p:nvPr/>
            </p:nvSpPr>
            <p:spPr>
              <a:xfrm rot="3331772" flipH="1">
                <a:off x="8172654" y="908033"/>
                <a:ext cx="194000" cy="189598"/>
              </a:xfrm>
              <a:custGeom>
                <a:avLst/>
                <a:gdLst/>
                <a:ahLst/>
                <a:cxnLst/>
                <a:rect l="l" t="t" r="r" b="b"/>
                <a:pathLst>
                  <a:path w="2909" h="2843" extrusionOk="0">
                    <a:moveTo>
                      <a:pt x="712" y="2778"/>
                    </a:moveTo>
                    <a:cubicBezTo>
                      <a:pt x="496" y="2584"/>
                      <a:pt x="367" y="2347"/>
                      <a:pt x="281" y="2089"/>
                    </a:cubicBezTo>
                    <a:cubicBezTo>
                      <a:pt x="1" y="1249"/>
                      <a:pt x="475" y="366"/>
                      <a:pt x="1293" y="108"/>
                    </a:cubicBezTo>
                    <a:cubicBezTo>
                      <a:pt x="1594" y="22"/>
                      <a:pt x="1918" y="0"/>
                      <a:pt x="2219" y="86"/>
                    </a:cubicBezTo>
                    <a:cubicBezTo>
                      <a:pt x="2413" y="280"/>
                      <a:pt x="2564" y="517"/>
                      <a:pt x="2650" y="775"/>
                    </a:cubicBezTo>
                    <a:cubicBezTo>
                      <a:pt x="2908" y="1615"/>
                      <a:pt x="2456" y="2498"/>
                      <a:pt x="1616" y="2756"/>
                    </a:cubicBezTo>
                    <a:cubicBezTo>
                      <a:pt x="1315" y="2843"/>
                      <a:pt x="1013" y="2843"/>
                      <a:pt x="712" y="2756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1" name="Google Shape;12491;p26"/>
              <p:cNvSpPr/>
              <p:nvPr/>
            </p:nvSpPr>
            <p:spPr>
              <a:xfrm rot="3331772" flipH="1">
                <a:off x="7807881" y="746340"/>
                <a:ext cx="165257" cy="169525"/>
              </a:xfrm>
              <a:custGeom>
                <a:avLst/>
                <a:gdLst/>
                <a:ahLst/>
                <a:cxnLst/>
                <a:rect l="l" t="t" r="r" b="b"/>
                <a:pathLst>
                  <a:path w="2478" h="2542" extrusionOk="0">
                    <a:moveTo>
                      <a:pt x="2305" y="948"/>
                    </a:moveTo>
                    <a:cubicBezTo>
                      <a:pt x="2003" y="87"/>
                      <a:pt x="819" y="1"/>
                      <a:pt x="410" y="819"/>
                    </a:cubicBezTo>
                    <a:cubicBezTo>
                      <a:pt x="1" y="1638"/>
                      <a:pt x="776" y="2542"/>
                      <a:pt x="1659" y="2241"/>
                    </a:cubicBezTo>
                    <a:cubicBezTo>
                      <a:pt x="2197" y="2068"/>
                      <a:pt x="2477" y="1487"/>
                      <a:pt x="2305" y="948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2" name="Google Shape;12492;p26"/>
              <p:cNvSpPr/>
              <p:nvPr/>
            </p:nvSpPr>
            <p:spPr>
              <a:xfrm rot="3331772" flipH="1">
                <a:off x="7824901" y="752845"/>
                <a:ext cx="165190" cy="168057"/>
              </a:xfrm>
              <a:custGeom>
                <a:avLst/>
                <a:gdLst/>
                <a:ahLst/>
                <a:cxnLst/>
                <a:rect l="l" t="t" r="r" b="b"/>
                <a:pathLst>
                  <a:path w="2477" h="2520" extrusionOk="0">
                    <a:moveTo>
                      <a:pt x="2305" y="948"/>
                    </a:moveTo>
                    <a:cubicBezTo>
                      <a:pt x="2003" y="86"/>
                      <a:pt x="819" y="0"/>
                      <a:pt x="410" y="797"/>
                    </a:cubicBezTo>
                    <a:cubicBezTo>
                      <a:pt x="0" y="1615"/>
                      <a:pt x="776" y="2520"/>
                      <a:pt x="1659" y="2240"/>
                    </a:cubicBezTo>
                    <a:cubicBezTo>
                      <a:pt x="2175" y="2068"/>
                      <a:pt x="2477" y="1486"/>
                      <a:pt x="2305" y="94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3" name="Google Shape;12493;p26"/>
              <p:cNvSpPr/>
              <p:nvPr/>
            </p:nvSpPr>
            <p:spPr>
              <a:xfrm rot="3331772" flipH="1">
                <a:off x="7187503" y="401006"/>
                <a:ext cx="393601" cy="410740"/>
              </a:xfrm>
              <a:custGeom>
                <a:avLst/>
                <a:gdLst/>
                <a:ahLst/>
                <a:cxnLst/>
                <a:rect l="l" t="t" r="r" b="b"/>
                <a:pathLst>
                  <a:path w="5902" h="6159" extrusionOk="0">
                    <a:moveTo>
                      <a:pt x="4092" y="5276"/>
                    </a:moveTo>
                    <a:cubicBezTo>
                      <a:pt x="2068" y="6159"/>
                      <a:pt x="1" y="4178"/>
                      <a:pt x="798" y="2110"/>
                    </a:cubicBezTo>
                    <a:cubicBezTo>
                      <a:pt x="1573" y="65"/>
                      <a:pt x="4458" y="0"/>
                      <a:pt x="5363" y="2003"/>
                    </a:cubicBezTo>
                    <a:cubicBezTo>
                      <a:pt x="5901" y="3252"/>
                      <a:pt x="5341" y="4716"/>
                      <a:pt x="4092" y="52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4" name="Google Shape;12494;p26"/>
              <p:cNvSpPr/>
              <p:nvPr/>
            </p:nvSpPr>
            <p:spPr>
              <a:xfrm rot="3331772" flipH="1">
                <a:off x="7241965" y="454739"/>
                <a:ext cx="285831" cy="297302"/>
              </a:xfrm>
              <a:custGeom>
                <a:avLst/>
                <a:gdLst/>
                <a:ahLst/>
                <a:cxnLst/>
                <a:rect l="l" t="t" r="r" b="b"/>
                <a:pathLst>
                  <a:path w="4286" h="4458" extrusionOk="0">
                    <a:moveTo>
                      <a:pt x="2972" y="3812"/>
                    </a:moveTo>
                    <a:cubicBezTo>
                      <a:pt x="1530" y="4458"/>
                      <a:pt x="1" y="3015"/>
                      <a:pt x="582" y="1529"/>
                    </a:cubicBezTo>
                    <a:cubicBezTo>
                      <a:pt x="1163" y="43"/>
                      <a:pt x="3252" y="0"/>
                      <a:pt x="3898" y="1465"/>
                    </a:cubicBezTo>
                    <a:cubicBezTo>
                      <a:pt x="4286" y="2369"/>
                      <a:pt x="3877" y="3424"/>
                      <a:pt x="2972" y="381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5" name="Google Shape;12495;p26"/>
              <p:cNvSpPr/>
              <p:nvPr/>
            </p:nvSpPr>
            <p:spPr>
              <a:xfrm rot="3331772" flipH="1">
                <a:off x="7248660" y="451364"/>
                <a:ext cx="305971" cy="284431"/>
              </a:xfrm>
              <a:custGeom>
                <a:avLst/>
                <a:gdLst/>
                <a:ahLst/>
                <a:cxnLst/>
                <a:rect l="l" t="t" r="r" b="b"/>
                <a:pathLst>
                  <a:path w="4588" h="4265" extrusionOk="0">
                    <a:moveTo>
                      <a:pt x="3144" y="4006"/>
                    </a:moveTo>
                    <a:cubicBezTo>
                      <a:pt x="2584" y="4264"/>
                      <a:pt x="1938" y="4200"/>
                      <a:pt x="1422" y="3855"/>
                    </a:cubicBezTo>
                    <a:cubicBezTo>
                      <a:pt x="0" y="2305"/>
                      <a:pt x="1960" y="1"/>
                      <a:pt x="3726" y="1142"/>
                    </a:cubicBezTo>
                    <a:cubicBezTo>
                      <a:pt x="4587" y="2046"/>
                      <a:pt x="4286" y="3532"/>
                      <a:pt x="3144" y="402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6" name="Google Shape;12496;p26"/>
              <p:cNvSpPr/>
              <p:nvPr/>
            </p:nvSpPr>
            <p:spPr>
              <a:xfrm rot="3331772" flipH="1">
                <a:off x="7282561" y="501150"/>
                <a:ext cx="160922" cy="183930"/>
              </a:xfrm>
              <a:custGeom>
                <a:avLst/>
                <a:gdLst/>
                <a:ahLst/>
                <a:cxnLst/>
                <a:rect l="l" t="t" r="r" b="b"/>
                <a:pathLst>
                  <a:path w="2413" h="2758" extrusionOk="0">
                    <a:moveTo>
                      <a:pt x="2176" y="1271"/>
                    </a:moveTo>
                    <a:cubicBezTo>
                      <a:pt x="2046" y="2327"/>
                      <a:pt x="754" y="2757"/>
                      <a:pt x="1" y="2004"/>
                    </a:cubicBezTo>
                    <a:cubicBezTo>
                      <a:pt x="151" y="2090"/>
                      <a:pt x="324" y="2133"/>
                      <a:pt x="496" y="2154"/>
                    </a:cubicBezTo>
                    <a:cubicBezTo>
                      <a:pt x="1702" y="2327"/>
                      <a:pt x="2412" y="862"/>
                      <a:pt x="1573" y="1"/>
                    </a:cubicBezTo>
                    <a:cubicBezTo>
                      <a:pt x="2003" y="259"/>
                      <a:pt x="2240" y="755"/>
                      <a:pt x="2176" y="127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497" name="Google Shape;12497;p26"/>
            <p:cNvGrpSpPr/>
            <p:nvPr/>
          </p:nvGrpSpPr>
          <p:grpSpPr>
            <a:xfrm rot="10800000">
              <a:off x="-440153" y="2941522"/>
              <a:ext cx="1791396" cy="2014519"/>
              <a:chOff x="8443923" y="51594"/>
              <a:chExt cx="1454764" cy="1635959"/>
            </a:xfrm>
          </p:grpSpPr>
          <p:sp>
            <p:nvSpPr>
              <p:cNvPr id="12498" name="Google Shape;12498;p26"/>
              <p:cNvSpPr/>
              <p:nvPr/>
            </p:nvSpPr>
            <p:spPr>
              <a:xfrm>
                <a:off x="8585632" y="1067937"/>
                <a:ext cx="350762" cy="205682"/>
              </a:xfrm>
              <a:custGeom>
                <a:avLst/>
                <a:gdLst/>
                <a:ahLst/>
                <a:cxnLst/>
                <a:rect l="l" t="t" r="r" b="b"/>
                <a:pathLst>
                  <a:path w="5730" h="3360" extrusionOk="0">
                    <a:moveTo>
                      <a:pt x="1" y="1594"/>
                    </a:moveTo>
                    <a:lnTo>
                      <a:pt x="539" y="1"/>
                    </a:lnTo>
                    <a:lnTo>
                      <a:pt x="5729" y="1788"/>
                    </a:lnTo>
                    <a:lnTo>
                      <a:pt x="5191" y="336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499" name="Google Shape;12499;p26"/>
              <p:cNvSpPr/>
              <p:nvPr/>
            </p:nvSpPr>
            <p:spPr>
              <a:xfrm>
                <a:off x="8585632" y="1077181"/>
                <a:ext cx="346783" cy="196439"/>
              </a:xfrm>
              <a:custGeom>
                <a:avLst/>
                <a:gdLst/>
                <a:ahLst/>
                <a:cxnLst/>
                <a:rect l="l" t="t" r="r" b="b"/>
                <a:pathLst>
                  <a:path w="5665" h="3209" extrusionOk="0">
                    <a:moveTo>
                      <a:pt x="1" y="1443"/>
                    </a:moveTo>
                    <a:lnTo>
                      <a:pt x="475" y="0"/>
                    </a:lnTo>
                    <a:lnTo>
                      <a:pt x="5664" y="1788"/>
                    </a:lnTo>
                    <a:lnTo>
                      <a:pt x="5169" y="3209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0" name="Google Shape;12500;p26"/>
              <p:cNvSpPr/>
              <p:nvPr/>
            </p:nvSpPr>
            <p:spPr>
              <a:xfrm>
                <a:off x="8652907" y="867582"/>
                <a:ext cx="321685" cy="297995"/>
              </a:xfrm>
              <a:custGeom>
                <a:avLst/>
                <a:gdLst/>
                <a:ahLst/>
                <a:cxnLst/>
                <a:rect l="l" t="t" r="r" b="b"/>
                <a:pathLst>
                  <a:path w="5255" h="4868" extrusionOk="0">
                    <a:moveTo>
                      <a:pt x="0" y="3467"/>
                    </a:moveTo>
                    <a:lnTo>
                      <a:pt x="1185" y="0"/>
                    </a:lnTo>
                    <a:lnTo>
                      <a:pt x="5255" y="1400"/>
                    </a:lnTo>
                    <a:lnTo>
                      <a:pt x="4070" y="486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1" name="Google Shape;12501;p26"/>
              <p:cNvSpPr/>
              <p:nvPr/>
            </p:nvSpPr>
            <p:spPr>
              <a:xfrm>
                <a:off x="8461213" y="1277969"/>
                <a:ext cx="145080" cy="391531"/>
              </a:xfrm>
              <a:custGeom>
                <a:avLst/>
                <a:gdLst/>
                <a:ahLst/>
                <a:cxnLst/>
                <a:rect l="l" t="t" r="r" b="b"/>
                <a:pathLst>
                  <a:path w="2370" h="6396" extrusionOk="0">
                    <a:moveTo>
                      <a:pt x="1960" y="6396"/>
                    </a:moveTo>
                    <a:lnTo>
                      <a:pt x="2369" y="1141"/>
                    </a:lnTo>
                    <a:lnTo>
                      <a:pt x="453" y="0"/>
                    </a:lnTo>
                    <a:lnTo>
                      <a:pt x="0" y="797"/>
                    </a:lnTo>
                    <a:lnTo>
                      <a:pt x="1443" y="628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2" name="Google Shape;12502;p26"/>
              <p:cNvSpPr/>
              <p:nvPr/>
            </p:nvSpPr>
            <p:spPr>
              <a:xfrm>
                <a:off x="8443923" y="1091700"/>
                <a:ext cx="207029" cy="288751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4717" extrusionOk="0">
                    <a:moveTo>
                      <a:pt x="194" y="3619"/>
                    </a:moveTo>
                    <a:lnTo>
                      <a:pt x="2024" y="432"/>
                    </a:lnTo>
                    <a:cubicBezTo>
                      <a:pt x="2197" y="109"/>
                      <a:pt x="2627" y="1"/>
                      <a:pt x="2950" y="195"/>
                    </a:cubicBezTo>
                    <a:lnTo>
                      <a:pt x="2950" y="195"/>
                    </a:lnTo>
                    <a:cubicBezTo>
                      <a:pt x="3273" y="367"/>
                      <a:pt x="3381" y="776"/>
                      <a:pt x="3187" y="1121"/>
                    </a:cubicBezTo>
                    <a:lnTo>
                      <a:pt x="1378" y="4286"/>
                    </a:lnTo>
                    <a:cubicBezTo>
                      <a:pt x="1185" y="4609"/>
                      <a:pt x="775" y="4717"/>
                      <a:pt x="452" y="4545"/>
                    </a:cubicBezTo>
                    <a:lnTo>
                      <a:pt x="452" y="4545"/>
                    </a:lnTo>
                    <a:cubicBezTo>
                      <a:pt x="129" y="4351"/>
                      <a:pt x="0" y="3942"/>
                      <a:pt x="194" y="361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3" name="Google Shape;12503;p26"/>
              <p:cNvSpPr/>
              <p:nvPr/>
            </p:nvSpPr>
            <p:spPr>
              <a:xfrm>
                <a:off x="8528276" y="1136571"/>
                <a:ext cx="205682" cy="290037"/>
              </a:xfrm>
              <a:custGeom>
                <a:avLst/>
                <a:gdLst/>
                <a:ahLst/>
                <a:cxnLst/>
                <a:rect l="l" t="t" r="r" b="b"/>
                <a:pathLst>
                  <a:path w="3360" h="4738" extrusionOk="0">
                    <a:moveTo>
                      <a:pt x="173" y="3618"/>
                    </a:moveTo>
                    <a:lnTo>
                      <a:pt x="2003" y="452"/>
                    </a:lnTo>
                    <a:cubicBezTo>
                      <a:pt x="2197" y="108"/>
                      <a:pt x="2606" y="0"/>
                      <a:pt x="2929" y="194"/>
                    </a:cubicBezTo>
                    <a:lnTo>
                      <a:pt x="2929" y="194"/>
                    </a:lnTo>
                    <a:cubicBezTo>
                      <a:pt x="3252" y="388"/>
                      <a:pt x="3360" y="797"/>
                      <a:pt x="3187" y="1120"/>
                    </a:cubicBezTo>
                    <a:lnTo>
                      <a:pt x="1357" y="4307"/>
                    </a:lnTo>
                    <a:cubicBezTo>
                      <a:pt x="1163" y="4630"/>
                      <a:pt x="754" y="4738"/>
                      <a:pt x="431" y="4544"/>
                    </a:cubicBezTo>
                    <a:lnTo>
                      <a:pt x="431" y="4544"/>
                    </a:lnTo>
                    <a:cubicBezTo>
                      <a:pt x="108" y="4372"/>
                      <a:pt x="0" y="3941"/>
                      <a:pt x="173" y="36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4" name="Google Shape;12504;p26"/>
              <p:cNvSpPr/>
              <p:nvPr/>
            </p:nvSpPr>
            <p:spPr>
              <a:xfrm>
                <a:off x="9069469" y="51594"/>
                <a:ext cx="829218" cy="676303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11048" extrusionOk="0">
                    <a:moveTo>
                      <a:pt x="0" y="9217"/>
                    </a:moveTo>
                    <a:lnTo>
                      <a:pt x="1249" y="11048"/>
                    </a:lnTo>
                    <a:lnTo>
                      <a:pt x="13545" y="2628"/>
                    </a:lnTo>
                    <a:lnTo>
                      <a:pt x="13545" y="151"/>
                    </a:lnTo>
                    <a:lnTo>
                      <a:pt x="1345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5" name="Google Shape;12505;p26"/>
              <p:cNvSpPr/>
              <p:nvPr/>
            </p:nvSpPr>
            <p:spPr>
              <a:xfrm>
                <a:off x="8880929" y="599953"/>
                <a:ext cx="275590" cy="266346"/>
              </a:xfrm>
              <a:custGeom>
                <a:avLst/>
                <a:gdLst/>
                <a:ahLst/>
                <a:cxnLst/>
                <a:rect l="l" t="t" r="r" b="b"/>
                <a:pathLst>
                  <a:path w="4502" h="4351" extrusionOk="0">
                    <a:moveTo>
                      <a:pt x="1" y="1982"/>
                    </a:moveTo>
                    <a:lnTo>
                      <a:pt x="2886" y="1"/>
                    </a:lnTo>
                    <a:lnTo>
                      <a:pt x="4501" y="2370"/>
                    </a:lnTo>
                    <a:lnTo>
                      <a:pt x="1616" y="43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6" name="Google Shape;12506;p26"/>
              <p:cNvSpPr/>
              <p:nvPr/>
            </p:nvSpPr>
            <p:spPr>
              <a:xfrm>
                <a:off x="8946857" y="692264"/>
                <a:ext cx="209661" cy="171402"/>
              </a:xfrm>
              <a:custGeom>
                <a:avLst/>
                <a:gdLst/>
                <a:ahLst/>
                <a:cxnLst/>
                <a:rect l="l" t="t" r="r" b="b"/>
                <a:pathLst>
                  <a:path w="3425" h="2800" extrusionOk="0">
                    <a:moveTo>
                      <a:pt x="2821" y="0"/>
                    </a:moveTo>
                    <a:lnTo>
                      <a:pt x="3424" y="862"/>
                    </a:lnTo>
                    <a:lnTo>
                      <a:pt x="603" y="2800"/>
                    </a:lnTo>
                    <a:lnTo>
                      <a:pt x="0" y="19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7" name="Google Shape;12507;p26"/>
              <p:cNvSpPr/>
              <p:nvPr/>
            </p:nvSpPr>
            <p:spPr>
              <a:xfrm>
                <a:off x="8973240" y="725198"/>
                <a:ext cx="183278" cy="135836"/>
              </a:xfrm>
              <a:custGeom>
                <a:avLst/>
                <a:gdLst/>
                <a:ahLst/>
                <a:cxnLst/>
                <a:rect l="l" t="t" r="r" b="b"/>
                <a:pathLst>
                  <a:path w="2994" h="2219" extrusionOk="0">
                    <a:moveTo>
                      <a:pt x="2778" y="1"/>
                    </a:moveTo>
                    <a:lnTo>
                      <a:pt x="2993" y="324"/>
                    </a:lnTo>
                    <a:lnTo>
                      <a:pt x="215" y="2219"/>
                    </a:lnTo>
                    <a:lnTo>
                      <a:pt x="0" y="19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8" name="Google Shape;12508;p26"/>
              <p:cNvSpPr/>
              <p:nvPr/>
            </p:nvSpPr>
            <p:spPr>
              <a:xfrm>
                <a:off x="8705612" y="867582"/>
                <a:ext cx="268979" cy="222823"/>
              </a:xfrm>
              <a:custGeom>
                <a:avLst/>
                <a:gdLst/>
                <a:ahLst/>
                <a:cxnLst/>
                <a:rect l="l" t="t" r="r" b="b"/>
                <a:pathLst>
                  <a:path w="4394" h="3640" extrusionOk="0">
                    <a:moveTo>
                      <a:pt x="1" y="969"/>
                    </a:moveTo>
                    <a:lnTo>
                      <a:pt x="324" y="0"/>
                    </a:lnTo>
                    <a:lnTo>
                      <a:pt x="4394" y="1400"/>
                    </a:lnTo>
                    <a:lnTo>
                      <a:pt x="3704" y="3446"/>
                    </a:lnTo>
                    <a:cubicBezTo>
                      <a:pt x="2132" y="3640"/>
                      <a:pt x="625" y="2714"/>
                      <a:pt x="87" y="1249"/>
                    </a:cubicBezTo>
                    <a:cubicBezTo>
                      <a:pt x="44" y="1142"/>
                      <a:pt x="22" y="1056"/>
                      <a:pt x="1" y="969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09" name="Google Shape;12509;p26"/>
              <p:cNvSpPr/>
              <p:nvPr/>
            </p:nvSpPr>
            <p:spPr>
              <a:xfrm>
                <a:off x="8592243" y="1404066"/>
                <a:ext cx="313788" cy="283487"/>
              </a:xfrm>
              <a:custGeom>
                <a:avLst/>
                <a:gdLst/>
                <a:ahLst/>
                <a:cxnLst/>
                <a:rect l="l" t="t" r="r" b="b"/>
                <a:pathLst>
                  <a:path w="5126" h="4631" extrusionOk="0">
                    <a:moveTo>
                      <a:pt x="1" y="4394"/>
                    </a:moveTo>
                    <a:lnTo>
                      <a:pt x="2908" y="1"/>
                    </a:lnTo>
                    <a:lnTo>
                      <a:pt x="5126" y="281"/>
                    </a:lnTo>
                    <a:lnTo>
                      <a:pt x="4997" y="1185"/>
                    </a:lnTo>
                    <a:lnTo>
                      <a:pt x="496" y="463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0" name="Google Shape;12510;p26"/>
              <p:cNvSpPr/>
              <p:nvPr/>
            </p:nvSpPr>
            <p:spPr>
              <a:xfrm>
                <a:off x="8840099" y="1193182"/>
                <a:ext cx="119981" cy="311156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5083" extrusionOk="0">
                    <a:moveTo>
                      <a:pt x="1400" y="4458"/>
                    </a:moveTo>
                    <a:lnTo>
                      <a:pt x="1917" y="819"/>
                    </a:lnTo>
                    <a:cubicBezTo>
                      <a:pt x="1960" y="453"/>
                      <a:pt x="1701" y="108"/>
                      <a:pt x="1335" y="65"/>
                    </a:cubicBezTo>
                    <a:lnTo>
                      <a:pt x="1335" y="65"/>
                    </a:lnTo>
                    <a:cubicBezTo>
                      <a:pt x="969" y="0"/>
                      <a:pt x="625" y="259"/>
                      <a:pt x="560" y="646"/>
                    </a:cubicBezTo>
                    <a:lnTo>
                      <a:pt x="43" y="4264"/>
                    </a:lnTo>
                    <a:cubicBezTo>
                      <a:pt x="0" y="4630"/>
                      <a:pt x="259" y="4975"/>
                      <a:pt x="625" y="5039"/>
                    </a:cubicBezTo>
                    <a:lnTo>
                      <a:pt x="625" y="5039"/>
                    </a:lnTo>
                    <a:cubicBezTo>
                      <a:pt x="991" y="5082"/>
                      <a:pt x="1335" y="4824"/>
                      <a:pt x="1400" y="445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1" name="Google Shape;12511;p26"/>
              <p:cNvSpPr/>
              <p:nvPr/>
            </p:nvSpPr>
            <p:spPr>
              <a:xfrm>
                <a:off x="8746503" y="1178674"/>
                <a:ext cx="119981" cy="309870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5062" extrusionOk="0">
                    <a:moveTo>
                      <a:pt x="1400" y="4437"/>
                    </a:moveTo>
                    <a:lnTo>
                      <a:pt x="1917" y="819"/>
                    </a:lnTo>
                    <a:cubicBezTo>
                      <a:pt x="1960" y="431"/>
                      <a:pt x="1701" y="108"/>
                      <a:pt x="1335" y="44"/>
                    </a:cubicBezTo>
                    <a:lnTo>
                      <a:pt x="1335" y="44"/>
                    </a:lnTo>
                    <a:cubicBezTo>
                      <a:pt x="969" y="0"/>
                      <a:pt x="625" y="259"/>
                      <a:pt x="560" y="625"/>
                    </a:cubicBezTo>
                    <a:lnTo>
                      <a:pt x="43" y="4264"/>
                    </a:lnTo>
                    <a:cubicBezTo>
                      <a:pt x="0" y="4630"/>
                      <a:pt x="259" y="4975"/>
                      <a:pt x="625" y="5018"/>
                    </a:cubicBezTo>
                    <a:lnTo>
                      <a:pt x="625" y="5018"/>
                    </a:lnTo>
                    <a:cubicBezTo>
                      <a:pt x="991" y="5061"/>
                      <a:pt x="1335" y="4803"/>
                      <a:pt x="1400" y="4437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2" name="Google Shape;12512;p26"/>
              <p:cNvSpPr/>
              <p:nvPr/>
            </p:nvSpPr>
            <p:spPr>
              <a:xfrm>
                <a:off x="8466999" y="1104850"/>
                <a:ext cx="475947" cy="382349"/>
              </a:xfrm>
              <a:custGeom>
                <a:avLst/>
                <a:gdLst/>
                <a:ahLst/>
                <a:cxnLst/>
                <a:rect l="l" t="t" r="r" b="b"/>
                <a:pathLst>
                  <a:path w="7775" h="6246" extrusionOk="0">
                    <a:moveTo>
                      <a:pt x="87" y="3511"/>
                    </a:moveTo>
                    <a:cubicBezTo>
                      <a:pt x="195" y="3188"/>
                      <a:pt x="625" y="3166"/>
                      <a:pt x="776" y="3468"/>
                    </a:cubicBezTo>
                    <a:cubicBezTo>
                      <a:pt x="927" y="3769"/>
                      <a:pt x="625" y="4092"/>
                      <a:pt x="302" y="3984"/>
                    </a:cubicBezTo>
                    <a:cubicBezTo>
                      <a:pt x="109" y="3920"/>
                      <a:pt x="1" y="3704"/>
                      <a:pt x="87" y="3511"/>
                    </a:cubicBezTo>
                    <a:close/>
                    <a:moveTo>
                      <a:pt x="1874" y="345"/>
                    </a:moveTo>
                    <a:cubicBezTo>
                      <a:pt x="2004" y="44"/>
                      <a:pt x="2434" y="1"/>
                      <a:pt x="2585" y="302"/>
                    </a:cubicBezTo>
                    <a:cubicBezTo>
                      <a:pt x="2714" y="604"/>
                      <a:pt x="2434" y="948"/>
                      <a:pt x="2111" y="840"/>
                    </a:cubicBezTo>
                    <a:cubicBezTo>
                      <a:pt x="1917" y="754"/>
                      <a:pt x="1810" y="539"/>
                      <a:pt x="1874" y="345"/>
                    </a:cubicBezTo>
                    <a:close/>
                    <a:moveTo>
                      <a:pt x="3231" y="1077"/>
                    </a:moveTo>
                    <a:cubicBezTo>
                      <a:pt x="3339" y="754"/>
                      <a:pt x="3769" y="733"/>
                      <a:pt x="3920" y="1034"/>
                    </a:cubicBezTo>
                    <a:cubicBezTo>
                      <a:pt x="4071" y="1336"/>
                      <a:pt x="3769" y="1659"/>
                      <a:pt x="3468" y="1551"/>
                    </a:cubicBezTo>
                    <a:cubicBezTo>
                      <a:pt x="3274" y="1486"/>
                      <a:pt x="3166" y="1271"/>
                      <a:pt x="3231" y="1077"/>
                    </a:cubicBezTo>
                    <a:close/>
                    <a:moveTo>
                      <a:pt x="6160" y="2068"/>
                    </a:moveTo>
                    <a:cubicBezTo>
                      <a:pt x="6267" y="1766"/>
                      <a:pt x="5944" y="1465"/>
                      <a:pt x="5643" y="1616"/>
                    </a:cubicBezTo>
                    <a:cubicBezTo>
                      <a:pt x="5341" y="1766"/>
                      <a:pt x="5363" y="2197"/>
                      <a:pt x="5686" y="2305"/>
                    </a:cubicBezTo>
                    <a:cubicBezTo>
                      <a:pt x="5880" y="2369"/>
                      <a:pt x="6095" y="2283"/>
                      <a:pt x="6160" y="2068"/>
                    </a:cubicBezTo>
                    <a:close/>
                    <a:moveTo>
                      <a:pt x="7667" y="2348"/>
                    </a:moveTo>
                    <a:cubicBezTo>
                      <a:pt x="7775" y="2025"/>
                      <a:pt x="7452" y="1745"/>
                      <a:pt x="7150" y="1874"/>
                    </a:cubicBezTo>
                    <a:cubicBezTo>
                      <a:pt x="6849" y="2025"/>
                      <a:pt x="6870" y="2477"/>
                      <a:pt x="7193" y="2585"/>
                    </a:cubicBezTo>
                    <a:cubicBezTo>
                      <a:pt x="7387" y="2649"/>
                      <a:pt x="7602" y="2542"/>
                      <a:pt x="7667" y="2348"/>
                    </a:cubicBezTo>
                    <a:close/>
                    <a:moveTo>
                      <a:pt x="7150" y="5944"/>
                    </a:moveTo>
                    <a:cubicBezTo>
                      <a:pt x="7258" y="5621"/>
                      <a:pt x="6935" y="5341"/>
                      <a:pt x="6633" y="5470"/>
                    </a:cubicBezTo>
                    <a:cubicBezTo>
                      <a:pt x="6332" y="5621"/>
                      <a:pt x="6354" y="6073"/>
                      <a:pt x="6677" y="6181"/>
                    </a:cubicBezTo>
                    <a:cubicBezTo>
                      <a:pt x="6870" y="6245"/>
                      <a:pt x="7086" y="6138"/>
                      <a:pt x="7150" y="5944"/>
                    </a:cubicBezTo>
                    <a:close/>
                    <a:moveTo>
                      <a:pt x="5664" y="5664"/>
                    </a:moveTo>
                    <a:cubicBezTo>
                      <a:pt x="5772" y="5363"/>
                      <a:pt x="5428" y="5061"/>
                      <a:pt x="5126" y="5212"/>
                    </a:cubicBezTo>
                    <a:cubicBezTo>
                      <a:pt x="4825" y="5363"/>
                      <a:pt x="4868" y="5793"/>
                      <a:pt x="5169" y="5901"/>
                    </a:cubicBezTo>
                    <a:cubicBezTo>
                      <a:pt x="5384" y="5966"/>
                      <a:pt x="5578" y="5858"/>
                      <a:pt x="5664" y="5664"/>
                    </a:cubicBezTo>
                    <a:close/>
                    <a:moveTo>
                      <a:pt x="1422" y="4221"/>
                    </a:moveTo>
                    <a:cubicBezTo>
                      <a:pt x="1594" y="3748"/>
                      <a:pt x="2305" y="3984"/>
                      <a:pt x="2133" y="4458"/>
                    </a:cubicBezTo>
                    <a:cubicBezTo>
                      <a:pt x="1982" y="4932"/>
                      <a:pt x="1250" y="4695"/>
                      <a:pt x="1422" y="422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3" name="Google Shape;12513;p26"/>
              <p:cNvSpPr/>
              <p:nvPr/>
            </p:nvSpPr>
            <p:spPr>
              <a:xfrm>
                <a:off x="8473610" y="1114093"/>
                <a:ext cx="464071" cy="371759"/>
              </a:xfrm>
              <a:custGeom>
                <a:avLst/>
                <a:gdLst/>
                <a:ahLst/>
                <a:cxnLst/>
                <a:rect l="l" t="t" r="r" b="b"/>
                <a:pathLst>
                  <a:path w="7581" h="6073" extrusionOk="0">
                    <a:moveTo>
                      <a:pt x="690" y="3360"/>
                    </a:moveTo>
                    <a:cubicBezTo>
                      <a:pt x="711" y="3424"/>
                      <a:pt x="711" y="3510"/>
                      <a:pt x="690" y="3597"/>
                    </a:cubicBezTo>
                    <a:cubicBezTo>
                      <a:pt x="604" y="3790"/>
                      <a:pt x="388" y="3898"/>
                      <a:pt x="194" y="3833"/>
                    </a:cubicBezTo>
                    <a:cubicBezTo>
                      <a:pt x="130" y="3812"/>
                      <a:pt x="65" y="3769"/>
                      <a:pt x="22" y="3704"/>
                    </a:cubicBezTo>
                    <a:cubicBezTo>
                      <a:pt x="1" y="3618"/>
                      <a:pt x="1" y="3532"/>
                      <a:pt x="22" y="3467"/>
                    </a:cubicBezTo>
                    <a:cubicBezTo>
                      <a:pt x="87" y="3252"/>
                      <a:pt x="302" y="3166"/>
                      <a:pt x="496" y="3230"/>
                    </a:cubicBezTo>
                    <a:cubicBezTo>
                      <a:pt x="582" y="3252"/>
                      <a:pt x="625" y="3295"/>
                      <a:pt x="668" y="3360"/>
                    </a:cubicBezTo>
                    <a:close/>
                    <a:moveTo>
                      <a:pt x="1831" y="302"/>
                    </a:moveTo>
                    <a:cubicBezTo>
                      <a:pt x="1896" y="108"/>
                      <a:pt x="2111" y="0"/>
                      <a:pt x="2305" y="65"/>
                    </a:cubicBezTo>
                    <a:cubicBezTo>
                      <a:pt x="2391" y="86"/>
                      <a:pt x="2434" y="130"/>
                      <a:pt x="2477" y="194"/>
                    </a:cubicBezTo>
                    <a:cubicBezTo>
                      <a:pt x="2520" y="280"/>
                      <a:pt x="2520" y="366"/>
                      <a:pt x="2477" y="453"/>
                    </a:cubicBezTo>
                    <a:cubicBezTo>
                      <a:pt x="2412" y="646"/>
                      <a:pt x="2197" y="754"/>
                      <a:pt x="2003" y="689"/>
                    </a:cubicBezTo>
                    <a:cubicBezTo>
                      <a:pt x="1939" y="668"/>
                      <a:pt x="1874" y="625"/>
                      <a:pt x="1831" y="560"/>
                    </a:cubicBezTo>
                    <a:cubicBezTo>
                      <a:pt x="1809" y="474"/>
                      <a:pt x="1809" y="388"/>
                      <a:pt x="1831" y="302"/>
                    </a:cubicBezTo>
                    <a:close/>
                    <a:moveTo>
                      <a:pt x="3188" y="1034"/>
                    </a:moveTo>
                    <a:cubicBezTo>
                      <a:pt x="3252" y="819"/>
                      <a:pt x="3468" y="711"/>
                      <a:pt x="3661" y="797"/>
                    </a:cubicBezTo>
                    <a:cubicBezTo>
                      <a:pt x="3726" y="819"/>
                      <a:pt x="3791" y="862"/>
                      <a:pt x="3834" y="905"/>
                    </a:cubicBezTo>
                    <a:cubicBezTo>
                      <a:pt x="3855" y="991"/>
                      <a:pt x="3855" y="1077"/>
                      <a:pt x="3834" y="1163"/>
                    </a:cubicBezTo>
                    <a:cubicBezTo>
                      <a:pt x="3769" y="1357"/>
                      <a:pt x="3554" y="1465"/>
                      <a:pt x="3360" y="1400"/>
                    </a:cubicBezTo>
                    <a:cubicBezTo>
                      <a:pt x="3274" y="1378"/>
                      <a:pt x="3231" y="1335"/>
                      <a:pt x="3188" y="1271"/>
                    </a:cubicBezTo>
                    <a:cubicBezTo>
                      <a:pt x="3145" y="1185"/>
                      <a:pt x="3145" y="1099"/>
                      <a:pt x="3188" y="1034"/>
                    </a:cubicBezTo>
                    <a:close/>
                    <a:moveTo>
                      <a:pt x="6052" y="1680"/>
                    </a:moveTo>
                    <a:cubicBezTo>
                      <a:pt x="6009" y="1615"/>
                      <a:pt x="5944" y="1572"/>
                      <a:pt x="5879" y="1551"/>
                    </a:cubicBezTo>
                    <a:cubicBezTo>
                      <a:pt x="5578" y="1465"/>
                      <a:pt x="5298" y="1745"/>
                      <a:pt x="5406" y="2046"/>
                    </a:cubicBezTo>
                    <a:cubicBezTo>
                      <a:pt x="5449" y="2089"/>
                      <a:pt x="5513" y="2132"/>
                      <a:pt x="5578" y="2154"/>
                    </a:cubicBezTo>
                    <a:cubicBezTo>
                      <a:pt x="5772" y="2218"/>
                      <a:pt x="5987" y="2132"/>
                      <a:pt x="6052" y="1917"/>
                    </a:cubicBezTo>
                    <a:cubicBezTo>
                      <a:pt x="6095" y="1852"/>
                      <a:pt x="6095" y="1766"/>
                      <a:pt x="6052" y="1680"/>
                    </a:cubicBezTo>
                    <a:close/>
                    <a:moveTo>
                      <a:pt x="7559" y="1938"/>
                    </a:moveTo>
                    <a:cubicBezTo>
                      <a:pt x="7516" y="1895"/>
                      <a:pt x="7451" y="1852"/>
                      <a:pt x="7387" y="1831"/>
                    </a:cubicBezTo>
                    <a:cubicBezTo>
                      <a:pt x="7193" y="1745"/>
                      <a:pt x="6978" y="1852"/>
                      <a:pt x="6913" y="2046"/>
                    </a:cubicBezTo>
                    <a:cubicBezTo>
                      <a:pt x="6870" y="2132"/>
                      <a:pt x="6870" y="2218"/>
                      <a:pt x="6913" y="2304"/>
                    </a:cubicBezTo>
                    <a:cubicBezTo>
                      <a:pt x="7085" y="2541"/>
                      <a:pt x="7451" y="2477"/>
                      <a:pt x="7559" y="2197"/>
                    </a:cubicBezTo>
                    <a:cubicBezTo>
                      <a:pt x="7581" y="2111"/>
                      <a:pt x="7581" y="2025"/>
                      <a:pt x="7559" y="1938"/>
                    </a:cubicBezTo>
                    <a:close/>
                    <a:moveTo>
                      <a:pt x="7042" y="5535"/>
                    </a:moveTo>
                    <a:cubicBezTo>
                      <a:pt x="6999" y="5492"/>
                      <a:pt x="6935" y="5448"/>
                      <a:pt x="6870" y="5405"/>
                    </a:cubicBezTo>
                    <a:cubicBezTo>
                      <a:pt x="6590" y="5319"/>
                      <a:pt x="6310" y="5599"/>
                      <a:pt x="6396" y="5879"/>
                    </a:cubicBezTo>
                    <a:cubicBezTo>
                      <a:pt x="6439" y="5944"/>
                      <a:pt x="6504" y="5987"/>
                      <a:pt x="6569" y="6008"/>
                    </a:cubicBezTo>
                    <a:cubicBezTo>
                      <a:pt x="6762" y="6073"/>
                      <a:pt x="6978" y="5965"/>
                      <a:pt x="7042" y="5771"/>
                    </a:cubicBezTo>
                    <a:cubicBezTo>
                      <a:pt x="7085" y="5685"/>
                      <a:pt x="7085" y="5599"/>
                      <a:pt x="7042" y="5513"/>
                    </a:cubicBezTo>
                    <a:close/>
                    <a:moveTo>
                      <a:pt x="5556" y="5276"/>
                    </a:moveTo>
                    <a:cubicBezTo>
                      <a:pt x="5276" y="4953"/>
                      <a:pt x="4760" y="5233"/>
                      <a:pt x="4889" y="5642"/>
                    </a:cubicBezTo>
                    <a:cubicBezTo>
                      <a:pt x="4932" y="5685"/>
                      <a:pt x="4997" y="5728"/>
                      <a:pt x="5061" y="5750"/>
                    </a:cubicBezTo>
                    <a:cubicBezTo>
                      <a:pt x="5276" y="5836"/>
                      <a:pt x="5470" y="5728"/>
                      <a:pt x="5556" y="5513"/>
                    </a:cubicBezTo>
                    <a:cubicBezTo>
                      <a:pt x="5578" y="5448"/>
                      <a:pt x="5578" y="5362"/>
                      <a:pt x="5556" y="5276"/>
                    </a:cubicBezTo>
                    <a:close/>
                    <a:moveTo>
                      <a:pt x="1379" y="4178"/>
                    </a:moveTo>
                    <a:cubicBezTo>
                      <a:pt x="1443" y="3984"/>
                      <a:pt x="1659" y="3876"/>
                      <a:pt x="1853" y="3941"/>
                    </a:cubicBezTo>
                    <a:cubicBezTo>
                      <a:pt x="2025" y="3984"/>
                      <a:pt x="2089" y="4156"/>
                      <a:pt x="2025" y="4307"/>
                    </a:cubicBezTo>
                    <a:cubicBezTo>
                      <a:pt x="1939" y="4609"/>
                      <a:pt x="1551" y="4652"/>
                      <a:pt x="1379" y="4436"/>
                    </a:cubicBezTo>
                    <a:cubicBezTo>
                      <a:pt x="1357" y="4350"/>
                      <a:pt x="1357" y="4264"/>
                      <a:pt x="1379" y="4178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4" name="Google Shape;12514;p26"/>
              <p:cNvSpPr/>
              <p:nvPr/>
            </p:nvSpPr>
            <p:spPr>
              <a:xfrm>
                <a:off x="8675311" y="621072"/>
                <a:ext cx="428444" cy="440319"/>
              </a:xfrm>
              <a:custGeom>
                <a:avLst/>
                <a:gdLst/>
                <a:ahLst/>
                <a:cxnLst/>
                <a:rect l="l" t="t" r="r" b="b"/>
                <a:pathLst>
                  <a:path w="6999" h="7193" extrusionOk="0">
                    <a:moveTo>
                      <a:pt x="2283" y="883"/>
                    </a:moveTo>
                    <a:cubicBezTo>
                      <a:pt x="4716" y="0"/>
                      <a:pt x="6999" y="2498"/>
                      <a:pt x="5922" y="4846"/>
                    </a:cubicBezTo>
                    <a:cubicBezTo>
                      <a:pt x="4824" y="7193"/>
                      <a:pt x="1443" y="7064"/>
                      <a:pt x="539" y="4630"/>
                    </a:cubicBezTo>
                    <a:cubicBezTo>
                      <a:pt x="0" y="3123"/>
                      <a:pt x="754" y="1443"/>
                      <a:pt x="2283" y="8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5" name="Google Shape;12515;p26"/>
              <p:cNvSpPr/>
              <p:nvPr/>
            </p:nvSpPr>
            <p:spPr>
              <a:xfrm>
                <a:off x="8722752" y="680389"/>
                <a:ext cx="246574" cy="222823"/>
              </a:xfrm>
              <a:custGeom>
                <a:avLst/>
                <a:gdLst/>
                <a:ahLst/>
                <a:cxnLst/>
                <a:rect l="l" t="t" r="r" b="b"/>
                <a:pathLst>
                  <a:path w="4028" h="3640" extrusionOk="0">
                    <a:moveTo>
                      <a:pt x="604" y="1551"/>
                    </a:moveTo>
                    <a:cubicBezTo>
                      <a:pt x="1099" y="603"/>
                      <a:pt x="2240" y="259"/>
                      <a:pt x="3166" y="733"/>
                    </a:cubicBezTo>
                    <a:cubicBezTo>
                      <a:pt x="3554" y="926"/>
                      <a:pt x="3855" y="1250"/>
                      <a:pt x="4027" y="1637"/>
                    </a:cubicBezTo>
                    <a:cubicBezTo>
                      <a:pt x="2606" y="1"/>
                      <a:pt x="1" y="1637"/>
                      <a:pt x="840" y="3640"/>
                    </a:cubicBezTo>
                    <a:cubicBezTo>
                      <a:pt x="367" y="3037"/>
                      <a:pt x="259" y="2219"/>
                      <a:pt x="625" y="155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6" name="Google Shape;12516;p26"/>
              <p:cNvSpPr/>
              <p:nvPr/>
            </p:nvSpPr>
            <p:spPr>
              <a:xfrm>
                <a:off x="8745156" y="698875"/>
                <a:ext cx="278222" cy="284772"/>
              </a:xfrm>
              <a:custGeom>
                <a:avLst/>
                <a:gdLst/>
                <a:ahLst/>
                <a:cxnLst/>
                <a:rect l="l" t="t" r="r" b="b"/>
                <a:pathLst>
                  <a:path w="4545" h="4652" extrusionOk="0">
                    <a:moveTo>
                      <a:pt x="1486" y="581"/>
                    </a:moveTo>
                    <a:cubicBezTo>
                      <a:pt x="3058" y="0"/>
                      <a:pt x="4544" y="1615"/>
                      <a:pt x="3834" y="3144"/>
                    </a:cubicBezTo>
                    <a:cubicBezTo>
                      <a:pt x="3145" y="4651"/>
                      <a:pt x="948" y="4565"/>
                      <a:pt x="367" y="2993"/>
                    </a:cubicBezTo>
                    <a:cubicBezTo>
                      <a:pt x="1" y="2024"/>
                      <a:pt x="517" y="926"/>
                      <a:pt x="1486" y="5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7" name="Google Shape;12517;p26"/>
              <p:cNvSpPr/>
              <p:nvPr/>
            </p:nvSpPr>
            <p:spPr>
              <a:xfrm>
                <a:off x="9069469" y="51594"/>
                <a:ext cx="829218" cy="676303"/>
              </a:xfrm>
              <a:custGeom>
                <a:avLst/>
                <a:gdLst/>
                <a:ahLst/>
                <a:cxnLst/>
                <a:rect l="l" t="t" r="r" b="b"/>
                <a:pathLst>
                  <a:path w="13546" h="11048" extrusionOk="0">
                    <a:moveTo>
                      <a:pt x="0" y="9217"/>
                    </a:moveTo>
                    <a:lnTo>
                      <a:pt x="1249" y="11048"/>
                    </a:lnTo>
                    <a:lnTo>
                      <a:pt x="13545" y="2628"/>
                    </a:lnTo>
                    <a:lnTo>
                      <a:pt x="13545" y="151"/>
                    </a:lnTo>
                    <a:lnTo>
                      <a:pt x="13459" y="1"/>
                    </a:ln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8" name="Google Shape;12518;p26"/>
              <p:cNvSpPr/>
              <p:nvPr/>
            </p:nvSpPr>
            <p:spPr>
              <a:xfrm>
                <a:off x="9085262" y="81895"/>
                <a:ext cx="813425" cy="646002"/>
              </a:xfrm>
              <a:custGeom>
                <a:avLst/>
                <a:gdLst/>
                <a:ahLst/>
                <a:cxnLst/>
                <a:rect l="l" t="t" r="r" b="b"/>
                <a:pathLst>
                  <a:path w="13288" h="10553" extrusionOk="0">
                    <a:moveTo>
                      <a:pt x="991" y="10553"/>
                    </a:moveTo>
                    <a:lnTo>
                      <a:pt x="13287" y="2133"/>
                    </a:lnTo>
                    <a:lnTo>
                      <a:pt x="13287" y="1"/>
                    </a:lnTo>
                    <a:lnTo>
                      <a:pt x="0" y="911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19" name="Google Shape;12519;p26"/>
              <p:cNvSpPr/>
              <p:nvPr/>
            </p:nvSpPr>
            <p:spPr>
              <a:xfrm>
                <a:off x="9115563" y="146538"/>
                <a:ext cx="783123" cy="581359"/>
              </a:xfrm>
              <a:custGeom>
                <a:avLst/>
                <a:gdLst/>
                <a:ahLst/>
                <a:cxnLst/>
                <a:rect l="l" t="t" r="r" b="b"/>
                <a:pathLst>
                  <a:path w="12793" h="9497" extrusionOk="0">
                    <a:moveTo>
                      <a:pt x="496" y="9497"/>
                    </a:moveTo>
                    <a:lnTo>
                      <a:pt x="12792" y="1077"/>
                    </a:lnTo>
                    <a:lnTo>
                      <a:pt x="12792" y="0"/>
                    </a:lnTo>
                    <a:lnTo>
                      <a:pt x="1" y="8765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20" name="Google Shape;12520;p26"/>
              <p:cNvSpPr/>
              <p:nvPr/>
            </p:nvSpPr>
            <p:spPr>
              <a:xfrm>
                <a:off x="8791312" y="793758"/>
                <a:ext cx="233352" cy="224169"/>
              </a:xfrm>
              <a:custGeom>
                <a:avLst/>
                <a:gdLst/>
                <a:ahLst/>
                <a:cxnLst/>
                <a:rect l="l" t="t" r="r" b="b"/>
                <a:pathLst>
                  <a:path w="3812" h="3662" extrusionOk="0">
                    <a:moveTo>
                      <a:pt x="2951" y="0"/>
                    </a:moveTo>
                    <a:cubicBezTo>
                      <a:pt x="3661" y="819"/>
                      <a:pt x="3510" y="2068"/>
                      <a:pt x="2627" y="2692"/>
                    </a:cubicBezTo>
                    <a:cubicBezTo>
                      <a:pt x="1745" y="3317"/>
                      <a:pt x="517" y="3037"/>
                      <a:pt x="0" y="2089"/>
                    </a:cubicBezTo>
                    <a:cubicBezTo>
                      <a:pt x="1314" y="3661"/>
                      <a:pt x="3812" y="2197"/>
                      <a:pt x="3101" y="280"/>
                    </a:cubicBezTo>
                    <a:cubicBezTo>
                      <a:pt x="3058" y="194"/>
                      <a:pt x="3015" y="87"/>
                      <a:pt x="297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21" name="Google Shape;12521;p26"/>
              <p:cNvSpPr/>
              <p:nvPr/>
            </p:nvSpPr>
            <p:spPr>
              <a:xfrm>
                <a:off x="8811075" y="773975"/>
                <a:ext cx="131875" cy="138474"/>
              </a:xfrm>
              <a:custGeom>
                <a:avLst/>
                <a:gdLst/>
                <a:ahLst/>
                <a:cxnLst/>
                <a:rect l="l" t="t" r="r" b="b"/>
                <a:pathLst>
                  <a:path w="2197" h="2262" extrusionOk="0">
                    <a:moveTo>
                      <a:pt x="711" y="280"/>
                    </a:moveTo>
                    <a:cubicBezTo>
                      <a:pt x="1486" y="0"/>
                      <a:pt x="2197" y="776"/>
                      <a:pt x="1852" y="1508"/>
                    </a:cubicBezTo>
                    <a:cubicBezTo>
                      <a:pt x="1529" y="2262"/>
                      <a:pt x="453" y="2218"/>
                      <a:pt x="173" y="1443"/>
                    </a:cubicBezTo>
                    <a:cubicBezTo>
                      <a:pt x="0" y="969"/>
                      <a:pt x="237" y="453"/>
                      <a:pt x="711" y="28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522" name="Google Shape;12522;p26"/>
              <p:cNvSpPr/>
              <p:nvPr/>
            </p:nvSpPr>
            <p:spPr>
              <a:xfrm>
                <a:off x="8832141" y="820141"/>
                <a:ext cx="120043" cy="118696"/>
              </a:xfrm>
              <a:custGeom>
                <a:avLst/>
                <a:gdLst/>
                <a:ahLst/>
                <a:cxnLst/>
                <a:rect l="l" t="t" r="r" b="b"/>
                <a:pathLst>
                  <a:path w="1961" h="1939" extrusionOk="0">
                    <a:moveTo>
                      <a:pt x="1444" y="0"/>
                    </a:moveTo>
                    <a:cubicBezTo>
                      <a:pt x="1508" y="65"/>
                      <a:pt x="1551" y="172"/>
                      <a:pt x="1594" y="259"/>
                    </a:cubicBezTo>
                    <a:cubicBezTo>
                      <a:pt x="1960" y="1271"/>
                      <a:pt x="539" y="1938"/>
                      <a:pt x="1" y="1012"/>
                    </a:cubicBezTo>
                    <a:cubicBezTo>
                      <a:pt x="647" y="1744"/>
                      <a:pt x="1853" y="1055"/>
                      <a:pt x="1508" y="129"/>
                    </a:cubicBezTo>
                    <a:cubicBezTo>
                      <a:pt x="1487" y="86"/>
                      <a:pt x="1465" y="43"/>
                      <a:pt x="144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bg>
      <p:bgPr>
        <a:gradFill>
          <a:gsLst>
            <a:gs pos="0">
              <a:schemeClr val="dk1"/>
            </a:gs>
            <a:gs pos="44000">
              <a:schemeClr val="accent6"/>
            </a:gs>
            <a:gs pos="100000">
              <a:schemeClr val="accent6"/>
            </a:gs>
          </a:gsLst>
          <a:lin ang="18900732" scaled="0"/>
        </a:gradFill>
        <a:effectLst/>
      </p:bgPr>
    </p:bg>
    <p:spTree>
      <p:nvGrpSpPr>
        <p:cNvPr id="1" name="Shape 12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4" name="Google Shape;12524;p27"/>
          <p:cNvGrpSpPr/>
          <p:nvPr/>
        </p:nvGrpSpPr>
        <p:grpSpPr>
          <a:xfrm rot="10800000" flipH="1">
            <a:off x="-82849" y="56"/>
            <a:ext cx="9363767" cy="2555558"/>
            <a:chOff x="1851250" y="1720850"/>
            <a:chExt cx="3539775" cy="966075"/>
          </a:xfrm>
        </p:grpSpPr>
        <p:sp>
          <p:nvSpPr>
            <p:cNvPr id="12525" name="Google Shape;12525;p27"/>
            <p:cNvSpPr/>
            <p:nvPr/>
          </p:nvSpPr>
          <p:spPr>
            <a:xfrm>
              <a:off x="4361800" y="2473450"/>
              <a:ext cx="44950" cy="66025"/>
            </a:xfrm>
            <a:custGeom>
              <a:avLst/>
              <a:gdLst/>
              <a:ahLst/>
              <a:cxnLst/>
              <a:rect l="l" t="t" r="r" b="b"/>
              <a:pathLst>
                <a:path w="1798" h="2641" extrusionOk="0">
                  <a:moveTo>
                    <a:pt x="225" y="1"/>
                  </a:moveTo>
                  <a:lnTo>
                    <a:pt x="0" y="113"/>
                  </a:lnTo>
                  <a:lnTo>
                    <a:pt x="1573" y="2641"/>
                  </a:lnTo>
                  <a:lnTo>
                    <a:pt x="1797" y="252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6" name="Google Shape;12526;p27"/>
            <p:cNvSpPr/>
            <p:nvPr/>
          </p:nvSpPr>
          <p:spPr>
            <a:xfrm>
              <a:off x="4399700" y="2453800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1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7" name="Google Shape;12527;p27"/>
            <p:cNvSpPr/>
            <p:nvPr/>
          </p:nvSpPr>
          <p:spPr>
            <a:xfrm>
              <a:off x="4439025" y="2436950"/>
              <a:ext cx="30900" cy="73050"/>
            </a:xfrm>
            <a:custGeom>
              <a:avLst/>
              <a:gdLst/>
              <a:ahLst/>
              <a:cxnLst/>
              <a:rect l="l" t="t" r="r" b="b"/>
              <a:pathLst>
                <a:path w="1236" h="2922" extrusionOk="0">
                  <a:moveTo>
                    <a:pt x="281" y="1"/>
                  </a:moveTo>
                  <a:lnTo>
                    <a:pt x="0" y="113"/>
                  </a:lnTo>
                  <a:lnTo>
                    <a:pt x="1011" y="2921"/>
                  </a:lnTo>
                  <a:lnTo>
                    <a:pt x="1236" y="2809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8" name="Google Shape;12528;p27"/>
            <p:cNvSpPr/>
            <p:nvPr/>
          </p:nvSpPr>
          <p:spPr>
            <a:xfrm>
              <a:off x="4326700" y="2497325"/>
              <a:ext cx="49150" cy="63225"/>
            </a:xfrm>
            <a:custGeom>
              <a:avLst/>
              <a:gdLst/>
              <a:ahLst/>
              <a:cxnLst/>
              <a:rect l="l" t="t" r="r" b="b"/>
              <a:pathLst>
                <a:path w="1966" h="2529" extrusionOk="0">
                  <a:moveTo>
                    <a:pt x="169" y="1"/>
                  </a:moveTo>
                  <a:lnTo>
                    <a:pt x="0" y="169"/>
                  </a:lnTo>
                  <a:lnTo>
                    <a:pt x="1741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29" name="Google Shape;12529;p27"/>
            <p:cNvSpPr/>
            <p:nvPr/>
          </p:nvSpPr>
          <p:spPr>
            <a:xfrm>
              <a:off x="4603300" y="2414500"/>
              <a:ext cx="11250" cy="73025"/>
            </a:xfrm>
            <a:custGeom>
              <a:avLst/>
              <a:gdLst/>
              <a:ahLst/>
              <a:cxnLst/>
              <a:rect l="l" t="t" r="r" b="b"/>
              <a:pathLst>
                <a:path w="450" h="2921" extrusionOk="0">
                  <a:moveTo>
                    <a:pt x="169" y="0"/>
                  </a:moveTo>
                  <a:lnTo>
                    <a:pt x="0" y="2921"/>
                  </a:lnTo>
                  <a:lnTo>
                    <a:pt x="281" y="2921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0" name="Google Shape;12530;p27"/>
            <p:cNvSpPr/>
            <p:nvPr/>
          </p:nvSpPr>
          <p:spPr>
            <a:xfrm>
              <a:off x="4563975" y="2414500"/>
              <a:ext cx="9850" cy="73025"/>
            </a:xfrm>
            <a:custGeom>
              <a:avLst/>
              <a:gdLst/>
              <a:ahLst/>
              <a:cxnLst/>
              <a:rect l="l" t="t" r="r" b="b"/>
              <a:pathLst>
                <a:path w="394" h="2921" extrusionOk="0">
                  <a:moveTo>
                    <a:pt x="1" y="0"/>
                  </a:moveTo>
                  <a:lnTo>
                    <a:pt x="169" y="2921"/>
                  </a:lnTo>
                  <a:lnTo>
                    <a:pt x="394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1" name="Google Shape;12531;p27"/>
            <p:cNvSpPr/>
            <p:nvPr/>
          </p:nvSpPr>
          <p:spPr>
            <a:xfrm>
              <a:off x="4521850" y="2417300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1" y="0"/>
                  </a:moveTo>
                  <a:lnTo>
                    <a:pt x="450" y="2977"/>
                  </a:lnTo>
                  <a:lnTo>
                    <a:pt x="675" y="2921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2" name="Google Shape;12532;p27"/>
            <p:cNvSpPr/>
            <p:nvPr/>
          </p:nvSpPr>
          <p:spPr>
            <a:xfrm>
              <a:off x="4479725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282" y="0"/>
                  </a:moveTo>
                  <a:lnTo>
                    <a:pt x="1" y="57"/>
                  </a:lnTo>
                  <a:lnTo>
                    <a:pt x="731" y="2921"/>
                  </a:lnTo>
                  <a:lnTo>
                    <a:pt x="956" y="2865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3" name="Google Shape;12533;p27"/>
            <p:cNvSpPr/>
            <p:nvPr/>
          </p:nvSpPr>
          <p:spPr>
            <a:xfrm>
              <a:off x="4236825" y="2585800"/>
              <a:ext cx="63200" cy="49150"/>
            </a:xfrm>
            <a:custGeom>
              <a:avLst/>
              <a:gdLst/>
              <a:ahLst/>
              <a:cxnLst/>
              <a:rect l="l" t="t" r="r" b="b"/>
              <a:pathLst>
                <a:path w="2528" h="1966" extrusionOk="0">
                  <a:moveTo>
                    <a:pt x="169" y="0"/>
                  </a:moveTo>
                  <a:lnTo>
                    <a:pt x="1" y="225"/>
                  </a:lnTo>
                  <a:lnTo>
                    <a:pt x="2416" y="1966"/>
                  </a:lnTo>
                  <a:lnTo>
                    <a:pt x="2528" y="179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4" name="Google Shape;12534;p27"/>
            <p:cNvSpPr/>
            <p:nvPr/>
          </p:nvSpPr>
          <p:spPr>
            <a:xfrm>
              <a:off x="4263500" y="2553500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0"/>
                  </a:moveTo>
                  <a:lnTo>
                    <a:pt x="1" y="225"/>
                  </a:lnTo>
                  <a:lnTo>
                    <a:pt x="2191" y="2191"/>
                  </a:lnTo>
                  <a:lnTo>
                    <a:pt x="2360" y="2022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5" name="Google Shape;12535;p27"/>
            <p:cNvSpPr/>
            <p:nvPr/>
          </p:nvSpPr>
          <p:spPr>
            <a:xfrm>
              <a:off x="4212950" y="2622300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13"/>
                    <a:pt x="1" y="225"/>
                  </a:cubicBezTo>
                  <a:lnTo>
                    <a:pt x="2528" y="1742"/>
                  </a:lnTo>
                  <a:lnTo>
                    <a:pt x="2697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6" name="Google Shape;12536;p27"/>
            <p:cNvSpPr/>
            <p:nvPr/>
          </p:nvSpPr>
          <p:spPr>
            <a:xfrm>
              <a:off x="4294400" y="2522600"/>
              <a:ext cx="54775" cy="60400"/>
            </a:xfrm>
            <a:custGeom>
              <a:avLst/>
              <a:gdLst/>
              <a:ahLst/>
              <a:cxnLst/>
              <a:rect l="l" t="t" r="r" b="b"/>
              <a:pathLst>
                <a:path w="2191" h="2416" extrusionOk="0">
                  <a:moveTo>
                    <a:pt x="169" y="1"/>
                  </a:moveTo>
                  <a:lnTo>
                    <a:pt x="0" y="225"/>
                  </a:lnTo>
                  <a:lnTo>
                    <a:pt x="1966" y="2416"/>
                  </a:lnTo>
                  <a:lnTo>
                    <a:pt x="2191" y="2247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7" name="Google Shape;12537;p27"/>
            <p:cNvSpPr/>
            <p:nvPr/>
          </p:nvSpPr>
          <p:spPr>
            <a:xfrm>
              <a:off x="4638400" y="2418700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450" y="1"/>
                  </a:moveTo>
                  <a:lnTo>
                    <a:pt x="1" y="2921"/>
                  </a:lnTo>
                  <a:lnTo>
                    <a:pt x="225" y="2921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8" name="Google Shape;12538;p27"/>
            <p:cNvSpPr/>
            <p:nvPr/>
          </p:nvSpPr>
          <p:spPr>
            <a:xfrm>
              <a:off x="4740900" y="2455200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1" y="2697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39" name="Google Shape;12539;p27"/>
            <p:cNvSpPr/>
            <p:nvPr/>
          </p:nvSpPr>
          <p:spPr>
            <a:xfrm>
              <a:off x="4673500" y="2425725"/>
              <a:ext cx="23900" cy="73025"/>
            </a:xfrm>
            <a:custGeom>
              <a:avLst/>
              <a:gdLst/>
              <a:ahLst/>
              <a:cxnLst/>
              <a:rect l="l" t="t" r="r" b="b"/>
              <a:pathLst>
                <a:path w="956" h="2921" extrusionOk="0">
                  <a:moveTo>
                    <a:pt x="731" y="0"/>
                  </a:moveTo>
                  <a:lnTo>
                    <a:pt x="1" y="2865"/>
                  </a:lnTo>
                  <a:lnTo>
                    <a:pt x="281" y="2921"/>
                  </a:lnTo>
                  <a:lnTo>
                    <a:pt x="955" y="113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0" name="Google Shape;12540;p27"/>
            <p:cNvSpPr/>
            <p:nvPr/>
          </p:nvSpPr>
          <p:spPr>
            <a:xfrm>
              <a:off x="4707200" y="2438350"/>
              <a:ext cx="30925" cy="71650"/>
            </a:xfrm>
            <a:custGeom>
              <a:avLst/>
              <a:gdLst/>
              <a:ahLst/>
              <a:cxnLst/>
              <a:rect l="l" t="t" r="r" b="b"/>
              <a:pathLst>
                <a:path w="1237" h="2866" extrusionOk="0">
                  <a:moveTo>
                    <a:pt x="955" y="1"/>
                  </a:moveTo>
                  <a:lnTo>
                    <a:pt x="1" y="2753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1" name="Google Shape;12541;p27"/>
            <p:cNvSpPr/>
            <p:nvPr/>
          </p:nvSpPr>
          <p:spPr>
            <a:xfrm>
              <a:off x="4829350" y="2571750"/>
              <a:ext cx="5650" cy="11250"/>
            </a:xfrm>
            <a:custGeom>
              <a:avLst/>
              <a:gdLst/>
              <a:ahLst/>
              <a:cxnLst/>
              <a:rect l="l" t="t" r="r" b="b"/>
              <a:pathLst>
                <a:path w="226" h="450" extrusionOk="0">
                  <a:moveTo>
                    <a:pt x="226" y="1"/>
                  </a:moveTo>
                  <a:lnTo>
                    <a:pt x="1" y="281"/>
                  </a:lnTo>
                  <a:lnTo>
                    <a:pt x="169" y="450"/>
                  </a:lnTo>
                  <a:lnTo>
                    <a:pt x="226" y="39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2" name="Google Shape;12542;p27"/>
            <p:cNvSpPr/>
            <p:nvPr/>
          </p:nvSpPr>
          <p:spPr>
            <a:xfrm>
              <a:off x="4771800" y="2473450"/>
              <a:ext cx="43550" cy="67425"/>
            </a:xfrm>
            <a:custGeom>
              <a:avLst/>
              <a:gdLst/>
              <a:ahLst/>
              <a:cxnLst/>
              <a:rect l="l" t="t" r="r" b="b"/>
              <a:pathLst>
                <a:path w="1742" h="2697" extrusionOk="0">
                  <a:moveTo>
                    <a:pt x="1517" y="1"/>
                  </a:moveTo>
                  <a:lnTo>
                    <a:pt x="0" y="2528"/>
                  </a:lnTo>
                  <a:lnTo>
                    <a:pt x="225" y="2697"/>
                  </a:lnTo>
                  <a:lnTo>
                    <a:pt x="1741" y="169"/>
                  </a:lnTo>
                  <a:lnTo>
                    <a:pt x="15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3" name="Google Shape;12543;p27"/>
            <p:cNvSpPr/>
            <p:nvPr/>
          </p:nvSpPr>
          <p:spPr>
            <a:xfrm>
              <a:off x="4801275" y="2512775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9" y="1"/>
                  </a:moveTo>
                  <a:lnTo>
                    <a:pt x="1" y="1798"/>
                  </a:lnTo>
                  <a:lnTo>
                    <a:pt x="225" y="1910"/>
                  </a:lnTo>
                  <a:lnTo>
                    <a:pt x="1349" y="394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4" name="Google Shape;12544;p27"/>
            <p:cNvSpPr/>
            <p:nvPr/>
          </p:nvSpPr>
          <p:spPr>
            <a:xfrm>
              <a:off x="4309850" y="2509975"/>
              <a:ext cx="66000" cy="78650"/>
            </a:xfrm>
            <a:custGeom>
              <a:avLst/>
              <a:gdLst/>
              <a:ahLst/>
              <a:cxnLst/>
              <a:rect l="l" t="t" r="r" b="b"/>
              <a:pathLst>
                <a:path w="2640" h="3146" extrusionOk="0">
                  <a:moveTo>
                    <a:pt x="225" y="0"/>
                  </a:moveTo>
                  <a:lnTo>
                    <a:pt x="0" y="169"/>
                  </a:lnTo>
                  <a:lnTo>
                    <a:pt x="2471" y="3145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5" name="Google Shape;12545;p27"/>
            <p:cNvSpPr/>
            <p:nvPr/>
          </p:nvSpPr>
          <p:spPr>
            <a:xfrm>
              <a:off x="4420775" y="2443975"/>
              <a:ext cx="42125" cy="92700"/>
            </a:xfrm>
            <a:custGeom>
              <a:avLst/>
              <a:gdLst/>
              <a:ahLst/>
              <a:cxnLst/>
              <a:rect l="l" t="t" r="r" b="b"/>
              <a:pathLst>
                <a:path w="1685" h="3708" extrusionOk="0">
                  <a:moveTo>
                    <a:pt x="225" y="1"/>
                  </a:moveTo>
                  <a:lnTo>
                    <a:pt x="0" y="113"/>
                  </a:lnTo>
                  <a:lnTo>
                    <a:pt x="1460" y="3707"/>
                  </a:lnTo>
                  <a:lnTo>
                    <a:pt x="1685" y="3595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6" name="Google Shape;12546;p27"/>
            <p:cNvSpPr/>
            <p:nvPr/>
          </p:nvSpPr>
          <p:spPr>
            <a:xfrm>
              <a:off x="4381450" y="24622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69"/>
                  </a:lnTo>
                  <a:lnTo>
                    <a:pt x="1798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7" name="Google Shape;12547;p27"/>
            <p:cNvSpPr/>
            <p:nvPr/>
          </p:nvSpPr>
          <p:spPr>
            <a:xfrm>
              <a:off x="4344950" y="2484700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0" y="113"/>
                  </a:lnTo>
                  <a:lnTo>
                    <a:pt x="2134" y="3314"/>
                  </a:lnTo>
                  <a:lnTo>
                    <a:pt x="2359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8" name="Google Shape;12548;p27"/>
            <p:cNvSpPr/>
            <p:nvPr/>
          </p:nvSpPr>
          <p:spPr>
            <a:xfrm>
              <a:off x="4460075" y="2431350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1" y="56"/>
                  </a:lnTo>
                  <a:lnTo>
                    <a:pt x="1068" y="3763"/>
                  </a:lnTo>
                  <a:lnTo>
                    <a:pt x="1349" y="3651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49" name="Google Shape;12549;p27"/>
            <p:cNvSpPr/>
            <p:nvPr/>
          </p:nvSpPr>
          <p:spPr>
            <a:xfrm>
              <a:off x="4586450" y="2413075"/>
              <a:ext cx="7050" cy="96925"/>
            </a:xfrm>
            <a:custGeom>
              <a:avLst/>
              <a:gdLst/>
              <a:ahLst/>
              <a:cxnLst/>
              <a:rect l="l" t="t" r="r" b="b"/>
              <a:pathLst>
                <a:path w="282" h="3877" extrusionOk="0">
                  <a:moveTo>
                    <a:pt x="0" y="1"/>
                  </a:moveTo>
                  <a:lnTo>
                    <a:pt x="0" y="3876"/>
                  </a:lnTo>
                  <a:lnTo>
                    <a:pt x="281" y="3876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0" name="Google Shape;12550;p27"/>
            <p:cNvSpPr/>
            <p:nvPr/>
          </p:nvSpPr>
          <p:spPr>
            <a:xfrm>
              <a:off x="4502200" y="2421500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1" y="57"/>
                  </a:lnTo>
                  <a:lnTo>
                    <a:pt x="675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1" name="Google Shape;12551;p27"/>
            <p:cNvSpPr/>
            <p:nvPr/>
          </p:nvSpPr>
          <p:spPr>
            <a:xfrm>
              <a:off x="4542925" y="2414500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281" y="0"/>
                  </a:moveTo>
                  <a:lnTo>
                    <a:pt x="0" y="56"/>
                  </a:lnTo>
                  <a:lnTo>
                    <a:pt x="394" y="3875"/>
                  </a:lnTo>
                  <a:lnTo>
                    <a:pt x="618" y="387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2" name="Google Shape;12552;p27"/>
            <p:cNvSpPr/>
            <p:nvPr/>
          </p:nvSpPr>
          <p:spPr>
            <a:xfrm>
              <a:off x="4278950" y="2536650"/>
              <a:ext cx="73025" cy="73025"/>
            </a:xfrm>
            <a:custGeom>
              <a:avLst/>
              <a:gdLst/>
              <a:ahLst/>
              <a:cxnLst/>
              <a:rect l="l" t="t" r="r" b="b"/>
              <a:pathLst>
                <a:path w="2921" h="2921" extrusionOk="0">
                  <a:moveTo>
                    <a:pt x="169" y="0"/>
                  </a:moveTo>
                  <a:lnTo>
                    <a:pt x="0" y="225"/>
                  </a:lnTo>
                  <a:lnTo>
                    <a:pt x="2752" y="2921"/>
                  </a:lnTo>
                  <a:cubicBezTo>
                    <a:pt x="2809" y="2865"/>
                    <a:pt x="2865" y="2809"/>
                    <a:pt x="2921" y="275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3" name="Google Shape;12553;p27"/>
            <p:cNvSpPr/>
            <p:nvPr/>
          </p:nvSpPr>
          <p:spPr>
            <a:xfrm>
              <a:off x="4249450" y="2568950"/>
              <a:ext cx="78675" cy="67425"/>
            </a:xfrm>
            <a:custGeom>
              <a:avLst/>
              <a:gdLst/>
              <a:ahLst/>
              <a:cxnLst/>
              <a:rect l="l" t="t" r="r" b="b"/>
              <a:pathLst>
                <a:path w="3147" h="2697" extrusionOk="0">
                  <a:moveTo>
                    <a:pt x="169" y="0"/>
                  </a:moveTo>
                  <a:cubicBezTo>
                    <a:pt x="113" y="113"/>
                    <a:pt x="57" y="169"/>
                    <a:pt x="1" y="225"/>
                  </a:cubicBezTo>
                  <a:lnTo>
                    <a:pt x="2978" y="2696"/>
                  </a:lnTo>
                  <a:lnTo>
                    <a:pt x="3146" y="247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4" name="Google Shape;12554;p27"/>
            <p:cNvSpPr/>
            <p:nvPr/>
          </p:nvSpPr>
          <p:spPr>
            <a:xfrm>
              <a:off x="4225600" y="2602650"/>
              <a:ext cx="82850" cy="59000"/>
            </a:xfrm>
            <a:custGeom>
              <a:avLst/>
              <a:gdLst/>
              <a:ahLst/>
              <a:cxnLst/>
              <a:rect l="l" t="t" r="r" b="b"/>
              <a:pathLst>
                <a:path w="3314" h="2360" extrusionOk="0">
                  <a:moveTo>
                    <a:pt x="113" y="0"/>
                  </a:moveTo>
                  <a:lnTo>
                    <a:pt x="0" y="225"/>
                  </a:lnTo>
                  <a:lnTo>
                    <a:pt x="3202" y="2359"/>
                  </a:lnTo>
                  <a:lnTo>
                    <a:pt x="3314" y="2134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5" name="Google Shape;12555;p27"/>
            <p:cNvSpPr/>
            <p:nvPr/>
          </p:nvSpPr>
          <p:spPr>
            <a:xfrm>
              <a:off x="4618750" y="2417300"/>
              <a:ext cx="16875" cy="95500"/>
            </a:xfrm>
            <a:custGeom>
              <a:avLst/>
              <a:gdLst/>
              <a:ahLst/>
              <a:cxnLst/>
              <a:rect l="l" t="t" r="r" b="b"/>
              <a:pathLst>
                <a:path w="675" h="3820" extrusionOk="0">
                  <a:moveTo>
                    <a:pt x="393" y="0"/>
                  </a:moveTo>
                  <a:lnTo>
                    <a:pt x="0" y="3820"/>
                  </a:lnTo>
                  <a:lnTo>
                    <a:pt x="281" y="3820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6" name="Google Shape;12556;p27"/>
            <p:cNvSpPr/>
            <p:nvPr/>
          </p:nvSpPr>
          <p:spPr>
            <a:xfrm>
              <a:off x="4684725" y="2432750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6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7" name="Google Shape;12557;p27"/>
            <p:cNvSpPr/>
            <p:nvPr/>
          </p:nvSpPr>
          <p:spPr>
            <a:xfrm>
              <a:off x="4652450" y="2421500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0" y="1"/>
                  </a:moveTo>
                  <a:lnTo>
                    <a:pt x="0" y="3764"/>
                  </a:lnTo>
                  <a:lnTo>
                    <a:pt x="281" y="3820"/>
                  </a:lnTo>
                  <a:lnTo>
                    <a:pt x="1011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8" name="Google Shape;12558;p27"/>
            <p:cNvSpPr/>
            <p:nvPr/>
          </p:nvSpPr>
          <p:spPr>
            <a:xfrm>
              <a:off x="4826550" y="2599825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8" y="1"/>
                  </a:moveTo>
                  <a:lnTo>
                    <a:pt x="1" y="338"/>
                  </a:lnTo>
                  <a:lnTo>
                    <a:pt x="169" y="506"/>
                  </a:lnTo>
                  <a:lnTo>
                    <a:pt x="338" y="33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59" name="Google Shape;12559;p27"/>
            <p:cNvSpPr/>
            <p:nvPr/>
          </p:nvSpPr>
          <p:spPr>
            <a:xfrm>
              <a:off x="4717025" y="2446775"/>
              <a:ext cx="42150" cy="89900"/>
            </a:xfrm>
            <a:custGeom>
              <a:avLst/>
              <a:gdLst/>
              <a:ahLst/>
              <a:cxnLst/>
              <a:rect l="l" t="t" r="r" b="b"/>
              <a:pathLst>
                <a:path w="1686" h="3596" extrusionOk="0">
                  <a:moveTo>
                    <a:pt x="1461" y="1"/>
                  </a:moveTo>
                  <a:lnTo>
                    <a:pt x="1" y="3539"/>
                  </a:lnTo>
                  <a:lnTo>
                    <a:pt x="225" y="3595"/>
                  </a:lnTo>
                  <a:lnTo>
                    <a:pt x="1686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0" name="Google Shape;12560;p27"/>
            <p:cNvSpPr/>
            <p:nvPr/>
          </p:nvSpPr>
          <p:spPr>
            <a:xfrm>
              <a:off x="4746525" y="2463625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7" y="1"/>
                  </a:moveTo>
                  <a:lnTo>
                    <a:pt x="0" y="3371"/>
                  </a:lnTo>
                  <a:lnTo>
                    <a:pt x="225" y="3539"/>
                  </a:lnTo>
                  <a:lnTo>
                    <a:pt x="2022" y="113"/>
                  </a:lnTo>
                  <a:lnTo>
                    <a:pt x="179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1" name="Google Shape;12561;p27"/>
            <p:cNvSpPr/>
            <p:nvPr/>
          </p:nvSpPr>
          <p:spPr>
            <a:xfrm>
              <a:off x="4801275" y="2543675"/>
              <a:ext cx="33725" cy="44950"/>
            </a:xfrm>
            <a:custGeom>
              <a:avLst/>
              <a:gdLst/>
              <a:ahLst/>
              <a:cxnLst/>
              <a:rect l="l" t="t" r="r" b="b"/>
              <a:pathLst>
                <a:path w="1349" h="1798" extrusionOk="0">
                  <a:moveTo>
                    <a:pt x="1349" y="0"/>
                  </a:moveTo>
                  <a:lnTo>
                    <a:pt x="1" y="1629"/>
                  </a:lnTo>
                  <a:lnTo>
                    <a:pt x="225" y="1797"/>
                  </a:lnTo>
                  <a:lnTo>
                    <a:pt x="1349" y="393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2" name="Google Shape;12562;p27"/>
            <p:cNvSpPr/>
            <p:nvPr/>
          </p:nvSpPr>
          <p:spPr>
            <a:xfrm>
              <a:off x="4774600" y="2486100"/>
              <a:ext cx="60400" cy="82875"/>
            </a:xfrm>
            <a:custGeom>
              <a:avLst/>
              <a:gdLst/>
              <a:ahLst/>
              <a:cxnLst/>
              <a:rect l="l" t="t" r="r" b="b"/>
              <a:pathLst>
                <a:path w="2416" h="3315" extrusionOk="0">
                  <a:moveTo>
                    <a:pt x="2191" y="0"/>
                  </a:moveTo>
                  <a:lnTo>
                    <a:pt x="0" y="3202"/>
                  </a:lnTo>
                  <a:lnTo>
                    <a:pt x="225" y="3314"/>
                  </a:lnTo>
                  <a:lnTo>
                    <a:pt x="2416" y="113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3" name="Google Shape;12563;p27"/>
            <p:cNvSpPr/>
            <p:nvPr/>
          </p:nvSpPr>
          <p:spPr>
            <a:xfrm>
              <a:off x="4593475" y="2648975"/>
              <a:ext cx="120775" cy="37950"/>
            </a:xfrm>
            <a:custGeom>
              <a:avLst/>
              <a:gdLst/>
              <a:ahLst/>
              <a:cxnLst/>
              <a:rect l="l" t="t" r="r" b="b"/>
              <a:pathLst>
                <a:path w="4831" h="1518" extrusionOk="0">
                  <a:moveTo>
                    <a:pt x="0" y="1"/>
                  </a:moveTo>
                  <a:lnTo>
                    <a:pt x="0" y="1068"/>
                  </a:lnTo>
                  <a:cubicBezTo>
                    <a:pt x="899" y="1068"/>
                    <a:pt x="1741" y="1180"/>
                    <a:pt x="2584" y="1517"/>
                  </a:cubicBezTo>
                  <a:lnTo>
                    <a:pt x="4830" y="1517"/>
                  </a:lnTo>
                  <a:cubicBezTo>
                    <a:pt x="3426" y="506"/>
                    <a:pt x="1741" y="1"/>
                    <a:pt x="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4" name="Google Shape;12564;p27"/>
            <p:cNvSpPr/>
            <p:nvPr/>
          </p:nvSpPr>
          <p:spPr>
            <a:xfrm>
              <a:off x="4500800" y="2536650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3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5" name="Google Shape;12565;p27"/>
            <p:cNvSpPr/>
            <p:nvPr/>
          </p:nvSpPr>
          <p:spPr>
            <a:xfrm>
              <a:off x="1972000" y="2504350"/>
              <a:ext cx="16875" cy="15475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562" y="1"/>
                  </a:moveTo>
                  <a:lnTo>
                    <a:pt x="0" y="506"/>
                  </a:lnTo>
                  <a:lnTo>
                    <a:pt x="113" y="618"/>
                  </a:lnTo>
                  <a:lnTo>
                    <a:pt x="674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6" name="Google Shape;12566;p27"/>
            <p:cNvSpPr/>
            <p:nvPr/>
          </p:nvSpPr>
          <p:spPr>
            <a:xfrm>
              <a:off x="1980425" y="2515575"/>
              <a:ext cx="18275" cy="14075"/>
            </a:xfrm>
            <a:custGeom>
              <a:avLst/>
              <a:gdLst/>
              <a:ahLst/>
              <a:cxnLst/>
              <a:rect l="l" t="t" r="r" b="b"/>
              <a:pathLst>
                <a:path w="731" h="563" extrusionOk="0">
                  <a:moveTo>
                    <a:pt x="618" y="1"/>
                  </a:moveTo>
                  <a:lnTo>
                    <a:pt x="0" y="394"/>
                  </a:lnTo>
                  <a:cubicBezTo>
                    <a:pt x="56" y="450"/>
                    <a:pt x="56" y="506"/>
                    <a:pt x="113" y="563"/>
                  </a:cubicBezTo>
                  <a:lnTo>
                    <a:pt x="730" y="113"/>
                  </a:lnTo>
                  <a:lnTo>
                    <a:pt x="61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7" name="Google Shape;12567;p27"/>
            <p:cNvSpPr/>
            <p:nvPr/>
          </p:nvSpPr>
          <p:spPr>
            <a:xfrm>
              <a:off x="1994450" y="2540850"/>
              <a:ext cx="18275" cy="11275"/>
            </a:xfrm>
            <a:custGeom>
              <a:avLst/>
              <a:gdLst/>
              <a:ahLst/>
              <a:cxnLst/>
              <a:rect l="l" t="t" r="r" b="b"/>
              <a:pathLst>
                <a:path w="731" h="451" extrusionOk="0">
                  <a:moveTo>
                    <a:pt x="675" y="1"/>
                  </a:moveTo>
                  <a:lnTo>
                    <a:pt x="1" y="282"/>
                  </a:lnTo>
                  <a:lnTo>
                    <a:pt x="113" y="450"/>
                  </a:lnTo>
                  <a:lnTo>
                    <a:pt x="731" y="169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8" name="Google Shape;12568;p27"/>
            <p:cNvSpPr/>
            <p:nvPr/>
          </p:nvSpPr>
          <p:spPr>
            <a:xfrm>
              <a:off x="1988850" y="2528225"/>
              <a:ext cx="18275" cy="12650"/>
            </a:xfrm>
            <a:custGeom>
              <a:avLst/>
              <a:gdLst/>
              <a:ahLst/>
              <a:cxnLst/>
              <a:rect l="l" t="t" r="r" b="b"/>
              <a:pathLst>
                <a:path w="731" h="506" extrusionOk="0">
                  <a:moveTo>
                    <a:pt x="618" y="0"/>
                  </a:moveTo>
                  <a:lnTo>
                    <a:pt x="0" y="337"/>
                  </a:lnTo>
                  <a:lnTo>
                    <a:pt x="56" y="506"/>
                  </a:lnTo>
                  <a:lnTo>
                    <a:pt x="730" y="113"/>
                  </a:ln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69" name="Google Shape;12569;p27"/>
            <p:cNvSpPr/>
            <p:nvPr/>
          </p:nvSpPr>
          <p:spPr>
            <a:xfrm>
              <a:off x="1879325" y="2455200"/>
              <a:ext cx="4225" cy="18275"/>
            </a:xfrm>
            <a:custGeom>
              <a:avLst/>
              <a:gdLst/>
              <a:ahLst/>
              <a:cxnLst/>
              <a:rect l="l" t="t" r="r" b="b"/>
              <a:pathLst>
                <a:path w="169" h="731" extrusionOk="0">
                  <a:moveTo>
                    <a:pt x="0" y="1"/>
                  </a:moveTo>
                  <a:lnTo>
                    <a:pt x="0" y="731"/>
                  </a:lnTo>
                  <a:lnTo>
                    <a:pt x="169" y="73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0" name="Google Shape;12570;p27"/>
            <p:cNvSpPr/>
            <p:nvPr/>
          </p:nvSpPr>
          <p:spPr>
            <a:xfrm>
              <a:off x="2007100" y="2582975"/>
              <a:ext cx="18275" cy="7050"/>
            </a:xfrm>
            <a:custGeom>
              <a:avLst/>
              <a:gdLst/>
              <a:ahLst/>
              <a:cxnLst/>
              <a:rect l="l" t="t" r="r" b="b"/>
              <a:pathLst>
                <a:path w="731" h="282" extrusionOk="0">
                  <a:moveTo>
                    <a:pt x="730" y="1"/>
                  </a:moveTo>
                  <a:lnTo>
                    <a:pt x="0" y="113"/>
                  </a:lnTo>
                  <a:cubicBezTo>
                    <a:pt x="0" y="169"/>
                    <a:pt x="0" y="225"/>
                    <a:pt x="0" y="282"/>
                  </a:cubicBezTo>
                  <a:lnTo>
                    <a:pt x="730" y="225"/>
                  </a:lnTo>
                  <a:cubicBezTo>
                    <a:pt x="730" y="169"/>
                    <a:pt x="730" y="57"/>
                    <a:pt x="73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1" name="Google Shape;12571;p27"/>
            <p:cNvSpPr/>
            <p:nvPr/>
          </p:nvSpPr>
          <p:spPr>
            <a:xfrm>
              <a:off x="2004300" y="2568950"/>
              <a:ext cx="18275" cy="8450"/>
            </a:xfrm>
            <a:custGeom>
              <a:avLst/>
              <a:gdLst/>
              <a:ahLst/>
              <a:cxnLst/>
              <a:rect l="l" t="t" r="r" b="b"/>
              <a:pathLst>
                <a:path w="731" h="338" extrusionOk="0">
                  <a:moveTo>
                    <a:pt x="674" y="0"/>
                  </a:moveTo>
                  <a:lnTo>
                    <a:pt x="0" y="169"/>
                  </a:lnTo>
                  <a:lnTo>
                    <a:pt x="56" y="337"/>
                  </a:lnTo>
                  <a:lnTo>
                    <a:pt x="730" y="169"/>
                  </a:lnTo>
                  <a:cubicBezTo>
                    <a:pt x="730" y="113"/>
                    <a:pt x="730" y="56"/>
                    <a:pt x="67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2" name="Google Shape;12572;p27"/>
            <p:cNvSpPr/>
            <p:nvPr/>
          </p:nvSpPr>
          <p:spPr>
            <a:xfrm>
              <a:off x="1962175" y="2493125"/>
              <a:ext cx="15450" cy="16875"/>
            </a:xfrm>
            <a:custGeom>
              <a:avLst/>
              <a:gdLst/>
              <a:ahLst/>
              <a:cxnLst/>
              <a:rect l="l" t="t" r="r" b="b"/>
              <a:pathLst>
                <a:path w="618" h="675" extrusionOk="0">
                  <a:moveTo>
                    <a:pt x="506" y="0"/>
                  </a:moveTo>
                  <a:lnTo>
                    <a:pt x="0" y="562"/>
                  </a:lnTo>
                  <a:lnTo>
                    <a:pt x="169" y="674"/>
                  </a:lnTo>
                  <a:lnTo>
                    <a:pt x="618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3" name="Google Shape;12573;p27"/>
            <p:cNvSpPr/>
            <p:nvPr/>
          </p:nvSpPr>
          <p:spPr>
            <a:xfrm>
              <a:off x="1904600" y="2459425"/>
              <a:ext cx="8450" cy="18275"/>
            </a:xfrm>
            <a:custGeom>
              <a:avLst/>
              <a:gdLst/>
              <a:ahLst/>
              <a:cxnLst/>
              <a:rect l="l" t="t" r="r" b="b"/>
              <a:pathLst>
                <a:path w="338" h="731" extrusionOk="0">
                  <a:moveTo>
                    <a:pt x="169" y="0"/>
                  </a:moveTo>
                  <a:lnTo>
                    <a:pt x="0" y="674"/>
                  </a:lnTo>
                  <a:lnTo>
                    <a:pt x="169" y="730"/>
                  </a:lnTo>
                  <a:lnTo>
                    <a:pt x="337" y="5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4" name="Google Shape;12574;p27"/>
            <p:cNvSpPr/>
            <p:nvPr/>
          </p:nvSpPr>
          <p:spPr>
            <a:xfrm>
              <a:off x="1918625" y="2462225"/>
              <a:ext cx="9875" cy="19675"/>
            </a:xfrm>
            <a:custGeom>
              <a:avLst/>
              <a:gdLst/>
              <a:ahLst/>
              <a:cxnLst/>
              <a:rect l="l" t="t" r="r" b="b"/>
              <a:pathLst>
                <a:path w="395" h="787" extrusionOk="0">
                  <a:moveTo>
                    <a:pt x="226" y="1"/>
                  </a:moveTo>
                  <a:lnTo>
                    <a:pt x="1" y="731"/>
                  </a:lnTo>
                  <a:lnTo>
                    <a:pt x="113" y="787"/>
                  </a:lnTo>
                  <a:lnTo>
                    <a:pt x="394" y="113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5" name="Google Shape;12575;p27"/>
            <p:cNvSpPr/>
            <p:nvPr/>
          </p:nvSpPr>
          <p:spPr>
            <a:xfrm>
              <a:off x="1891950" y="2458025"/>
              <a:ext cx="7050" cy="16875"/>
            </a:xfrm>
            <a:custGeom>
              <a:avLst/>
              <a:gdLst/>
              <a:ahLst/>
              <a:cxnLst/>
              <a:rect l="l" t="t" r="r" b="b"/>
              <a:pathLst>
                <a:path w="282" h="675" extrusionOk="0">
                  <a:moveTo>
                    <a:pt x="113" y="0"/>
                  </a:moveTo>
                  <a:lnTo>
                    <a:pt x="1" y="674"/>
                  </a:lnTo>
                  <a:lnTo>
                    <a:pt x="169" y="674"/>
                  </a:ln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6" name="Google Shape;12576;p27"/>
            <p:cNvSpPr/>
            <p:nvPr/>
          </p:nvSpPr>
          <p:spPr>
            <a:xfrm>
              <a:off x="2008500" y="2599825"/>
              <a:ext cx="18275" cy="4250"/>
            </a:xfrm>
            <a:custGeom>
              <a:avLst/>
              <a:gdLst/>
              <a:ahLst/>
              <a:cxnLst/>
              <a:rect l="l" t="t" r="r" b="b"/>
              <a:pathLst>
                <a:path w="731" h="170" extrusionOk="0">
                  <a:moveTo>
                    <a:pt x="1" y="1"/>
                  </a:moveTo>
                  <a:cubicBezTo>
                    <a:pt x="1" y="57"/>
                    <a:pt x="1" y="113"/>
                    <a:pt x="1" y="169"/>
                  </a:cubicBezTo>
                  <a:lnTo>
                    <a:pt x="731" y="169"/>
                  </a:lnTo>
                  <a:cubicBezTo>
                    <a:pt x="731" y="113"/>
                    <a:pt x="731" y="1"/>
                    <a:pt x="73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7" name="Google Shape;12577;p27"/>
            <p:cNvSpPr/>
            <p:nvPr/>
          </p:nvSpPr>
          <p:spPr>
            <a:xfrm>
              <a:off x="1952325" y="2484700"/>
              <a:ext cx="14075" cy="16875"/>
            </a:xfrm>
            <a:custGeom>
              <a:avLst/>
              <a:gdLst/>
              <a:ahLst/>
              <a:cxnLst/>
              <a:rect l="l" t="t" r="r" b="b"/>
              <a:pathLst>
                <a:path w="563" h="675" extrusionOk="0">
                  <a:moveTo>
                    <a:pt x="450" y="0"/>
                  </a:moveTo>
                  <a:lnTo>
                    <a:pt x="1" y="562"/>
                  </a:lnTo>
                  <a:lnTo>
                    <a:pt x="169" y="674"/>
                  </a:lnTo>
                  <a:lnTo>
                    <a:pt x="563" y="113"/>
                  </a:lnTo>
                  <a:cubicBezTo>
                    <a:pt x="563" y="56"/>
                    <a:pt x="506" y="0"/>
                    <a:pt x="45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8" name="Google Shape;12578;p27"/>
            <p:cNvSpPr/>
            <p:nvPr/>
          </p:nvSpPr>
          <p:spPr>
            <a:xfrm>
              <a:off x="1929875" y="2469250"/>
              <a:ext cx="11250" cy="18275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337" y="1"/>
                  </a:moveTo>
                  <a:lnTo>
                    <a:pt x="0" y="674"/>
                  </a:lnTo>
                  <a:lnTo>
                    <a:pt x="169" y="731"/>
                  </a:lnTo>
                  <a:lnTo>
                    <a:pt x="450" y="57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79" name="Google Shape;12579;p27"/>
            <p:cNvSpPr/>
            <p:nvPr/>
          </p:nvSpPr>
          <p:spPr>
            <a:xfrm>
              <a:off x="1941100" y="2476275"/>
              <a:ext cx="12675" cy="16875"/>
            </a:xfrm>
            <a:custGeom>
              <a:avLst/>
              <a:gdLst/>
              <a:ahLst/>
              <a:cxnLst/>
              <a:rect l="l" t="t" r="r" b="b"/>
              <a:pathLst>
                <a:path w="507" h="675" extrusionOk="0">
                  <a:moveTo>
                    <a:pt x="394" y="0"/>
                  </a:moveTo>
                  <a:lnTo>
                    <a:pt x="1" y="618"/>
                  </a:lnTo>
                  <a:lnTo>
                    <a:pt x="169" y="674"/>
                  </a:lnTo>
                  <a:lnTo>
                    <a:pt x="506" y="56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0" name="Google Shape;12580;p27"/>
            <p:cNvSpPr/>
            <p:nvPr/>
          </p:nvSpPr>
          <p:spPr>
            <a:xfrm>
              <a:off x="2000075" y="2554900"/>
              <a:ext cx="18275" cy="9850"/>
            </a:xfrm>
            <a:custGeom>
              <a:avLst/>
              <a:gdLst/>
              <a:ahLst/>
              <a:cxnLst/>
              <a:rect l="l" t="t" r="r" b="b"/>
              <a:pathLst>
                <a:path w="731" h="394" extrusionOk="0">
                  <a:moveTo>
                    <a:pt x="674" y="1"/>
                  </a:moveTo>
                  <a:lnTo>
                    <a:pt x="1" y="225"/>
                  </a:lnTo>
                  <a:lnTo>
                    <a:pt x="57" y="394"/>
                  </a:lnTo>
                  <a:lnTo>
                    <a:pt x="731" y="169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1" name="Google Shape;12581;p27"/>
            <p:cNvSpPr/>
            <p:nvPr/>
          </p:nvSpPr>
          <p:spPr>
            <a:xfrm>
              <a:off x="1851250" y="2455200"/>
              <a:ext cx="22475" cy="19700"/>
            </a:xfrm>
            <a:custGeom>
              <a:avLst/>
              <a:gdLst/>
              <a:ahLst/>
              <a:cxnLst/>
              <a:rect l="l" t="t" r="r" b="b"/>
              <a:pathLst>
                <a:path w="899" h="788" extrusionOk="0">
                  <a:moveTo>
                    <a:pt x="899" y="1"/>
                  </a:moveTo>
                  <a:cubicBezTo>
                    <a:pt x="618" y="1"/>
                    <a:pt x="337" y="57"/>
                    <a:pt x="0" y="113"/>
                  </a:cubicBezTo>
                  <a:lnTo>
                    <a:pt x="0" y="787"/>
                  </a:lnTo>
                  <a:cubicBezTo>
                    <a:pt x="337" y="731"/>
                    <a:pt x="618" y="731"/>
                    <a:pt x="899" y="731"/>
                  </a:cubicBez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2" name="Google Shape;12582;p27"/>
            <p:cNvSpPr/>
            <p:nvPr/>
          </p:nvSpPr>
          <p:spPr>
            <a:xfrm>
              <a:off x="1983225" y="2608250"/>
              <a:ext cx="42150" cy="78675"/>
            </a:xfrm>
            <a:custGeom>
              <a:avLst/>
              <a:gdLst/>
              <a:ahLst/>
              <a:cxnLst/>
              <a:rect l="l" t="t" r="r" b="b"/>
              <a:pathLst>
                <a:path w="1686" h="3147" extrusionOk="0">
                  <a:moveTo>
                    <a:pt x="1012" y="1"/>
                  </a:moveTo>
                  <a:cubicBezTo>
                    <a:pt x="1012" y="57"/>
                    <a:pt x="1012" y="113"/>
                    <a:pt x="1012" y="169"/>
                  </a:cubicBezTo>
                  <a:cubicBezTo>
                    <a:pt x="1012" y="225"/>
                    <a:pt x="1012" y="282"/>
                    <a:pt x="1012" y="338"/>
                  </a:cubicBezTo>
                  <a:cubicBezTo>
                    <a:pt x="1012" y="450"/>
                    <a:pt x="955" y="562"/>
                    <a:pt x="955" y="731"/>
                  </a:cubicBezTo>
                  <a:cubicBezTo>
                    <a:pt x="899" y="1236"/>
                    <a:pt x="731" y="1742"/>
                    <a:pt x="506" y="2247"/>
                  </a:cubicBezTo>
                  <a:lnTo>
                    <a:pt x="506" y="2304"/>
                  </a:lnTo>
                  <a:cubicBezTo>
                    <a:pt x="338" y="2584"/>
                    <a:pt x="169" y="2865"/>
                    <a:pt x="1" y="3146"/>
                  </a:cubicBezTo>
                  <a:lnTo>
                    <a:pt x="843" y="3146"/>
                  </a:lnTo>
                  <a:cubicBezTo>
                    <a:pt x="955" y="2978"/>
                    <a:pt x="1012" y="2865"/>
                    <a:pt x="1124" y="2697"/>
                  </a:cubicBezTo>
                  <a:lnTo>
                    <a:pt x="1180" y="2528"/>
                  </a:lnTo>
                  <a:cubicBezTo>
                    <a:pt x="1236" y="2416"/>
                    <a:pt x="1292" y="2247"/>
                    <a:pt x="1348" y="2135"/>
                  </a:cubicBezTo>
                  <a:lnTo>
                    <a:pt x="1348" y="2079"/>
                  </a:lnTo>
                  <a:cubicBezTo>
                    <a:pt x="1348" y="1967"/>
                    <a:pt x="1405" y="1910"/>
                    <a:pt x="1461" y="1798"/>
                  </a:cubicBezTo>
                  <a:cubicBezTo>
                    <a:pt x="1573" y="1349"/>
                    <a:pt x="1685" y="843"/>
                    <a:pt x="1685" y="394"/>
                  </a:cubicBezTo>
                  <a:cubicBezTo>
                    <a:pt x="1685" y="338"/>
                    <a:pt x="1685" y="282"/>
                    <a:pt x="1685" y="225"/>
                  </a:cubicBez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3" name="Google Shape;12583;p27"/>
            <p:cNvSpPr/>
            <p:nvPr/>
          </p:nvSpPr>
          <p:spPr>
            <a:xfrm>
              <a:off x="1851250" y="2508425"/>
              <a:ext cx="123575" cy="178500"/>
            </a:xfrm>
            <a:custGeom>
              <a:avLst/>
              <a:gdLst/>
              <a:ahLst/>
              <a:cxnLst/>
              <a:rect l="l" t="t" r="r" b="b"/>
              <a:pathLst>
                <a:path w="4943" h="7140" extrusionOk="0">
                  <a:moveTo>
                    <a:pt x="922" y="1"/>
                  </a:moveTo>
                  <a:cubicBezTo>
                    <a:pt x="858" y="1"/>
                    <a:pt x="794" y="3"/>
                    <a:pt x="730" y="6"/>
                  </a:cubicBezTo>
                  <a:cubicBezTo>
                    <a:pt x="506" y="6"/>
                    <a:pt x="225" y="62"/>
                    <a:pt x="0" y="118"/>
                  </a:cubicBezTo>
                  <a:lnTo>
                    <a:pt x="0" y="568"/>
                  </a:lnTo>
                  <a:cubicBezTo>
                    <a:pt x="225" y="455"/>
                    <a:pt x="506" y="455"/>
                    <a:pt x="730" y="455"/>
                  </a:cubicBezTo>
                  <a:cubicBezTo>
                    <a:pt x="801" y="451"/>
                    <a:pt x="872" y="449"/>
                    <a:pt x="942" y="449"/>
                  </a:cubicBezTo>
                  <a:cubicBezTo>
                    <a:pt x="2816" y="449"/>
                    <a:pt x="4385" y="1876"/>
                    <a:pt x="4493" y="3825"/>
                  </a:cubicBezTo>
                  <a:cubicBezTo>
                    <a:pt x="4549" y="5173"/>
                    <a:pt x="3819" y="6521"/>
                    <a:pt x="2584" y="7139"/>
                  </a:cubicBezTo>
                  <a:lnTo>
                    <a:pt x="3314" y="7139"/>
                  </a:lnTo>
                  <a:cubicBezTo>
                    <a:pt x="4381" y="6353"/>
                    <a:pt x="4943" y="5061"/>
                    <a:pt x="4886" y="3769"/>
                  </a:cubicBezTo>
                  <a:cubicBezTo>
                    <a:pt x="4830" y="2702"/>
                    <a:pt x="4325" y="1747"/>
                    <a:pt x="3538" y="1017"/>
                  </a:cubicBezTo>
                  <a:cubicBezTo>
                    <a:pt x="2802" y="386"/>
                    <a:pt x="1868" y="1"/>
                    <a:pt x="92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4" name="Google Shape;12584;p27"/>
            <p:cNvSpPr/>
            <p:nvPr/>
          </p:nvSpPr>
          <p:spPr>
            <a:xfrm>
              <a:off x="1856850" y="2590150"/>
              <a:ext cx="40750" cy="34975"/>
            </a:xfrm>
            <a:custGeom>
              <a:avLst/>
              <a:gdLst/>
              <a:ahLst/>
              <a:cxnLst/>
              <a:rect l="l" t="t" r="r" b="b"/>
              <a:pathLst>
                <a:path w="1630" h="1399" extrusionOk="0">
                  <a:moveTo>
                    <a:pt x="675" y="1"/>
                  </a:moveTo>
                  <a:cubicBezTo>
                    <a:pt x="325" y="1"/>
                    <a:pt x="1" y="275"/>
                    <a:pt x="1" y="725"/>
                  </a:cubicBezTo>
                  <a:cubicBezTo>
                    <a:pt x="1" y="1118"/>
                    <a:pt x="282" y="1399"/>
                    <a:pt x="675" y="1399"/>
                  </a:cubicBezTo>
                  <a:cubicBezTo>
                    <a:pt x="1293" y="1399"/>
                    <a:pt x="1630" y="669"/>
                    <a:pt x="1180" y="219"/>
                  </a:cubicBezTo>
                  <a:cubicBezTo>
                    <a:pt x="1030" y="70"/>
                    <a:pt x="849" y="1"/>
                    <a:pt x="67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5" name="Google Shape;12585;p27"/>
            <p:cNvSpPr/>
            <p:nvPr/>
          </p:nvSpPr>
          <p:spPr>
            <a:xfrm>
              <a:off x="1977600" y="1880925"/>
              <a:ext cx="25300" cy="18275"/>
            </a:xfrm>
            <a:custGeom>
              <a:avLst/>
              <a:gdLst/>
              <a:ahLst/>
              <a:cxnLst/>
              <a:rect l="l" t="t" r="r" b="b"/>
              <a:pathLst>
                <a:path w="1012" h="731" extrusionOk="0">
                  <a:moveTo>
                    <a:pt x="900" y="1"/>
                  </a:moveTo>
                  <a:lnTo>
                    <a:pt x="1" y="562"/>
                  </a:lnTo>
                  <a:cubicBezTo>
                    <a:pt x="57" y="618"/>
                    <a:pt x="57" y="675"/>
                    <a:pt x="113" y="731"/>
                  </a:cubicBezTo>
                  <a:lnTo>
                    <a:pt x="1012" y="11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6" name="Google Shape;12586;p27"/>
            <p:cNvSpPr/>
            <p:nvPr/>
          </p:nvSpPr>
          <p:spPr>
            <a:xfrm>
              <a:off x="1970600" y="1868300"/>
              <a:ext cx="22475" cy="19675"/>
            </a:xfrm>
            <a:custGeom>
              <a:avLst/>
              <a:gdLst/>
              <a:ahLst/>
              <a:cxnLst/>
              <a:rect l="l" t="t" r="r" b="b"/>
              <a:pathLst>
                <a:path w="899" h="787" extrusionOk="0">
                  <a:moveTo>
                    <a:pt x="843" y="0"/>
                  </a:moveTo>
                  <a:lnTo>
                    <a:pt x="0" y="674"/>
                  </a:lnTo>
                  <a:lnTo>
                    <a:pt x="112" y="786"/>
                  </a:lnTo>
                  <a:lnTo>
                    <a:pt x="899" y="112"/>
                  </a:lnTo>
                  <a:cubicBezTo>
                    <a:pt x="899" y="56"/>
                    <a:pt x="843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7" name="Google Shape;12587;p27"/>
            <p:cNvSpPr/>
            <p:nvPr/>
          </p:nvSpPr>
          <p:spPr>
            <a:xfrm>
              <a:off x="1984625" y="1893575"/>
              <a:ext cx="25300" cy="15450"/>
            </a:xfrm>
            <a:custGeom>
              <a:avLst/>
              <a:gdLst/>
              <a:ahLst/>
              <a:cxnLst/>
              <a:rect l="l" t="t" r="r" b="b"/>
              <a:pathLst>
                <a:path w="1012" h="618" extrusionOk="0">
                  <a:moveTo>
                    <a:pt x="899" y="0"/>
                  </a:moveTo>
                  <a:lnTo>
                    <a:pt x="1" y="506"/>
                  </a:lnTo>
                  <a:cubicBezTo>
                    <a:pt x="1" y="562"/>
                    <a:pt x="57" y="562"/>
                    <a:pt x="57" y="618"/>
                  </a:cubicBezTo>
                  <a:lnTo>
                    <a:pt x="1012" y="112"/>
                  </a:ln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8" name="Google Shape;12588;p27"/>
            <p:cNvSpPr/>
            <p:nvPr/>
          </p:nvSpPr>
          <p:spPr>
            <a:xfrm>
              <a:off x="1990250" y="1907600"/>
              <a:ext cx="26700" cy="12675"/>
            </a:xfrm>
            <a:custGeom>
              <a:avLst/>
              <a:gdLst/>
              <a:ahLst/>
              <a:cxnLst/>
              <a:rect l="l" t="t" r="r" b="b"/>
              <a:pathLst>
                <a:path w="1068" h="507" extrusionOk="0">
                  <a:moveTo>
                    <a:pt x="955" y="1"/>
                  </a:moveTo>
                  <a:lnTo>
                    <a:pt x="0" y="394"/>
                  </a:lnTo>
                  <a:lnTo>
                    <a:pt x="57" y="506"/>
                  </a:lnTo>
                  <a:lnTo>
                    <a:pt x="1067" y="113"/>
                  </a:lnTo>
                  <a:cubicBezTo>
                    <a:pt x="1011" y="57"/>
                    <a:pt x="1011" y="57"/>
                    <a:pt x="95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89" name="Google Shape;12589;p27"/>
            <p:cNvSpPr/>
            <p:nvPr/>
          </p:nvSpPr>
          <p:spPr>
            <a:xfrm>
              <a:off x="1962175" y="1857050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786" y="1"/>
                  </a:moveTo>
                  <a:lnTo>
                    <a:pt x="0" y="787"/>
                  </a:lnTo>
                  <a:lnTo>
                    <a:pt x="112" y="899"/>
                  </a:lnTo>
                  <a:lnTo>
                    <a:pt x="899" y="169"/>
                  </a:lnTo>
                  <a:lnTo>
                    <a:pt x="7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0" name="Google Shape;12590;p27"/>
            <p:cNvSpPr/>
            <p:nvPr/>
          </p:nvSpPr>
          <p:spPr>
            <a:xfrm>
              <a:off x="1998675" y="1935675"/>
              <a:ext cx="25300" cy="8450"/>
            </a:xfrm>
            <a:custGeom>
              <a:avLst/>
              <a:gdLst/>
              <a:ahLst/>
              <a:cxnLst/>
              <a:rect l="l" t="t" r="r" b="b"/>
              <a:pathLst>
                <a:path w="1012" h="338" extrusionOk="0">
                  <a:moveTo>
                    <a:pt x="1011" y="1"/>
                  </a:moveTo>
                  <a:lnTo>
                    <a:pt x="0" y="169"/>
                  </a:lnTo>
                  <a:cubicBezTo>
                    <a:pt x="0" y="226"/>
                    <a:pt x="0" y="282"/>
                    <a:pt x="0" y="338"/>
                  </a:cubicBezTo>
                  <a:lnTo>
                    <a:pt x="1011" y="169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1" name="Google Shape;12591;p27"/>
            <p:cNvSpPr/>
            <p:nvPr/>
          </p:nvSpPr>
          <p:spPr>
            <a:xfrm>
              <a:off x="1994450" y="1921650"/>
              <a:ext cx="26700" cy="11250"/>
            </a:xfrm>
            <a:custGeom>
              <a:avLst/>
              <a:gdLst/>
              <a:ahLst/>
              <a:cxnLst/>
              <a:rect l="l" t="t" r="r" b="b"/>
              <a:pathLst>
                <a:path w="1068" h="450" extrusionOk="0">
                  <a:moveTo>
                    <a:pt x="1012" y="0"/>
                  </a:moveTo>
                  <a:lnTo>
                    <a:pt x="1" y="281"/>
                  </a:lnTo>
                  <a:cubicBezTo>
                    <a:pt x="1" y="337"/>
                    <a:pt x="1" y="393"/>
                    <a:pt x="57" y="450"/>
                  </a:cubicBezTo>
                  <a:lnTo>
                    <a:pt x="1068" y="169"/>
                  </a:lnTo>
                  <a:cubicBezTo>
                    <a:pt x="1068" y="113"/>
                    <a:pt x="1012" y="56"/>
                    <a:pt x="10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2" name="Google Shape;12592;p27"/>
            <p:cNvSpPr/>
            <p:nvPr/>
          </p:nvSpPr>
          <p:spPr>
            <a:xfrm>
              <a:off x="1942500" y="1838800"/>
              <a:ext cx="18275" cy="23900"/>
            </a:xfrm>
            <a:custGeom>
              <a:avLst/>
              <a:gdLst/>
              <a:ahLst/>
              <a:cxnLst/>
              <a:rect l="l" t="t" r="r" b="b"/>
              <a:pathLst>
                <a:path w="731" h="956" extrusionOk="0">
                  <a:moveTo>
                    <a:pt x="562" y="1"/>
                  </a:moveTo>
                  <a:lnTo>
                    <a:pt x="1" y="899"/>
                  </a:lnTo>
                  <a:lnTo>
                    <a:pt x="169" y="955"/>
                  </a:lnTo>
                  <a:lnTo>
                    <a:pt x="731" y="113"/>
                  </a:lnTo>
                  <a:lnTo>
                    <a:pt x="56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3" name="Google Shape;12593;p27"/>
            <p:cNvSpPr/>
            <p:nvPr/>
          </p:nvSpPr>
          <p:spPr>
            <a:xfrm>
              <a:off x="1897575" y="1817750"/>
              <a:ext cx="8450" cy="25300"/>
            </a:xfrm>
            <a:custGeom>
              <a:avLst/>
              <a:gdLst/>
              <a:ahLst/>
              <a:cxnLst/>
              <a:rect l="l" t="t" r="r" b="b"/>
              <a:pathLst>
                <a:path w="338" h="1012" extrusionOk="0">
                  <a:moveTo>
                    <a:pt x="169" y="0"/>
                  </a:moveTo>
                  <a:lnTo>
                    <a:pt x="1" y="1011"/>
                  </a:lnTo>
                  <a:lnTo>
                    <a:pt x="169" y="101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4" name="Google Shape;12594;p27"/>
            <p:cNvSpPr/>
            <p:nvPr/>
          </p:nvSpPr>
          <p:spPr>
            <a:xfrm>
              <a:off x="1908800" y="1820550"/>
              <a:ext cx="11275" cy="26700"/>
            </a:xfrm>
            <a:custGeom>
              <a:avLst/>
              <a:gdLst/>
              <a:ahLst/>
              <a:cxnLst/>
              <a:rect l="l" t="t" r="r" b="b"/>
              <a:pathLst>
                <a:path w="451" h="1068" extrusionOk="0">
                  <a:moveTo>
                    <a:pt x="338" y="0"/>
                  </a:moveTo>
                  <a:lnTo>
                    <a:pt x="1" y="1011"/>
                  </a:lnTo>
                  <a:lnTo>
                    <a:pt x="169" y="1068"/>
                  </a:lnTo>
                  <a:lnTo>
                    <a:pt x="450" y="57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5" name="Google Shape;12595;p27"/>
            <p:cNvSpPr/>
            <p:nvPr/>
          </p:nvSpPr>
          <p:spPr>
            <a:xfrm>
              <a:off x="1952325" y="1847225"/>
              <a:ext cx="21100" cy="23900"/>
            </a:xfrm>
            <a:custGeom>
              <a:avLst/>
              <a:gdLst/>
              <a:ahLst/>
              <a:cxnLst/>
              <a:rect l="l" t="t" r="r" b="b"/>
              <a:pathLst>
                <a:path w="844" h="956" extrusionOk="0">
                  <a:moveTo>
                    <a:pt x="731" y="1"/>
                  </a:moveTo>
                  <a:lnTo>
                    <a:pt x="1" y="843"/>
                  </a:lnTo>
                  <a:lnTo>
                    <a:pt x="169" y="955"/>
                  </a:lnTo>
                  <a:lnTo>
                    <a:pt x="843" y="113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6" name="Google Shape;12596;p27"/>
            <p:cNvSpPr/>
            <p:nvPr/>
          </p:nvSpPr>
          <p:spPr>
            <a:xfrm>
              <a:off x="1883525" y="1814925"/>
              <a:ext cx="8450" cy="26700"/>
            </a:xfrm>
            <a:custGeom>
              <a:avLst/>
              <a:gdLst/>
              <a:ahLst/>
              <a:cxnLst/>
              <a:rect l="l" t="t" r="r" b="b"/>
              <a:pathLst>
                <a:path w="338" h="1068" extrusionOk="0">
                  <a:moveTo>
                    <a:pt x="113" y="1"/>
                  </a:moveTo>
                  <a:lnTo>
                    <a:pt x="1" y="1068"/>
                  </a:lnTo>
                  <a:lnTo>
                    <a:pt x="226" y="1068"/>
                  </a:lnTo>
                  <a:lnTo>
                    <a:pt x="33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7" name="Google Shape;12597;p27"/>
            <p:cNvSpPr/>
            <p:nvPr/>
          </p:nvSpPr>
          <p:spPr>
            <a:xfrm>
              <a:off x="1921450" y="1824750"/>
              <a:ext cx="14050" cy="26725"/>
            </a:xfrm>
            <a:custGeom>
              <a:avLst/>
              <a:gdLst/>
              <a:ahLst/>
              <a:cxnLst/>
              <a:rect l="l" t="t" r="r" b="b"/>
              <a:pathLst>
                <a:path w="562" h="1069" extrusionOk="0">
                  <a:moveTo>
                    <a:pt x="393" y="1"/>
                  </a:moveTo>
                  <a:lnTo>
                    <a:pt x="0" y="1012"/>
                  </a:lnTo>
                  <a:lnTo>
                    <a:pt x="113" y="1068"/>
                  </a:ln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8" name="Google Shape;12598;p27"/>
            <p:cNvSpPr/>
            <p:nvPr/>
          </p:nvSpPr>
          <p:spPr>
            <a:xfrm>
              <a:off x="1931275" y="1831775"/>
              <a:ext cx="16875" cy="25300"/>
            </a:xfrm>
            <a:custGeom>
              <a:avLst/>
              <a:gdLst/>
              <a:ahLst/>
              <a:cxnLst/>
              <a:rect l="l" t="t" r="r" b="b"/>
              <a:pathLst>
                <a:path w="675" h="1012" extrusionOk="0">
                  <a:moveTo>
                    <a:pt x="506" y="1"/>
                  </a:moveTo>
                  <a:lnTo>
                    <a:pt x="0" y="956"/>
                  </a:lnTo>
                  <a:lnTo>
                    <a:pt x="169" y="1012"/>
                  </a:lnTo>
                  <a:lnTo>
                    <a:pt x="674" y="57"/>
                  </a:lnTo>
                  <a:lnTo>
                    <a:pt x="50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599" name="Google Shape;12599;p27"/>
            <p:cNvSpPr/>
            <p:nvPr/>
          </p:nvSpPr>
          <p:spPr>
            <a:xfrm>
              <a:off x="2000075" y="1949725"/>
              <a:ext cx="26700" cy="7050"/>
            </a:xfrm>
            <a:custGeom>
              <a:avLst/>
              <a:gdLst/>
              <a:ahLst/>
              <a:cxnLst/>
              <a:rect l="l" t="t" r="r" b="b"/>
              <a:pathLst>
                <a:path w="1068" h="282" extrusionOk="0">
                  <a:moveTo>
                    <a:pt x="1068" y="1"/>
                  </a:moveTo>
                  <a:lnTo>
                    <a:pt x="57" y="113"/>
                  </a:lnTo>
                  <a:cubicBezTo>
                    <a:pt x="1" y="169"/>
                    <a:pt x="1" y="225"/>
                    <a:pt x="1" y="281"/>
                  </a:cubicBezTo>
                  <a:lnTo>
                    <a:pt x="1068" y="169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0" name="Google Shape;12600;p27"/>
            <p:cNvSpPr/>
            <p:nvPr/>
          </p:nvSpPr>
          <p:spPr>
            <a:xfrm>
              <a:off x="1851250" y="1965175"/>
              <a:ext cx="174125" cy="153075"/>
            </a:xfrm>
            <a:custGeom>
              <a:avLst/>
              <a:gdLst/>
              <a:ahLst/>
              <a:cxnLst/>
              <a:rect l="l" t="t" r="r" b="b"/>
              <a:pathLst>
                <a:path w="6965" h="6123" extrusionOk="0">
                  <a:moveTo>
                    <a:pt x="5954" y="0"/>
                  </a:moveTo>
                  <a:lnTo>
                    <a:pt x="5954" y="169"/>
                  </a:lnTo>
                  <a:lnTo>
                    <a:pt x="6291" y="169"/>
                  </a:lnTo>
                  <a:lnTo>
                    <a:pt x="6291" y="506"/>
                  </a:lnTo>
                  <a:lnTo>
                    <a:pt x="5954" y="506"/>
                  </a:lnTo>
                  <a:lnTo>
                    <a:pt x="5954" y="674"/>
                  </a:lnTo>
                  <a:lnTo>
                    <a:pt x="6291" y="674"/>
                  </a:lnTo>
                  <a:cubicBezTo>
                    <a:pt x="6291" y="787"/>
                    <a:pt x="6234" y="955"/>
                    <a:pt x="6234" y="1068"/>
                  </a:cubicBezTo>
                  <a:lnTo>
                    <a:pt x="5897" y="1011"/>
                  </a:lnTo>
                  <a:lnTo>
                    <a:pt x="5897" y="1068"/>
                  </a:lnTo>
                  <a:lnTo>
                    <a:pt x="5897" y="1180"/>
                  </a:lnTo>
                  <a:lnTo>
                    <a:pt x="6234" y="1236"/>
                  </a:lnTo>
                  <a:cubicBezTo>
                    <a:pt x="6234" y="1348"/>
                    <a:pt x="6178" y="1461"/>
                    <a:pt x="6178" y="1573"/>
                  </a:cubicBezTo>
                  <a:lnTo>
                    <a:pt x="5841" y="1461"/>
                  </a:lnTo>
                  <a:cubicBezTo>
                    <a:pt x="5841" y="1517"/>
                    <a:pt x="5785" y="1573"/>
                    <a:pt x="5785" y="1629"/>
                  </a:cubicBezTo>
                  <a:lnTo>
                    <a:pt x="6122" y="1742"/>
                  </a:lnTo>
                  <a:lnTo>
                    <a:pt x="6010" y="2079"/>
                  </a:lnTo>
                  <a:lnTo>
                    <a:pt x="5617" y="1910"/>
                  </a:lnTo>
                  <a:lnTo>
                    <a:pt x="5560" y="2079"/>
                  </a:lnTo>
                  <a:lnTo>
                    <a:pt x="5897" y="2191"/>
                  </a:lnTo>
                  <a:cubicBezTo>
                    <a:pt x="5841" y="2303"/>
                    <a:pt x="5785" y="2415"/>
                    <a:pt x="5729" y="2528"/>
                  </a:cubicBezTo>
                  <a:lnTo>
                    <a:pt x="5448" y="2359"/>
                  </a:lnTo>
                  <a:lnTo>
                    <a:pt x="5336" y="2528"/>
                  </a:lnTo>
                  <a:lnTo>
                    <a:pt x="5617" y="2696"/>
                  </a:lnTo>
                  <a:cubicBezTo>
                    <a:pt x="5560" y="2809"/>
                    <a:pt x="5504" y="2921"/>
                    <a:pt x="5448" y="2977"/>
                  </a:cubicBezTo>
                  <a:lnTo>
                    <a:pt x="5167" y="2809"/>
                  </a:lnTo>
                  <a:lnTo>
                    <a:pt x="5055" y="2977"/>
                  </a:lnTo>
                  <a:lnTo>
                    <a:pt x="5336" y="3146"/>
                  </a:lnTo>
                  <a:lnTo>
                    <a:pt x="5167" y="3426"/>
                  </a:lnTo>
                  <a:lnTo>
                    <a:pt x="4886" y="3202"/>
                  </a:lnTo>
                  <a:lnTo>
                    <a:pt x="4774" y="3314"/>
                  </a:lnTo>
                  <a:lnTo>
                    <a:pt x="4999" y="3539"/>
                  </a:lnTo>
                  <a:cubicBezTo>
                    <a:pt x="4943" y="3595"/>
                    <a:pt x="4830" y="3707"/>
                    <a:pt x="4774" y="3820"/>
                  </a:cubicBezTo>
                  <a:lnTo>
                    <a:pt x="4549" y="3539"/>
                  </a:lnTo>
                  <a:lnTo>
                    <a:pt x="4437" y="3707"/>
                  </a:lnTo>
                  <a:lnTo>
                    <a:pt x="4662" y="3932"/>
                  </a:lnTo>
                  <a:lnTo>
                    <a:pt x="4381" y="4157"/>
                  </a:lnTo>
                  <a:lnTo>
                    <a:pt x="4156" y="3876"/>
                  </a:lnTo>
                  <a:lnTo>
                    <a:pt x="4044" y="4044"/>
                  </a:lnTo>
                  <a:lnTo>
                    <a:pt x="4269" y="4269"/>
                  </a:lnTo>
                  <a:lnTo>
                    <a:pt x="3988" y="4494"/>
                  </a:lnTo>
                  <a:lnTo>
                    <a:pt x="3763" y="4213"/>
                  </a:lnTo>
                  <a:lnTo>
                    <a:pt x="3651" y="4325"/>
                  </a:lnTo>
                  <a:lnTo>
                    <a:pt x="3819" y="4606"/>
                  </a:lnTo>
                  <a:lnTo>
                    <a:pt x="3538" y="4774"/>
                  </a:lnTo>
                  <a:lnTo>
                    <a:pt x="3370" y="4494"/>
                  </a:lnTo>
                  <a:lnTo>
                    <a:pt x="3201" y="4550"/>
                  </a:lnTo>
                  <a:lnTo>
                    <a:pt x="3370" y="4831"/>
                  </a:lnTo>
                  <a:lnTo>
                    <a:pt x="3033" y="4999"/>
                  </a:lnTo>
                  <a:lnTo>
                    <a:pt x="2921" y="4718"/>
                  </a:lnTo>
                  <a:lnTo>
                    <a:pt x="2752" y="4774"/>
                  </a:lnTo>
                  <a:lnTo>
                    <a:pt x="2864" y="5111"/>
                  </a:lnTo>
                  <a:lnTo>
                    <a:pt x="2527" y="5224"/>
                  </a:lnTo>
                  <a:lnTo>
                    <a:pt x="2471" y="4887"/>
                  </a:lnTo>
                  <a:lnTo>
                    <a:pt x="2303" y="4943"/>
                  </a:lnTo>
                  <a:lnTo>
                    <a:pt x="2415" y="5280"/>
                  </a:lnTo>
                  <a:cubicBezTo>
                    <a:pt x="2247" y="5280"/>
                    <a:pt x="2134" y="5336"/>
                    <a:pt x="2022" y="5336"/>
                  </a:cubicBezTo>
                  <a:lnTo>
                    <a:pt x="1966" y="4999"/>
                  </a:lnTo>
                  <a:lnTo>
                    <a:pt x="1797" y="4999"/>
                  </a:lnTo>
                  <a:lnTo>
                    <a:pt x="1854" y="5336"/>
                  </a:lnTo>
                  <a:lnTo>
                    <a:pt x="1517" y="5448"/>
                  </a:lnTo>
                  <a:lnTo>
                    <a:pt x="1517" y="5111"/>
                  </a:lnTo>
                  <a:lnTo>
                    <a:pt x="1348" y="5111"/>
                  </a:lnTo>
                  <a:lnTo>
                    <a:pt x="1348" y="5448"/>
                  </a:lnTo>
                  <a:lnTo>
                    <a:pt x="955" y="5448"/>
                  </a:lnTo>
                  <a:lnTo>
                    <a:pt x="955" y="5111"/>
                  </a:lnTo>
                  <a:lnTo>
                    <a:pt x="786" y="5111"/>
                  </a:lnTo>
                  <a:lnTo>
                    <a:pt x="786" y="5448"/>
                  </a:lnTo>
                  <a:lnTo>
                    <a:pt x="449" y="5448"/>
                  </a:lnTo>
                  <a:lnTo>
                    <a:pt x="506" y="5111"/>
                  </a:lnTo>
                  <a:lnTo>
                    <a:pt x="337" y="5111"/>
                  </a:lnTo>
                  <a:lnTo>
                    <a:pt x="337" y="5448"/>
                  </a:lnTo>
                  <a:lnTo>
                    <a:pt x="0" y="5392"/>
                  </a:lnTo>
                  <a:lnTo>
                    <a:pt x="0" y="6066"/>
                  </a:lnTo>
                  <a:lnTo>
                    <a:pt x="225" y="6066"/>
                  </a:lnTo>
                  <a:lnTo>
                    <a:pt x="225" y="6122"/>
                  </a:lnTo>
                  <a:lnTo>
                    <a:pt x="1573" y="6122"/>
                  </a:lnTo>
                  <a:lnTo>
                    <a:pt x="2022" y="6066"/>
                  </a:lnTo>
                  <a:cubicBezTo>
                    <a:pt x="2191" y="6010"/>
                    <a:pt x="2415" y="5954"/>
                    <a:pt x="2584" y="5898"/>
                  </a:cubicBezTo>
                  <a:cubicBezTo>
                    <a:pt x="2808" y="5842"/>
                    <a:pt x="3089" y="5785"/>
                    <a:pt x="3314" y="5673"/>
                  </a:cubicBezTo>
                  <a:cubicBezTo>
                    <a:pt x="3595" y="5561"/>
                    <a:pt x="3932" y="5392"/>
                    <a:pt x="4212" y="5224"/>
                  </a:cubicBezTo>
                  <a:cubicBezTo>
                    <a:pt x="4606" y="4943"/>
                    <a:pt x="4999" y="4662"/>
                    <a:pt x="5280" y="4325"/>
                  </a:cubicBezTo>
                  <a:cubicBezTo>
                    <a:pt x="5841" y="3763"/>
                    <a:pt x="6291" y="3089"/>
                    <a:pt x="6627" y="2359"/>
                  </a:cubicBezTo>
                  <a:cubicBezTo>
                    <a:pt x="6684" y="2191"/>
                    <a:pt x="6684" y="2079"/>
                    <a:pt x="6740" y="1910"/>
                  </a:cubicBezTo>
                  <a:cubicBezTo>
                    <a:pt x="6852" y="1517"/>
                    <a:pt x="6964" y="1124"/>
                    <a:pt x="6964" y="787"/>
                  </a:cubicBezTo>
                  <a:lnTo>
                    <a:pt x="6964" y="618"/>
                  </a:lnTo>
                  <a:lnTo>
                    <a:pt x="6964" y="57"/>
                  </a:lnTo>
                  <a:lnTo>
                    <a:pt x="696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1" name="Google Shape;12601;p27"/>
            <p:cNvSpPr/>
            <p:nvPr/>
          </p:nvSpPr>
          <p:spPr>
            <a:xfrm>
              <a:off x="1851250" y="1813525"/>
              <a:ext cx="25300" cy="28100"/>
            </a:xfrm>
            <a:custGeom>
              <a:avLst/>
              <a:gdLst/>
              <a:ahLst/>
              <a:cxnLst/>
              <a:rect l="l" t="t" r="r" b="b"/>
              <a:pathLst>
                <a:path w="1012" h="1124" extrusionOk="0">
                  <a:moveTo>
                    <a:pt x="899" y="1"/>
                  </a:moveTo>
                  <a:cubicBezTo>
                    <a:pt x="674" y="1"/>
                    <a:pt x="506" y="1"/>
                    <a:pt x="337" y="57"/>
                  </a:cubicBezTo>
                  <a:lnTo>
                    <a:pt x="0" y="57"/>
                  </a:lnTo>
                  <a:lnTo>
                    <a:pt x="0" y="787"/>
                  </a:lnTo>
                  <a:lnTo>
                    <a:pt x="337" y="787"/>
                  </a:lnTo>
                  <a:lnTo>
                    <a:pt x="337" y="1124"/>
                  </a:lnTo>
                  <a:lnTo>
                    <a:pt x="506" y="1124"/>
                  </a:lnTo>
                  <a:lnTo>
                    <a:pt x="506" y="787"/>
                  </a:lnTo>
                  <a:lnTo>
                    <a:pt x="843" y="787"/>
                  </a:lnTo>
                  <a:lnTo>
                    <a:pt x="843" y="1124"/>
                  </a:lnTo>
                  <a:lnTo>
                    <a:pt x="1011" y="1124"/>
                  </a:lnTo>
                  <a:lnTo>
                    <a:pt x="101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2" name="Google Shape;12602;p27"/>
            <p:cNvSpPr/>
            <p:nvPr/>
          </p:nvSpPr>
          <p:spPr>
            <a:xfrm>
              <a:off x="1851250" y="1841600"/>
              <a:ext cx="25" cy="1450"/>
            </a:xfrm>
            <a:custGeom>
              <a:avLst/>
              <a:gdLst/>
              <a:ahLst/>
              <a:cxnLst/>
              <a:rect l="l" t="t" r="r" b="b"/>
              <a:pathLst>
                <a:path w="1" h="58" extrusionOk="0">
                  <a:moveTo>
                    <a:pt x="0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3" name="Google Shape;12603;p27"/>
            <p:cNvSpPr/>
            <p:nvPr/>
          </p:nvSpPr>
          <p:spPr>
            <a:xfrm>
              <a:off x="1851250" y="1868300"/>
              <a:ext cx="21075" cy="12650"/>
            </a:xfrm>
            <a:custGeom>
              <a:avLst/>
              <a:gdLst/>
              <a:ahLst/>
              <a:cxnLst/>
              <a:rect l="l" t="t" r="r" b="b"/>
              <a:pathLst>
                <a:path w="843" h="506" extrusionOk="0">
                  <a:moveTo>
                    <a:pt x="843" y="0"/>
                  </a:moveTo>
                  <a:cubicBezTo>
                    <a:pt x="562" y="0"/>
                    <a:pt x="281" y="0"/>
                    <a:pt x="0" y="112"/>
                  </a:cubicBezTo>
                  <a:lnTo>
                    <a:pt x="0" y="506"/>
                  </a:lnTo>
                  <a:cubicBezTo>
                    <a:pt x="281" y="393"/>
                    <a:pt x="562" y="393"/>
                    <a:pt x="843" y="393"/>
                  </a:cubicBez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4" name="Google Shape;12604;p27"/>
            <p:cNvSpPr/>
            <p:nvPr/>
          </p:nvSpPr>
          <p:spPr>
            <a:xfrm>
              <a:off x="1851250" y="2014325"/>
              <a:ext cx="105325" cy="51300"/>
            </a:xfrm>
            <a:custGeom>
              <a:avLst/>
              <a:gdLst/>
              <a:ahLst/>
              <a:cxnLst/>
              <a:rect l="l" t="t" r="r" b="b"/>
              <a:pathLst>
                <a:path w="4213" h="2052" extrusionOk="0">
                  <a:moveTo>
                    <a:pt x="3932" y="0"/>
                  </a:moveTo>
                  <a:cubicBezTo>
                    <a:pt x="3242" y="1058"/>
                    <a:pt x="2063" y="1664"/>
                    <a:pt x="826" y="1664"/>
                  </a:cubicBezTo>
                  <a:cubicBezTo>
                    <a:pt x="552" y="1664"/>
                    <a:pt x="275" y="1634"/>
                    <a:pt x="0" y="1573"/>
                  </a:cubicBezTo>
                  <a:lnTo>
                    <a:pt x="0" y="1966"/>
                  </a:lnTo>
                  <a:cubicBezTo>
                    <a:pt x="278" y="2023"/>
                    <a:pt x="558" y="2052"/>
                    <a:pt x="835" y="2052"/>
                  </a:cubicBezTo>
                  <a:cubicBezTo>
                    <a:pt x="2181" y="2052"/>
                    <a:pt x="3467" y="1389"/>
                    <a:pt x="4212" y="225"/>
                  </a:cubicBezTo>
                  <a:lnTo>
                    <a:pt x="393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5" name="Google Shape;12605;p27"/>
            <p:cNvSpPr/>
            <p:nvPr/>
          </p:nvSpPr>
          <p:spPr>
            <a:xfrm>
              <a:off x="1851250" y="1916025"/>
              <a:ext cx="74425" cy="102525"/>
            </a:xfrm>
            <a:custGeom>
              <a:avLst/>
              <a:gdLst/>
              <a:ahLst/>
              <a:cxnLst/>
              <a:rect l="l" t="t" r="r" b="b"/>
              <a:pathLst>
                <a:path w="2977" h="4101" extrusionOk="0">
                  <a:moveTo>
                    <a:pt x="899" y="1"/>
                  </a:moveTo>
                  <a:cubicBezTo>
                    <a:pt x="618" y="1"/>
                    <a:pt x="281" y="113"/>
                    <a:pt x="0" y="225"/>
                  </a:cubicBezTo>
                  <a:lnTo>
                    <a:pt x="0" y="899"/>
                  </a:lnTo>
                  <a:cubicBezTo>
                    <a:pt x="281" y="675"/>
                    <a:pt x="562" y="618"/>
                    <a:pt x="899" y="618"/>
                  </a:cubicBezTo>
                  <a:cubicBezTo>
                    <a:pt x="2808" y="618"/>
                    <a:pt x="2808" y="3483"/>
                    <a:pt x="899" y="3483"/>
                  </a:cubicBezTo>
                  <a:cubicBezTo>
                    <a:pt x="562" y="3483"/>
                    <a:pt x="281" y="3371"/>
                    <a:pt x="0" y="3202"/>
                  </a:cubicBezTo>
                  <a:lnTo>
                    <a:pt x="0" y="3876"/>
                  </a:lnTo>
                  <a:cubicBezTo>
                    <a:pt x="281" y="3988"/>
                    <a:pt x="618" y="4101"/>
                    <a:pt x="899" y="4101"/>
                  </a:cubicBezTo>
                  <a:cubicBezTo>
                    <a:pt x="2022" y="4101"/>
                    <a:pt x="2977" y="3146"/>
                    <a:pt x="2921" y="2023"/>
                  </a:cubicBezTo>
                  <a:cubicBezTo>
                    <a:pt x="2921" y="899"/>
                    <a:pt x="2022" y="1"/>
                    <a:pt x="8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6" name="Google Shape;12606;p27"/>
            <p:cNvSpPr/>
            <p:nvPr/>
          </p:nvSpPr>
          <p:spPr>
            <a:xfrm>
              <a:off x="2181200" y="2125250"/>
              <a:ext cx="344050" cy="333275"/>
            </a:xfrm>
            <a:custGeom>
              <a:avLst/>
              <a:gdLst/>
              <a:ahLst/>
              <a:cxnLst/>
              <a:rect l="l" t="t" r="r" b="b"/>
              <a:pathLst>
                <a:path w="13762" h="13331" extrusionOk="0">
                  <a:moveTo>
                    <a:pt x="9156" y="0"/>
                  </a:moveTo>
                  <a:lnTo>
                    <a:pt x="9043" y="393"/>
                  </a:lnTo>
                  <a:cubicBezTo>
                    <a:pt x="11683" y="1404"/>
                    <a:pt x="13368" y="4100"/>
                    <a:pt x="13199" y="6965"/>
                  </a:cubicBezTo>
                  <a:cubicBezTo>
                    <a:pt x="12919" y="10166"/>
                    <a:pt x="10391" y="12693"/>
                    <a:pt x="7190" y="12918"/>
                  </a:cubicBezTo>
                  <a:cubicBezTo>
                    <a:pt x="7000" y="12935"/>
                    <a:pt x="6812" y="12943"/>
                    <a:pt x="6625" y="12943"/>
                  </a:cubicBezTo>
                  <a:cubicBezTo>
                    <a:pt x="3651" y="12943"/>
                    <a:pt x="1025" y="10879"/>
                    <a:pt x="338" y="7919"/>
                  </a:cubicBezTo>
                  <a:lnTo>
                    <a:pt x="1" y="7976"/>
                  </a:lnTo>
                  <a:cubicBezTo>
                    <a:pt x="619" y="10952"/>
                    <a:pt x="3146" y="13087"/>
                    <a:pt x="6179" y="13311"/>
                  </a:cubicBezTo>
                  <a:cubicBezTo>
                    <a:pt x="6353" y="13324"/>
                    <a:pt x="6525" y="13331"/>
                    <a:pt x="6697" y="13331"/>
                  </a:cubicBezTo>
                  <a:cubicBezTo>
                    <a:pt x="10241" y="13331"/>
                    <a:pt x="13271" y="10607"/>
                    <a:pt x="13593" y="6965"/>
                  </a:cubicBezTo>
                  <a:cubicBezTo>
                    <a:pt x="13761" y="3932"/>
                    <a:pt x="12020" y="1123"/>
                    <a:pt x="915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7" name="Google Shape;12607;p27"/>
            <p:cNvSpPr/>
            <p:nvPr/>
          </p:nvSpPr>
          <p:spPr>
            <a:xfrm>
              <a:off x="2266850" y="2208775"/>
              <a:ext cx="170350" cy="154850"/>
            </a:xfrm>
            <a:custGeom>
              <a:avLst/>
              <a:gdLst/>
              <a:ahLst/>
              <a:cxnLst/>
              <a:rect l="l" t="t" r="r" b="b"/>
              <a:pathLst>
                <a:path w="6814" h="6194" extrusionOk="0">
                  <a:moveTo>
                    <a:pt x="3324" y="219"/>
                  </a:moveTo>
                  <a:cubicBezTo>
                    <a:pt x="4380" y="219"/>
                    <a:pt x="5437" y="773"/>
                    <a:pt x="5954" y="1995"/>
                  </a:cubicBezTo>
                  <a:cubicBezTo>
                    <a:pt x="6814" y="4123"/>
                    <a:pt x="5109" y="6012"/>
                    <a:pt x="3251" y="6012"/>
                  </a:cubicBezTo>
                  <a:cubicBezTo>
                    <a:pt x="2559" y="6012"/>
                    <a:pt x="1846" y="5750"/>
                    <a:pt x="1236" y="5140"/>
                  </a:cubicBezTo>
                  <a:cubicBezTo>
                    <a:pt x="731" y="4635"/>
                    <a:pt x="394" y="3904"/>
                    <a:pt x="394" y="3118"/>
                  </a:cubicBezTo>
                  <a:cubicBezTo>
                    <a:pt x="394" y="1289"/>
                    <a:pt x="1857" y="219"/>
                    <a:pt x="3324" y="219"/>
                  </a:cubicBezTo>
                  <a:close/>
                  <a:moveTo>
                    <a:pt x="3279" y="1"/>
                  </a:moveTo>
                  <a:cubicBezTo>
                    <a:pt x="1700" y="1"/>
                    <a:pt x="113" y="1040"/>
                    <a:pt x="1" y="3118"/>
                  </a:cubicBezTo>
                  <a:cubicBezTo>
                    <a:pt x="113" y="5168"/>
                    <a:pt x="1700" y="6193"/>
                    <a:pt x="3279" y="6193"/>
                  </a:cubicBezTo>
                  <a:cubicBezTo>
                    <a:pt x="4859" y="6193"/>
                    <a:pt x="6432" y="5168"/>
                    <a:pt x="6516" y="3118"/>
                  </a:cubicBezTo>
                  <a:cubicBezTo>
                    <a:pt x="6432" y="1040"/>
                    <a:pt x="4859" y="1"/>
                    <a:pt x="32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8" name="Google Shape;12608;p27"/>
            <p:cNvSpPr/>
            <p:nvPr/>
          </p:nvSpPr>
          <p:spPr>
            <a:xfrm>
              <a:off x="2321625" y="2266650"/>
              <a:ext cx="46350" cy="39750"/>
            </a:xfrm>
            <a:custGeom>
              <a:avLst/>
              <a:gdLst/>
              <a:ahLst/>
              <a:cxnLst/>
              <a:rect l="l" t="t" r="r" b="b"/>
              <a:pathLst>
                <a:path w="1854" h="1590" extrusionOk="0">
                  <a:moveTo>
                    <a:pt x="1072" y="0"/>
                  </a:moveTo>
                  <a:cubicBezTo>
                    <a:pt x="875" y="0"/>
                    <a:pt x="672" y="75"/>
                    <a:pt x="506" y="241"/>
                  </a:cubicBezTo>
                  <a:cubicBezTo>
                    <a:pt x="0" y="747"/>
                    <a:pt x="393" y="1589"/>
                    <a:pt x="1067" y="1589"/>
                  </a:cubicBezTo>
                  <a:cubicBezTo>
                    <a:pt x="1517" y="1589"/>
                    <a:pt x="1854" y="1196"/>
                    <a:pt x="1854" y="803"/>
                  </a:cubicBezTo>
                  <a:cubicBezTo>
                    <a:pt x="1854" y="313"/>
                    <a:pt x="1474" y="0"/>
                    <a:pt x="10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09" name="Google Shape;12609;p27"/>
            <p:cNvSpPr/>
            <p:nvPr/>
          </p:nvSpPr>
          <p:spPr>
            <a:xfrm>
              <a:off x="1851250" y="2564725"/>
              <a:ext cx="103925" cy="118925"/>
            </a:xfrm>
            <a:custGeom>
              <a:avLst/>
              <a:gdLst/>
              <a:ahLst/>
              <a:cxnLst/>
              <a:rect l="l" t="t" r="r" b="b"/>
              <a:pathLst>
                <a:path w="4157" h="4757" extrusionOk="0">
                  <a:moveTo>
                    <a:pt x="3426" y="1"/>
                  </a:moveTo>
                  <a:lnTo>
                    <a:pt x="3089" y="225"/>
                  </a:lnTo>
                  <a:cubicBezTo>
                    <a:pt x="3763" y="1180"/>
                    <a:pt x="3707" y="2472"/>
                    <a:pt x="2977" y="3371"/>
                  </a:cubicBezTo>
                  <a:cubicBezTo>
                    <a:pt x="2450" y="4019"/>
                    <a:pt x="1689" y="4375"/>
                    <a:pt x="905" y="4375"/>
                  </a:cubicBezTo>
                  <a:cubicBezTo>
                    <a:pt x="602" y="4375"/>
                    <a:pt x="297" y="4322"/>
                    <a:pt x="0" y="4213"/>
                  </a:cubicBezTo>
                  <a:lnTo>
                    <a:pt x="0" y="4606"/>
                  </a:lnTo>
                  <a:cubicBezTo>
                    <a:pt x="318" y="4707"/>
                    <a:pt x="639" y="4756"/>
                    <a:pt x="954" y="4756"/>
                  </a:cubicBezTo>
                  <a:cubicBezTo>
                    <a:pt x="1863" y="4756"/>
                    <a:pt x="2715" y="4346"/>
                    <a:pt x="3258" y="3595"/>
                  </a:cubicBezTo>
                  <a:cubicBezTo>
                    <a:pt x="4100" y="2584"/>
                    <a:pt x="4156" y="1124"/>
                    <a:pt x="342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0" name="Google Shape;12610;p27"/>
            <p:cNvSpPr/>
            <p:nvPr/>
          </p:nvSpPr>
          <p:spPr>
            <a:xfrm>
              <a:off x="1859675" y="2133675"/>
              <a:ext cx="190975" cy="304700"/>
            </a:xfrm>
            <a:custGeom>
              <a:avLst/>
              <a:gdLst/>
              <a:ahLst/>
              <a:cxnLst/>
              <a:rect l="l" t="t" r="r" b="b"/>
              <a:pathLst>
                <a:path w="7639" h="12188" extrusionOk="0">
                  <a:moveTo>
                    <a:pt x="0" y="0"/>
                  </a:moveTo>
                  <a:lnTo>
                    <a:pt x="0" y="1123"/>
                  </a:lnTo>
                  <a:lnTo>
                    <a:pt x="506" y="1123"/>
                  </a:lnTo>
                  <a:lnTo>
                    <a:pt x="506" y="5504"/>
                  </a:lnTo>
                  <a:lnTo>
                    <a:pt x="0" y="5504"/>
                  </a:lnTo>
                  <a:lnTo>
                    <a:pt x="0" y="6628"/>
                  </a:lnTo>
                  <a:lnTo>
                    <a:pt x="506" y="6628"/>
                  </a:lnTo>
                  <a:lnTo>
                    <a:pt x="506" y="11121"/>
                  </a:lnTo>
                  <a:lnTo>
                    <a:pt x="0" y="11121"/>
                  </a:lnTo>
                  <a:lnTo>
                    <a:pt x="0" y="12188"/>
                  </a:lnTo>
                  <a:lnTo>
                    <a:pt x="1123" y="12188"/>
                  </a:lnTo>
                  <a:lnTo>
                    <a:pt x="1123" y="11121"/>
                  </a:lnTo>
                  <a:lnTo>
                    <a:pt x="618" y="11121"/>
                  </a:lnTo>
                  <a:lnTo>
                    <a:pt x="618" y="6628"/>
                  </a:lnTo>
                  <a:lnTo>
                    <a:pt x="1123" y="6628"/>
                  </a:lnTo>
                  <a:lnTo>
                    <a:pt x="1123" y="6122"/>
                  </a:lnTo>
                  <a:lnTo>
                    <a:pt x="6571" y="6122"/>
                  </a:lnTo>
                  <a:lnTo>
                    <a:pt x="6571" y="6628"/>
                  </a:lnTo>
                  <a:lnTo>
                    <a:pt x="7638" y="6628"/>
                  </a:lnTo>
                  <a:lnTo>
                    <a:pt x="7638" y="5504"/>
                  </a:lnTo>
                  <a:lnTo>
                    <a:pt x="6571" y="5504"/>
                  </a:lnTo>
                  <a:lnTo>
                    <a:pt x="6571" y="6010"/>
                  </a:lnTo>
                  <a:lnTo>
                    <a:pt x="1123" y="6010"/>
                  </a:lnTo>
                  <a:lnTo>
                    <a:pt x="1123" y="5504"/>
                  </a:lnTo>
                  <a:lnTo>
                    <a:pt x="618" y="5504"/>
                  </a:lnTo>
                  <a:lnTo>
                    <a:pt x="618" y="1123"/>
                  </a:lnTo>
                  <a:lnTo>
                    <a:pt x="1123" y="1123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1" name="Google Shape;12611;p27"/>
            <p:cNvSpPr/>
            <p:nvPr/>
          </p:nvSpPr>
          <p:spPr>
            <a:xfrm>
              <a:off x="2553300" y="2136475"/>
              <a:ext cx="43550" cy="29500"/>
            </a:xfrm>
            <a:custGeom>
              <a:avLst/>
              <a:gdLst/>
              <a:ahLst/>
              <a:cxnLst/>
              <a:rect l="l" t="t" r="r" b="b"/>
              <a:pathLst>
                <a:path w="1742" h="1180" extrusionOk="0">
                  <a:moveTo>
                    <a:pt x="1685" y="0"/>
                  </a:moveTo>
                  <a:lnTo>
                    <a:pt x="0" y="1011"/>
                  </a:lnTo>
                  <a:lnTo>
                    <a:pt x="56" y="1180"/>
                  </a:lnTo>
                  <a:lnTo>
                    <a:pt x="1741" y="169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2" name="Google Shape;12612;p27"/>
            <p:cNvSpPr/>
            <p:nvPr/>
          </p:nvSpPr>
          <p:spPr>
            <a:xfrm>
              <a:off x="2564525" y="2161750"/>
              <a:ext cx="44950" cy="23900"/>
            </a:xfrm>
            <a:custGeom>
              <a:avLst/>
              <a:gdLst/>
              <a:ahLst/>
              <a:cxnLst/>
              <a:rect l="l" t="t" r="r" b="b"/>
              <a:pathLst>
                <a:path w="1798" h="956" extrusionOk="0">
                  <a:moveTo>
                    <a:pt x="1742" y="0"/>
                  </a:moveTo>
                  <a:lnTo>
                    <a:pt x="1" y="843"/>
                  </a:lnTo>
                  <a:cubicBezTo>
                    <a:pt x="1" y="899"/>
                    <a:pt x="1" y="955"/>
                    <a:pt x="57" y="955"/>
                  </a:cubicBezTo>
                  <a:lnTo>
                    <a:pt x="1798" y="169"/>
                  </a:lnTo>
                  <a:lnTo>
                    <a:pt x="174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3" name="Google Shape;12613;p27"/>
            <p:cNvSpPr/>
            <p:nvPr/>
          </p:nvSpPr>
          <p:spPr>
            <a:xfrm>
              <a:off x="2572950" y="2188425"/>
              <a:ext cx="47775" cy="19675"/>
            </a:xfrm>
            <a:custGeom>
              <a:avLst/>
              <a:gdLst/>
              <a:ahLst/>
              <a:cxnLst/>
              <a:rect l="l" t="t" r="r" b="b"/>
              <a:pathLst>
                <a:path w="1911" h="787" extrusionOk="0">
                  <a:moveTo>
                    <a:pt x="1854" y="1"/>
                  </a:moveTo>
                  <a:lnTo>
                    <a:pt x="1" y="675"/>
                  </a:lnTo>
                  <a:cubicBezTo>
                    <a:pt x="1" y="731"/>
                    <a:pt x="57" y="731"/>
                    <a:pt x="57" y="787"/>
                  </a:cubicBezTo>
                  <a:lnTo>
                    <a:pt x="1910" y="169"/>
                  </a:lnTo>
                  <a:lnTo>
                    <a:pt x="185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4" name="Google Shape;12614;p27"/>
            <p:cNvSpPr/>
            <p:nvPr/>
          </p:nvSpPr>
          <p:spPr>
            <a:xfrm>
              <a:off x="2539250" y="2112600"/>
              <a:ext cx="42150" cy="33725"/>
            </a:xfrm>
            <a:custGeom>
              <a:avLst/>
              <a:gdLst/>
              <a:ahLst/>
              <a:cxnLst/>
              <a:rect l="l" t="t" r="r" b="b"/>
              <a:pathLst>
                <a:path w="1686" h="1349" extrusionOk="0">
                  <a:moveTo>
                    <a:pt x="1573" y="1"/>
                  </a:moveTo>
                  <a:lnTo>
                    <a:pt x="1" y="1180"/>
                  </a:lnTo>
                  <a:lnTo>
                    <a:pt x="113" y="1349"/>
                  </a:lnTo>
                  <a:lnTo>
                    <a:pt x="1686" y="169"/>
                  </a:lnTo>
                  <a:lnTo>
                    <a:pt x="157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5" name="Google Shape;12615;p27"/>
            <p:cNvSpPr/>
            <p:nvPr/>
          </p:nvSpPr>
          <p:spPr>
            <a:xfrm>
              <a:off x="2587000" y="2269875"/>
              <a:ext cx="49175" cy="7025"/>
            </a:xfrm>
            <a:custGeom>
              <a:avLst/>
              <a:gdLst/>
              <a:ahLst/>
              <a:cxnLst/>
              <a:rect l="l" t="t" r="r" b="b"/>
              <a:pathLst>
                <a:path w="1967" h="281" extrusionOk="0">
                  <a:moveTo>
                    <a:pt x="1966" y="0"/>
                  </a:moveTo>
                  <a:lnTo>
                    <a:pt x="0" y="112"/>
                  </a:lnTo>
                  <a:cubicBezTo>
                    <a:pt x="0" y="169"/>
                    <a:pt x="0" y="281"/>
                    <a:pt x="0" y="281"/>
                  </a:cubicBezTo>
                  <a:lnTo>
                    <a:pt x="1966" y="169"/>
                  </a:lnTo>
                  <a:cubicBezTo>
                    <a:pt x="1966" y="112"/>
                    <a:pt x="1966" y="56"/>
                    <a:pt x="19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6" name="Google Shape;12616;p27"/>
            <p:cNvSpPr/>
            <p:nvPr/>
          </p:nvSpPr>
          <p:spPr>
            <a:xfrm>
              <a:off x="2585600" y="2243200"/>
              <a:ext cx="47750" cy="11250"/>
            </a:xfrm>
            <a:custGeom>
              <a:avLst/>
              <a:gdLst/>
              <a:ahLst/>
              <a:cxnLst/>
              <a:rect l="l" t="t" r="r" b="b"/>
              <a:pathLst>
                <a:path w="1910" h="450" extrusionOk="0">
                  <a:moveTo>
                    <a:pt x="1910" y="0"/>
                  </a:moveTo>
                  <a:lnTo>
                    <a:pt x="0" y="281"/>
                  </a:lnTo>
                  <a:cubicBezTo>
                    <a:pt x="0" y="337"/>
                    <a:pt x="0" y="393"/>
                    <a:pt x="0" y="449"/>
                  </a:cubicBezTo>
                  <a:lnTo>
                    <a:pt x="1910" y="168"/>
                  </a:lnTo>
                  <a:cubicBezTo>
                    <a:pt x="1910" y="112"/>
                    <a:pt x="1910" y="56"/>
                    <a:pt x="191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7" name="Google Shape;12617;p27"/>
            <p:cNvSpPr/>
            <p:nvPr/>
          </p:nvSpPr>
          <p:spPr>
            <a:xfrm>
              <a:off x="2579975" y="2215100"/>
              <a:ext cx="49175" cy="15475"/>
            </a:xfrm>
            <a:custGeom>
              <a:avLst/>
              <a:gdLst/>
              <a:ahLst/>
              <a:cxnLst/>
              <a:rect l="l" t="t" r="r" b="b"/>
              <a:pathLst>
                <a:path w="1967" h="619" extrusionOk="0">
                  <a:moveTo>
                    <a:pt x="1910" y="1"/>
                  </a:moveTo>
                  <a:lnTo>
                    <a:pt x="0" y="450"/>
                  </a:lnTo>
                  <a:lnTo>
                    <a:pt x="57" y="619"/>
                  </a:lnTo>
                  <a:lnTo>
                    <a:pt x="1966" y="113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8" name="Google Shape;12618;p27"/>
            <p:cNvSpPr/>
            <p:nvPr/>
          </p:nvSpPr>
          <p:spPr>
            <a:xfrm>
              <a:off x="2358125" y="1998875"/>
              <a:ext cx="7050" cy="49175"/>
            </a:xfrm>
            <a:custGeom>
              <a:avLst/>
              <a:gdLst/>
              <a:ahLst/>
              <a:cxnLst/>
              <a:rect l="l" t="t" r="r" b="b"/>
              <a:pathLst>
                <a:path w="282" h="1967" extrusionOk="0">
                  <a:moveTo>
                    <a:pt x="113" y="0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19" name="Google Shape;12619;p27"/>
            <p:cNvSpPr/>
            <p:nvPr/>
          </p:nvSpPr>
          <p:spPr>
            <a:xfrm>
              <a:off x="2426925" y="2014325"/>
              <a:ext cx="21075" cy="47750"/>
            </a:xfrm>
            <a:custGeom>
              <a:avLst/>
              <a:gdLst/>
              <a:ahLst/>
              <a:cxnLst/>
              <a:rect l="l" t="t" r="r" b="b"/>
              <a:pathLst>
                <a:path w="843" h="1910" extrusionOk="0">
                  <a:moveTo>
                    <a:pt x="674" y="0"/>
                  </a:moveTo>
                  <a:lnTo>
                    <a:pt x="1" y="1854"/>
                  </a:lnTo>
                  <a:lnTo>
                    <a:pt x="169" y="1910"/>
                  </a:lnTo>
                  <a:lnTo>
                    <a:pt x="843" y="56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0" name="Google Shape;12620;p27"/>
            <p:cNvSpPr/>
            <p:nvPr/>
          </p:nvSpPr>
          <p:spPr>
            <a:xfrm>
              <a:off x="2405875" y="2007300"/>
              <a:ext cx="15450" cy="47750"/>
            </a:xfrm>
            <a:custGeom>
              <a:avLst/>
              <a:gdLst/>
              <a:ahLst/>
              <a:cxnLst/>
              <a:rect l="l" t="t" r="r" b="b"/>
              <a:pathLst>
                <a:path w="618" h="1910" extrusionOk="0">
                  <a:moveTo>
                    <a:pt x="449" y="0"/>
                  </a:moveTo>
                  <a:lnTo>
                    <a:pt x="0" y="1854"/>
                  </a:lnTo>
                  <a:lnTo>
                    <a:pt x="112" y="1910"/>
                  </a:lnTo>
                  <a:lnTo>
                    <a:pt x="618" y="5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1" name="Google Shape;12621;p27"/>
            <p:cNvSpPr/>
            <p:nvPr/>
          </p:nvSpPr>
          <p:spPr>
            <a:xfrm>
              <a:off x="2382000" y="2001675"/>
              <a:ext cx="11250" cy="49175"/>
            </a:xfrm>
            <a:custGeom>
              <a:avLst/>
              <a:gdLst/>
              <a:ahLst/>
              <a:cxnLst/>
              <a:rect l="l" t="t" r="r" b="b"/>
              <a:pathLst>
                <a:path w="450" h="1967" extrusionOk="0">
                  <a:moveTo>
                    <a:pt x="281" y="1"/>
                  </a:moveTo>
                  <a:lnTo>
                    <a:pt x="0" y="1966"/>
                  </a:lnTo>
                  <a:lnTo>
                    <a:pt x="169" y="1966"/>
                  </a:ln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2" name="Google Shape;12622;p27"/>
            <p:cNvSpPr/>
            <p:nvPr/>
          </p:nvSpPr>
          <p:spPr>
            <a:xfrm>
              <a:off x="2488700" y="2053625"/>
              <a:ext cx="33725" cy="42150"/>
            </a:xfrm>
            <a:custGeom>
              <a:avLst/>
              <a:gdLst/>
              <a:ahLst/>
              <a:cxnLst/>
              <a:rect l="l" t="t" r="r" b="b"/>
              <a:pathLst>
                <a:path w="1349" h="1686" extrusionOk="0">
                  <a:moveTo>
                    <a:pt x="1180" y="1"/>
                  </a:moveTo>
                  <a:lnTo>
                    <a:pt x="1" y="1573"/>
                  </a:lnTo>
                  <a:lnTo>
                    <a:pt x="169" y="1686"/>
                  </a:ln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3" name="Google Shape;12623;p27"/>
            <p:cNvSpPr/>
            <p:nvPr/>
          </p:nvSpPr>
          <p:spPr>
            <a:xfrm>
              <a:off x="2506950" y="2071875"/>
              <a:ext cx="36550" cy="39350"/>
            </a:xfrm>
            <a:custGeom>
              <a:avLst/>
              <a:gdLst/>
              <a:ahLst/>
              <a:cxnLst/>
              <a:rect l="l" t="t" r="r" b="b"/>
              <a:pathLst>
                <a:path w="1462" h="1574" extrusionOk="0">
                  <a:moveTo>
                    <a:pt x="1349" y="1"/>
                  </a:moveTo>
                  <a:lnTo>
                    <a:pt x="1" y="1461"/>
                  </a:lnTo>
                  <a:lnTo>
                    <a:pt x="169" y="1574"/>
                  </a:lnTo>
                  <a:lnTo>
                    <a:pt x="1461" y="113"/>
                  </a:lnTo>
                  <a:lnTo>
                    <a:pt x="134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4" name="Google Shape;12624;p27"/>
            <p:cNvSpPr/>
            <p:nvPr/>
          </p:nvSpPr>
          <p:spPr>
            <a:xfrm>
              <a:off x="2469050" y="2039600"/>
              <a:ext cx="29500" cy="43550"/>
            </a:xfrm>
            <a:custGeom>
              <a:avLst/>
              <a:gdLst/>
              <a:ahLst/>
              <a:cxnLst/>
              <a:rect l="l" t="t" r="r" b="b"/>
              <a:pathLst>
                <a:path w="1180" h="1742" extrusionOk="0">
                  <a:moveTo>
                    <a:pt x="1011" y="0"/>
                  </a:moveTo>
                  <a:lnTo>
                    <a:pt x="0" y="1629"/>
                  </a:lnTo>
                  <a:lnTo>
                    <a:pt x="169" y="1741"/>
                  </a:lnTo>
                  <a:lnTo>
                    <a:pt x="1180" y="56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5" name="Google Shape;12625;p27"/>
            <p:cNvSpPr/>
            <p:nvPr/>
          </p:nvSpPr>
          <p:spPr>
            <a:xfrm>
              <a:off x="2449400" y="2025550"/>
              <a:ext cx="25300" cy="46350"/>
            </a:xfrm>
            <a:custGeom>
              <a:avLst/>
              <a:gdLst/>
              <a:ahLst/>
              <a:cxnLst/>
              <a:rect l="l" t="t" r="r" b="b"/>
              <a:pathLst>
                <a:path w="1012" h="1854" extrusionOk="0">
                  <a:moveTo>
                    <a:pt x="843" y="0"/>
                  </a:moveTo>
                  <a:lnTo>
                    <a:pt x="0" y="1742"/>
                  </a:lnTo>
                  <a:lnTo>
                    <a:pt x="169" y="1854"/>
                  </a:lnTo>
                  <a:lnTo>
                    <a:pt x="1011" y="57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6" name="Google Shape;12626;p27"/>
            <p:cNvSpPr/>
            <p:nvPr/>
          </p:nvSpPr>
          <p:spPr>
            <a:xfrm>
              <a:off x="2525225" y="2091550"/>
              <a:ext cx="39325" cy="36525"/>
            </a:xfrm>
            <a:custGeom>
              <a:avLst/>
              <a:gdLst/>
              <a:ahLst/>
              <a:cxnLst/>
              <a:rect l="l" t="t" r="r" b="b"/>
              <a:pathLst>
                <a:path w="1573" h="1461" extrusionOk="0">
                  <a:moveTo>
                    <a:pt x="1460" y="0"/>
                  </a:moveTo>
                  <a:lnTo>
                    <a:pt x="0" y="1348"/>
                  </a:lnTo>
                  <a:lnTo>
                    <a:pt x="112" y="1461"/>
                  </a:lnTo>
                  <a:lnTo>
                    <a:pt x="1573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7" name="Google Shape;12627;p27"/>
            <p:cNvSpPr/>
            <p:nvPr/>
          </p:nvSpPr>
          <p:spPr>
            <a:xfrm>
              <a:off x="2521000" y="2102775"/>
              <a:ext cx="51975" cy="43550"/>
            </a:xfrm>
            <a:custGeom>
              <a:avLst/>
              <a:gdLst/>
              <a:ahLst/>
              <a:cxnLst/>
              <a:rect l="l" t="t" r="r" b="b"/>
              <a:pathLst>
                <a:path w="2079" h="1742" extrusionOk="0">
                  <a:moveTo>
                    <a:pt x="1966" y="1"/>
                  </a:moveTo>
                  <a:lnTo>
                    <a:pt x="1" y="1573"/>
                  </a:lnTo>
                  <a:lnTo>
                    <a:pt x="113" y="1742"/>
                  </a:lnTo>
                  <a:lnTo>
                    <a:pt x="2079" y="113"/>
                  </a:lnTo>
                  <a:lnTo>
                    <a:pt x="196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8" name="Google Shape;12628;p27"/>
            <p:cNvSpPr/>
            <p:nvPr/>
          </p:nvSpPr>
          <p:spPr>
            <a:xfrm>
              <a:off x="2556100" y="2175800"/>
              <a:ext cx="60400" cy="28100"/>
            </a:xfrm>
            <a:custGeom>
              <a:avLst/>
              <a:gdLst/>
              <a:ahLst/>
              <a:cxnLst/>
              <a:rect l="l" t="t" r="r" b="b"/>
              <a:pathLst>
                <a:path w="2416" h="1124" extrusionOk="0">
                  <a:moveTo>
                    <a:pt x="2360" y="0"/>
                  </a:moveTo>
                  <a:lnTo>
                    <a:pt x="1" y="955"/>
                  </a:lnTo>
                  <a:cubicBezTo>
                    <a:pt x="1" y="1011"/>
                    <a:pt x="1" y="1067"/>
                    <a:pt x="57" y="1123"/>
                  </a:cubicBezTo>
                  <a:lnTo>
                    <a:pt x="2416" y="112"/>
                  </a:lnTo>
                  <a:lnTo>
                    <a:pt x="23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29" name="Google Shape;12629;p27"/>
            <p:cNvSpPr/>
            <p:nvPr/>
          </p:nvSpPr>
          <p:spPr>
            <a:xfrm>
              <a:off x="2546275" y="2149100"/>
              <a:ext cx="57600" cy="33725"/>
            </a:xfrm>
            <a:custGeom>
              <a:avLst/>
              <a:gdLst/>
              <a:ahLst/>
              <a:cxnLst/>
              <a:rect l="l" t="t" r="r" b="b"/>
              <a:pathLst>
                <a:path w="2304" h="1349" extrusionOk="0">
                  <a:moveTo>
                    <a:pt x="2247" y="1"/>
                  </a:moveTo>
                  <a:lnTo>
                    <a:pt x="0" y="1237"/>
                  </a:lnTo>
                  <a:cubicBezTo>
                    <a:pt x="0" y="1237"/>
                    <a:pt x="0" y="1293"/>
                    <a:pt x="57" y="1349"/>
                  </a:cubicBezTo>
                  <a:lnTo>
                    <a:pt x="2303" y="169"/>
                  </a:lnTo>
                  <a:lnTo>
                    <a:pt x="224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0" name="Google Shape;12630;p27"/>
            <p:cNvSpPr/>
            <p:nvPr/>
          </p:nvSpPr>
          <p:spPr>
            <a:xfrm>
              <a:off x="2533650" y="2125250"/>
              <a:ext cx="54775" cy="39325"/>
            </a:xfrm>
            <a:custGeom>
              <a:avLst/>
              <a:gdLst/>
              <a:ahLst/>
              <a:cxnLst/>
              <a:rect l="l" t="t" r="r" b="b"/>
              <a:pathLst>
                <a:path w="2191" h="1573" extrusionOk="0">
                  <a:moveTo>
                    <a:pt x="2134" y="0"/>
                  </a:moveTo>
                  <a:lnTo>
                    <a:pt x="0" y="1404"/>
                  </a:lnTo>
                  <a:lnTo>
                    <a:pt x="112" y="1573"/>
                  </a:lnTo>
                  <a:lnTo>
                    <a:pt x="2190" y="169"/>
                  </a:lnTo>
                  <a:lnTo>
                    <a:pt x="213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1" name="Google Shape;12631;p27"/>
            <p:cNvSpPr/>
            <p:nvPr/>
          </p:nvSpPr>
          <p:spPr>
            <a:xfrm>
              <a:off x="2563125" y="2202475"/>
              <a:ext cx="61800" cy="21075"/>
            </a:xfrm>
            <a:custGeom>
              <a:avLst/>
              <a:gdLst/>
              <a:ahLst/>
              <a:cxnLst/>
              <a:rect l="l" t="t" r="r" b="b"/>
              <a:pathLst>
                <a:path w="2472" h="843" extrusionOk="0">
                  <a:moveTo>
                    <a:pt x="2416" y="0"/>
                  </a:moveTo>
                  <a:lnTo>
                    <a:pt x="0" y="674"/>
                  </a:lnTo>
                  <a:lnTo>
                    <a:pt x="57" y="843"/>
                  </a:lnTo>
                  <a:lnTo>
                    <a:pt x="2472" y="169"/>
                  </a:lnTo>
                  <a:cubicBezTo>
                    <a:pt x="2472" y="113"/>
                    <a:pt x="2416" y="56"/>
                    <a:pt x="241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2" name="Google Shape;12632;p27"/>
            <p:cNvSpPr/>
            <p:nvPr/>
          </p:nvSpPr>
          <p:spPr>
            <a:xfrm>
              <a:off x="2568750" y="2229150"/>
              <a:ext cx="63200" cy="16875"/>
            </a:xfrm>
            <a:custGeom>
              <a:avLst/>
              <a:gdLst/>
              <a:ahLst/>
              <a:cxnLst/>
              <a:rect l="l" t="t" r="r" b="b"/>
              <a:pathLst>
                <a:path w="2528" h="675" extrusionOk="0">
                  <a:moveTo>
                    <a:pt x="2528" y="0"/>
                  </a:moveTo>
                  <a:lnTo>
                    <a:pt x="56" y="506"/>
                  </a:lnTo>
                  <a:lnTo>
                    <a:pt x="0" y="674"/>
                  </a:lnTo>
                  <a:lnTo>
                    <a:pt x="2528" y="169"/>
                  </a:lnTo>
                  <a:cubicBezTo>
                    <a:pt x="2528" y="113"/>
                    <a:pt x="2528" y="57"/>
                    <a:pt x="252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3" name="Google Shape;12633;p27"/>
            <p:cNvSpPr/>
            <p:nvPr/>
          </p:nvSpPr>
          <p:spPr>
            <a:xfrm>
              <a:off x="2571550" y="2257225"/>
              <a:ext cx="63200" cy="9850"/>
            </a:xfrm>
            <a:custGeom>
              <a:avLst/>
              <a:gdLst/>
              <a:ahLst/>
              <a:cxnLst/>
              <a:rect l="l" t="t" r="r" b="b"/>
              <a:pathLst>
                <a:path w="2528" h="394" extrusionOk="0">
                  <a:moveTo>
                    <a:pt x="2528" y="1"/>
                  </a:moveTo>
                  <a:lnTo>
                    <a:pt x="0" y="225"/>
                  </a:lnTo>
                  <a:cubicBezTo>
                    <a:pt x="0" y="281"/>
                    <a:pt x="0" y="338"/>
                    <a:pt x="0" y="394"/>
                  </a:cubicBezTo>
                  <a:lnTo>
                    <a:pt x="2528" y="169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4" name="Google Shape;12634;p27"/>
            <p:cNvSpPr/>
            <p:nvPr/>
          </p:nvSpPr>
          <p:spPr>
            <a:xfrm>
              <a:off x="2412875" y="2010100"/>
              <a:ext cx="22500" cy="61800"/>
            </a:xfrm>
            <a:custGeom>
              <a:avLst/>
              <a:gdLst/>
              <a:ahLst/>
              <a:cxnLst/>
              <a:rect l="l" t="t" r="r" b="b"/>
              <a:pathLst>
                <a:path w="900" h="2472" extrusionOk="0">
                  <a:moveTo>
                    <a:pt x="731" y="1"/>
                  </a:moveTo>
                  <a:lnTo>
                    <a:pt x="1" y="2472"/>
                  </a:lnTo>
                  <a:lnTo>
                    <a:pt x="113" y="2472"/>
                  </a:lnTo>
                  <a:lnTo>
                    <a:pt x="900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5" name="Google Shape;12635;p27"/>
            <p:cNvSpPr/>
            <p:nvPr/>
          </p:nvSpPr>
          <p:spPr>
            <a:xfrm>
              <a:off x="2391825" y="2004500"/>
              <a:ext cx="16875" cy="61800"/>
            </a:xfrm>
            <a:custGeom>
              <a:avLst/>
              <a:gdLst/>
              <a:ahLst/>
              <a:cxnLst/>
              <a:rect l="l" t="t" r="r" b="b"/>
              <a:pathLst>
                <a:path w="675" h="2472" extrusionOk="0">
                  <a:moveTo>
                    <a:pt x="506" y="0"/>
                  </a:moveTo>
                  <a:lnTo>
                    <a:pt x="0" y="2471"/>
                  </a:lnTo>
                  <a:lnTo>
                    <a:pt x="169" y="2471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6" name="Google Shape;12636;p27"/>
            <p:cNvSpPr/>
            <p:nvPr/>
          </p:nvSpPr>
          <p:spPr>
            <a:xfrm>
              <a:off x="2369350" y="2000275"/>
              <a:ext cx="9850" cy="63200"/>
            </a:xfrm>
            <a:custGeom>
              <a:avLst/>
              <a:gdLst/>
              <a:ahLst/>
              <a:cxnLst/>
              <a:rect l="l" t="t" r="r" b="b"/>
              <a:pathLst>
                <a:path w="394" h="2528" extrusionOk="0">
                  <a:moveTo>
                    <a:pt x="225" y="1"/>
                  </a:moveTo>
                  <a:lnTo>
                    <a:pt x="1" y="2528"/>
                  </a:lnTo>
                  <a:lnTo>
                    <a:pt x="169" y="2528"/>
                  </a:lnTo>
                  <a:lnTo>
                    <a:pt x="39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7" name="Google Shape;12637;p27"/>
            <p:cNvSpPr/>
            <p:nvPr/>
          </p:nvSpPr>
          <p:spPr>
            <a:xfrm>
              <a:off x="2505550" y="2081725"/>
              <a:ext cx="47775" cy="47750"/>
            </a:xfrm>
            <a:custGeom>
              <a:avLst/>
              <a:gdLst/>
              <a:ahLst/>
              <a:cxnLst/>
              <a:rect l="l" t="t" r="r" b="b"/>
              <a:pathLst>
                <a:path w="1911" h="1910" extrusionOk="0">
                  <a:moveTo>
                    <a:pt x="1798" y="0"/>
                  </a:moveTo>
                  <a:lnTo>
                    <a:pt x="1" y="1797"/>
                  </a:lnTo>
                  <a:cubicBezTo>
                    <a:pt x="57" y="1854"/>
                    <a:pt x="113" y="1910"/>
                    <a:pt x="169" y="1910"/>
                  </a:cubicBezTo>
                  <a:lnTo>
                    <a:pt x="1910" y="112"/>
                  </a:lnTo>
                  <a:lnTo>
                    <a:pt x="179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8" name="Google Shape;12638;p27"/>
            <p:cNvSpPr/>
            <p:nvPr/>
          </p:nvSpPr>
          <p:spPr>
            <a:xfrm>
              <a:off x="2490100" y="2063450"/>
              <a:ext cx="43575" cy="50575"/>
            </a:xfrm>
            <a:custGeom>
              <a:avLst/>
              <a:gdLst/>
              <a:ahLst/>
              <a:cxnLst/>
              <a:rect l="l" t="t" r="r" b="b"/>
              <a:pathLst>
                <a:path w="1743" h="2023" extrusionOk="0">
                  <a:moveTo>
                    <a:pt x="1574" y="1"/>
                  </a:moveTo>
                  <a:lnTo>
                    <a:pt x="1" y="1967"/>
                  </a:lnTo>
                  <a:lnTo>
                    <a:pt x="113" y="2023"/>
                  </a:lnTo>
                  <a:lnTo>
                    <a:pt x="1742" y="113"/>
                  </a:lnTo>
                  <a:lnTo>
                    <a:pt x="15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39" name="Google Shape;12639;p27"/>
            <p:cNvSpPr/>
            <p:nvPr/>
          </p:nvSpPr>
          <p:spPr>
            <a:xfrm>
              <a:off x="2453600" y="2031175"/>
              <a:ext cx="32325" cy="59000"/>
            </a:xfrm>
            <a:custGeom>
              <a:avLst/>
              <a:gdLst/>
              <a:ahLst/>
              <a:cxnLst/>
              <a:rect l="l" t="t" r="r" b="b"/>
              <a:pathLst>
                <a:path w="1293" h="2360" extrusionOk="0">
                  <a:moveTo>
                    <a:pt x="1180" y="0"/>
                  </a:moveTo>
                  <a:lnTo>
                    <a:pt x="1" y="2247"/>
                  </a:lnTo>
                  <a:lnTo>
                    <a:pt x="113" y="2359"/>
                  </a:lnTo>
                  <a:lnTo>
                    <a:pt x="1292" y="112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0" name="Google Shape;12640;p27"/>
            <p:cNvSpPr/>
            <p:nvPr/>
          </p:nvSpPr>
          <p:spPr>
            <a:xfrm>
              <a:off x="2471850" y="2046600"/>
              <a:ext cx="39350" cy="54800"/>
            </a:xfrm>
            <a:custGeom>
              <a:avLst/>
              <a:gdLst/>
              <a:ahLst/>
              <a:cxnLst/>
              <a:rect l="l" t="t" r="r" b="b"/>
              <a:pathLst>
                <a:path w="1574" h="2192" extrusionOk="0">
                  <a:moveTo>
                    <a:pt x="1405" y="1"/>
                  </a:moveTo>
                  <a:lnTo>
                    <a:pt x="1" y="2135"/>
                  </a:lnTo>
                  <a:lnTo>
                    <a:pt x="169" y="2191"/>
                  </a:lnTo>
                  <a:lnTo>
                    <a:pt x="1573" y="113"/>
                  </a:lnTo>
                  <a:lnTo>
                    <a:pt x="140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1" name="Google Shape;12641;p27"/>
            <p:cNvSpPr/>
            <p:nvPr/>
          </p:nvSpPr>
          <p:spPr>
            <a:xfrm>
              <a:off x="2433950" y="2019925"/>
              <a:ext cx="28100" cy="60400"/>
            </a:xfrm>
            <a:custGeom>
              <a:avLst/>
              <a:gdLst/>
              <a:ahLst/>
              <a:cxnLst/>
              <a:rect l="l" t="t" r="r" b="b"/>
              <a:pathLst>
                <a:path w="1124" h="2416" extrusionOk="0">
                  <a:moveTo>
                    <a:pt x="955" y="1"/>
                  </a:moveTo>
                  <a:lnTo>
                    <a:pt x="0" y="2360"/>
                  </a:lnTo>
                  <a:lnTo>
                    <a:pt x="113" y="2416"/>
                  </a:lnTo>
                  <a:lnTo>
                    <a:pt x="1124" y="57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2" name="Google Shape;12642;p27"/>
            <p:cNvSpPr/>
            <p:nvPr/>
          </p:nvSpPr>
          <p:spPr>
            <a:xfrm>
              <a:off x="2053425" y="1998875"/>
              <a:ext cx="579925" cy="574825"/>
            </a:xfrm>
            <a:custGeom>
              <a:avLst/>
              <a:gdLst/>
              <a:ahLst/>
              <a:cxnLst/>
              <a:rect l="l" t="t" r="r" b="b"/>
              <a:pathLst>
                <a:path w="23197" h="22993" extrusionOk="0">
                  <a:moveTo>
                    <a:pt x="11739" y="0"/>
                  </a:moveTo>
                  <a:cubicBezTo>
                    <a:pt x="11402" y="0"/>
                    <a:pt x="11121" y="0"/>
                    <a:pt x="10784" y="57"/>
                  </a:cubicBezTo>
                  <a:lnTo>
                    <a:pt x="10616" y="57"/>
                  </a:lnTo>
                  <a:cubicBezTo>
                    <a:pt x="10279" y="57"/>
                    <a:pt x="9998" y="113"/>
                    <a:pt x="9661" y="169"/>
                  </a:cubicBezTo>
                  <a:lnTo>
                    <a:pt x="9493" y="225"/>
                  </a:lnTo>
                  <a:cubicBezTo>
                    <a:pt x="9156" y="281"/>
                    <a:pt x="8875" y="337"/>
                    <a:pt x="8538" y="450"/>
                  </a:cubicBezTo>
                  <a:lnTo>
                    <a:pt x="8425" y="506"/>
                  </a:lnTo>
                  <a:cubicBezTo>
                    <a:pt x="8145" y="562"/>
                    <a:pt x="7808" y="674"/>
                    <a:pt x="7471" y="843"/>
                  </a:cubicBezTo>
                  <a:lnTo>
                    <a:pt x="7358" y="899"/>
                  </a:lnTo>
                  <a:cubicBezTo>
                    <a:pt x="7021" y="1011"/>
                    <a:pt x="6741" y="1124"/>
                    <a:pt x="6404" y="1292"/>
                  </a:cubicBezTo>
                  <a:cubicBezTo>
                    <a:pt x="3708" y="2696"/>
                    <a:pt x="1686" y="5168"/>
                    <a:pt x="787" y="8088"/>
                  </a:cubicBezTo>
                  <a:lnTo>
                    <a:pt x="787" y="8200"/>
                  </a:lnTo>
                  <a:cubicBezTo>
                    <a:pt x="1" y="10728"/>
                    <a:pt x="113" y="13368"/>
                    <a:pt x="1124" y="15783"/>
                  </a:cubicBezTo>
                  <a:cubicBezTo>
                    <a:pt x="1236" y="16120"/>
                    <a:pt x="1405" y="16513"/>
                    <a:pt x="1573" y="16850"/>
                  </a:cubicBezTo>
                  <a:lnTo>
                    <a:pt x="1686" y="16962"/>
                  </a:lnTo>
                  <a:cubicBezTo>
                    <a:pt x="1742" y="17131"/>
                    <a:pt x="1798" y="17243"/>
                    <a:pt x="1910" y="17355"/>
                  </a:cubicBezTo>
                  <a:cubicBezTo>
                    <a:pt x="1910" y="17411"/>
                    <a:pt x="1910" y="17411"/>
                    <a:pt x="1967" y="17468"/>
                  </a:cubicBezTo>
                  <a:lnTo>
                    <a:pt x="2191" y="17861"/>
                  </a:lnTo>
                  <a:lnTo>
                    <a:pt x="2191" y="17917"/>
                  </a:lnTo>
                  <a:lnTo>
                    <a:pt x="2247" y="17973"/>
                  </a:lnTo>
                  <a:cubicBezTo>
                    <a:pt x="2304" y="18085"/>
                    <a:pt x="2416" y="18198"/>
                    <a:pt x="2472" y="18310"/>
                  </a:cubicBezTo>
                  <a:cubicBezTo>
                    <a:pt x="2809" y="18759"/>
                    <a:pt x="3202" y="19152"/>
                    <a:pt x="3595" y="19546"/>
                  </a:cubicBezTo>
                  <a:lnTo>
                    <a:pt x="3708" y="19714"/>
                  </a:lnTo>
                  <a:cubicBezTo>
                    <a:pt x="3764" y="19770"/>
                    <a:pt x="3876" y="19883"/>
                    <a:pt x="3988" y="19995"/>
                  </a:cubicBezTo>
                  <a:lnTo>
                    <a:pt x="4157" y="20107"/>
                  </a:lnTo>
                  <a:lnTo>
                    <a:pt x="4438" y="20332"/>
                  </a:lnTo>
                  <a:lnTo>
                    <a:pt x="4550" y="20444"/>
                  </a:lnTo>
                  <a:lnTo>
                    <a:pt x="4831" y="20669"/>
                  </a:lnTo>
                  <a:lnTo>
                    <a:pt x="4999" y="20781"/>
                  </a:lnTo>
                  <a:lnTo>
                    <a:pt x="5280" y="21006"/>
                  </a:lnTo>
                  <a:lnTo>
                    <a:pt x="5449" y="21118"/>
                  </a:lnTo>
                  <a:lnTo>
                    <a:pt x="5786" y="21343"/>
                  </a:lnTo>
                  <a:lnTo>
                    <a:pt x="5954" y="21455"/>
                  </a:lnTo>
                  <a:cubicBezTo>
                    <a:pt x="6235" y="21568"/>
                    <a:pt x="6516" y="21736"/>
                    <a:pt x="6797" y="21848"/>
                  </a:cubicBezTo>
                  <a:lnTo>
                    <a:pt x="6965" y="21961"/>
                  </a:lnTo>
                  <a:cubicBezTo>
                    <a:pt x="7246" y="22073"/>
                    <a:pt x="7527" y="22185"/>
                    <a:pt x="7864" y="22298"/>
                  </a:cubicBezTo>
                  <a:cubicBezTo>
                    <a:pt x="8032" y="22354"/>
                    <a:pt x="8145" y="22466"/>
                    <a:pt x="8313" y="22466"/>
                  </a:cubicBezTo>
                  <a:cubicBezTo>
                    <a:pt x="9464" y="22821"/>
                    <a:pt x="10634" y="22992"/>
                    <a:pt x="11787" y="22992"/>
                  </a:cubicBezTo>
                  <a:cubicBezTo>
                    <a:pt x="15920" y="22992"/>
                    <a:pt x="19829" y="20795"/>
                    <a:pt x="21849" y="17018"/>
                  </a:cubicBezTo>
                  <a:cubicBezTo>
                    <a:pt x="22242" y="16344"/>
                    <a:pt x="22523" y="15614"/>
                    <a:pt x="22747" y="14884"/>
                  </a:cubicBezTo>
                  <a:lnTo>
                    <a:pt x="22804" y="14772"/>
                  </a:lnTo>
                  <a:cubicBezTo>
                    <a:pt x="22804" y="14659"/>
                    <a:pt x="22860" y="14491"/>
                    <a:pt x="22916" y="14379"/>
                  </a:cubicBezTo>
                  <a:lnTo>
                    <a:pt x="22972" y="14210"/>
                  </a:lnTo>
                  <a:cubicBezTo>
                    <a:pt x="22972" y="14098"/>
                    <a:pt x="23028" y="13985"/>
                    <a:pt x="23028" y="13873"/>
                  </a:cubicBezTo>
                  <a:lnTo>
                    <a:pt x="23028" y="13705"/>
                  </a:lnTo>
                  <a:cubicBezTo>
                    <a:pt x="23028" y="13536"/>
                    <a:pt x="23084" y="13424"/>
                    <a:pt x="23141" y="13255"/>
                  </a:cubicBezTo>
                  <a:lnTo>
                    <a:pt x="23141" y="13087"/>
                  </a:lnTo>
                  <a:cubicBezTo>
                    <a:pt x="23141" y="12918"/>
                    <a:pt x="23141" y="12750"/>
                    <a:pt x="23141" y="12637"/>
                  </a:cubicBezTo>
                  <a:lnTo>
                    <a:pt x="23141" y="12581"/>
                  </a:lnTo>
                  <a:lnTo>
                    <a:pt x="23141" y="12188"/>
                  </a:lnTo>
                  <a:cubicBezTo>
                    <a:pt x="23197" y="12132"/>
                    <a:pt x="23197" y="12020"/>
                    <a:pt x="23141" y="12020"/>
                  </a:cubicBezTo>
                  <a:lnTo>
                    <a:pt x="23141" y="11626"/>
                  </a:lnTo>
                  <a:lnTo>
                    <a:pt x="23141" y="11514"/>
                  </a:lnTo>
                  <a:lnTo>
                    <a:pt x="20782" y="11514"/>
                  </a:lnTo>
                  <a:lnTo>
                    <a:pt x="20782" y="11683"/>
                  </a:lnTo>
                  <a:lnTo>
                    <a:pt x="21287" y="11683"/>
                  </a:lnTo>
                  <a:lnTo>
                    <a:pt x="21287" y="12413"/>
                  </a:lnTo>
                  <a:lnTo>
                    <a:pt x="20725" y="12300"/>
                  </a:lnTo>
                  <a:cubicBezTo>
                    <a:pt x="20725" y="12357"/>
                    <a:pt x="20725" y="12413"/>
                    <a:pt x="20725" y="12525"/>
                  </a:cubicBezTo>
                  <a:lnTo>
                    <a:pt x="21231" y="12525"/>
                  </a:lnTo>
                  <a:cubicBezTo>
                    <a:pt x="21231" y="12806"/>
                    <a:pt x="21175" y="13087"/>
                    <a:pt x="21119" y="13311"/>
                  </a:cubicBezTo>
                  <a:lnTo>
                    <a:pt x="20613" y="13199"/>
                  </a:lnTo>
                  <a:lnTo>
                    <a:pt x="20613" y="13368"/>
                  </a:lnTo>
                  <a:lnTo>
                    <a:pt x="21119" y="13480"/>
                  </a:lnTo>
                  <a:cubicBezTo>
                    <a:pt x="21062" y="13705"/>
                    <a:pt x="21006" y="13985"/>
                    <a:pt x="20894" y="14210"/>
                  </a:cubicBezTo>
                  <a:lnTo>
                    <a:pt x="20445" y="14042"/>
                  </a:lnTo>
                  <a:cubicBezTo>
                    <a:pt x="20445" y="14098"/>
                    <a:pt x="20388" y="14154"/>
                    <a:pt x="20388" y="14210"/>
                  </a:cubicBezTo>
                  <a:lnTo>
                    <a:pt x="20894" y="14322"/>
                  </a:lnTo>
                  <a:cubicBezTo>
                    <a:pt x="20782" y="14603"/>
                    <a:pt x="20725" y="14828"/>
                    <a:pt x="20613" y="15052"/>
                  </a:cubicBezTo>
                  <a:lnTo>
                    <a:pt x="20164" y="14884"/>
                  </a:lnTo>
                  <a:lnTo>
                    <a:pt x="20108" y="14996"/>
                  </a:lnTo>
                  <a:lnTo>
                    <a:pt x="20557" y="15221"/>
                  </a:lnTo>
                  <a:cubicBezTo>
                    <a:pt x="20445" y="15446"/>
                    <a:pt x="20332" y="15670"/>
                    <a:pt x="20220" y="15895"/>
                  </a:cubicBezTo>
                  <a:lnTo>
                    <a:pt x="19771" y="15670"/>
                  </a:lnTo>
                  <a:lnTo>
                    <a:pt x="19714" y="15839"/>
                  </a:lnTo>
                  <a:lnTo>
                    <a:pt x="20164" y="16063"/>
                  </a:lnTo>
                  <a:cubicBezTo>
                    <a:pt x="19995" y="16288"/>
                    <a:pt x="19883" y="16513"/>
                    <a:pt x="19714" y="16737"/>
                  </a:cubicBezTo>
                  <a:lnTo>
                    <a:pt x="19321" y="16457"/>
                  </a:lnTo>
                  <a:cubicBezTo>
                    <a:pt x="19321" y="16513"/>
                    <a:pt x="19265" y="16569"/>
                    <a:pt x="19209" y="16625"/>
                  </a:cubicBezTo>
                  <a:lnTo>
                    <a:pt x="19658" y="16906"/>
                  </a:lnTo>
                  <a:cubicBezTo>
                    <a:pt x="19490" y="17074"/>
                    <a:pt x="19378" y="17299"/>
                    <a:pt x="19209" y="17468"/>
                  </a:cubicBezTo>
                  <a:lnTo>
                    <a:pt x="18816" y="17187"/>
                  </a:lnTo>
                  <a:lnTo>
                    <a:pt x="18704" y="17299"/>
                  </a:lnTo>
                  <a:lnTo>
                    <a:pt x="19097" y="17636"/>
                  </a:lnTo>
                  <a:cubicBezTo>
                    <a:pt x="18928" y="17805"/>
                    <a:pt x="18760" y="18029"/>
                    <a:pt x="18591" y="18198"/>
                  </a:cubicBezTo>
                  <a:lnTo>
                    <a:pt x="18198" y="17861"/>
                  </a:lnTo>
                  <a:lnTo>
                    <a:pt x="18086" y="17973"/>
                  </a:lnTo>
                  <a:lnTo>
                    <a:pt x="18423" y="18310"/>
                  </a:lnTo>
                  <a:lnTo>
                    <a:pt x="17917" y="18816"/>
                  </a:lnTo>
                  <a:lnTo>
                    <a:pt x="17580" y="18422"/>
                  </a:lnTo>
                  <a:lnTo>
                    <a:pt x="17468" y="18535"/>
                  </a:lnTo>
                  <a:lnTo>
                    <a:pt x="17805" y="18928"/>
                  </a:lnTo>
                  <a:cubicBezTo>
                    <a:pt x="17580" y="19096"/>
                    <a:pt x="17356" y="19265"/>
                    <a:pt x="17131" y="19377"/>
                  </a:cubicBezTo>
                  <a:lnTo>
                    <a:pt x="16850" y="18984"/>
                  </a:lnTo>
                  <a:lnTo>
                    <a:pt x="16738" y="19040"/>
                  </a:lnTo>
                  <a:lnTo>
                    <a:pt x="17019" y="19489"/>
                  </a:lnTo>
                  <a:cubicBezTo>
                    <a:pt x="16794" y="19602"/>
                    <a:pt x="16569" y="19770"/>
                    <a:pt x="16401" y="19883"/>
                  </a:cubicBezTo>
                  <a:lnTo>
                    <a:pt x="16120" y="19433"/>
                  </a:lnTo>
                  <a:lnTo>
                    <a:pt x="16008" y="19489"/>
                  </a:lnTo>
                  <a:lnTo>
                    <a:pt x="16232" y="19939"/>
                  </a:lnTo>
                  <a:cubicBezTo>
                    <a:pt x="16008" y="20051"/>
                    <a:pt x="15783" y="20163"/>
                    <a:pt x="15502" y="20276"/>
                  </a:cubicBezTo>
                  <a:lnTo>
                    <a:pt x="15334" y="19826"/>
                  </a:lnTo>
                  <a:lnTo>
                    <a:pt x="15165" y="19883"/>
                  </a:lnTo>
                  <a:lnTo>
                    <a:pt x="15390" y="20332"/>
                  </a:lnTo>
                  <a:cubicBezTo>
                    <a:pt x="15109" y="20444"/>
                    <a:pt x="14884" y="20500"/>
                    <a:pt x="14660" y="20557"/>
                  </a:cubicBezTo>
                  <a:lnTo>
                    <a:pt x="14491" y="20107"/>
                  </a:lnTo>
                  <a:lnTo>
                    <a:pt x="14379" y="20163"/>
                  </a:lnTo>
                  <a:lnTo>
                    <a:pt x="14491" y="20613"/>
                  </a:lnTo>
                  <a:cubicBezTo>
                    <a:pt x="14267" y="20725"/>
                    <a:pt x="13986" y="20781"/>
                    <a:pt x="13761" y="20837"/>
                  </a:cubicBezTo>
                  <a:lnTo>
                    <a:pt x="13649" y="20332"/>
                  </a:lnTo>
                  <a:lnTo>
                    <a:pt x="13480" y="20332"/>
                  </a:lnTo>
                  <a:lnTo>
                    <a:pt x="13593" y="20837"/>
                  </a:lnTo>
                  <a:cubicBezTo>
                    <a:pt x="13312" y="20894"/>
                    <a:pt x="13087" y="20894"/>
                    <a:pt x="12862" y="20950"/>
                  </a:cubicBezTo>
                  <a:lnTo>
                    <a:pt x="12806" y="20444"/>
                  </a:lnTo>
                  <a:lnTo>
                    <a:pt x="12638" y="20444"/>
                  </a:lnTo>
                  <a:lnTo>
                    <a:pt x="12694" y="20950"/>
                  </a:lnTo>
                  <a:lnTo>
                    <a:pt x="11908" y="20950"/>
                  </a:lnTo>
                  <a:lnTo>
                    <a:pt x="11908" y="20444"/>
                  </a:lnTo>
                  <a:lnTo>
                    <a:pt x="11739" y="20444"/>
                  </a:lnTo>
                  <a:lnTo>
                    <a:pt x="11739" y="20950"/>
                  </a:lnTo>
                  <a:lnTo>
                    <a:pt x="11009" y="20950"/>
                  </a:lnTo>
                  <a:lnTo>
                    <a:pt x="11065" y="20444"/>
                  </a:lnTo>
                  <a:lnTo>
                    <a:pt x="10897" y="20444"/>
                  </a:lnTo>
                  <a:lnTo>
                    <a:pt x="10841" y="20950"/>
                  </a:lnTo>
                  <a:cubicBezTo>
                    <a:pt x="10560" y="20950"/>
                    <a:pt x="10335" y="20894"/>
                    <a:pt x="10054" y="20837"/>
                  </a:cubicBezTo>
                  <a:lnTo>
                    <a:pt x="10167" y="20332"/>
                  </a:lnTo>
                  <a:lnTo>
                    <a:pt x="9998" y="20332"/>
                  </a:lnTo>
                  <a:lnTo>
                    <a:pt x="9886" y="20837"/>
                  </a:lnTo>
                  <a:cubicBezTo>
                    <a:pt x="9661" y="20781"/>
                    <a:pt x="9436" y="20725"/>
                    <a:pt x="9212" y="20669"/>
                  </a:cubicBezTo>
                  <a:lnTo>
                    <a:pt x="9324" y="20163"/>
                  </a:lnTo>
                  <a:lnTo>
                    <a:pt x="9212" y="20107"/>
                  </a:lnTo>
                  <a:lnTo>
                    <a:pt x="9043" y="20613"/>
                  </a:lnTo>
                  <a:cubicBezTo>
                    <a:pt x="8819" y="20500"/>
                    <a:pt x="8538" y="20444"/>
                    <a:pt x="8313" y="20332"/>
                  </a:cubicBezTo>
                  <a:lnTo>
                    <a:pt x="8538" y="19883"/>
                  </a:lnTo>
                  <a:cubicBezTo>
                    <a:pt x="8482" y="19826"/>
                    <a:pt x="8425" y="19826"/>
                    <a:pt x="8369" y="19826"/>
                  </a:cubicBezTo>
                  <a:lnTo>
                    <a:pt x="8088" y="20220"/>
                  </a:lnTo>
                  <a:cubicBezTo>
                    <a:pt x="7864" y="20107"/>
                    <a:pt x="7639" y="19995"/>
                    <a:pt x="7414" y="19883"/>
                  </a:cubicBezTo>
                  <a:lnTo>
                    <a:pt x="7639" y="19489"/>
                  </a:lnTo>
                  <a:lnTo>
                    <a:pt x="7527" y="19377"/>
                  </a:lnTo>
                  <a:lnTo>
                    <a:pt x="7246" y="19826"/>
                  </a:lnTo>
                  <a:cubicBezTo>
                    <a:pt x="7021" y="19714"/>
                    <a:pt x="6797" y="19546"/>
                    <a:pt x="6628" y="19433"/>
                  </a:cubicBezTo>
                  <a:lnTo>
                    <a:pt x="6853" y="18984"/>
                  </a:lnTo>
                  <a:lnTo>
                    <a:pt x="6741" y="18928"/>
                  </a:lnTo>
                  <a:lnTo>
                    <a:pt x="6460" y="19321"/>
                  </a:lnTo>
                  <a:cubicBezTo>
                    <a:pt x="6235" y="19209"/>
                    <a:pt x="6067" y="19040"/>
                    <a:pt x="5842" y="18872"/>
                  </a:cubicBezTo>
                  <a:lnTo>
                    <a:pt x="6179" y="18479"/>
                  </a:lnTo>
                  <a:lnTo>
                    <a:pt x="6067" y="18366"/>
                  </a:lnTo>
                  <a:lnTo>
                    <a:pt x="5730" y="18759"/>
                  </a:lnTo>
                  <a:cubicBezTo>
                    <a:pt x="5561" y="18591"/>
                    <a:pt x="5336" y="18422"/>
                    <a:pt x="5168" y="18254"/>
                  </a:cubicBezTo>
                  <a:lnTo>
                    <a:pt x="5505" y="17917"/>
                  </a:lnTo>
                  <a:lnTo>
                    <a:pt x="5393" y="17748"/>
                  </a:lnTo>
                  <a:lnTo>
                    <a:pt x="5056" y="18142"/>
                  </a:lnTo>
                  <a:cubicBezTo>
                    <a:pt x="4887" y="17973"/>
                    <a:pt x="4719" y="17748"/>
                    <a:pt x="4550" y="17580"/>
                  </a:cubicBezTo>
                  <a:lnTo>
                    <a:pt x="4943" y="17243"/>
                  </a:lnTo>
                  <a:lnTo>
                    <a:pt x="4831" y="17131"/>
                  </a:lnTo>
                  <a:lnTo>
                    <a:pt x="4438" y="17468"/>
                  </a:lnTo>
                  <a:cubicBezTo>
                    <a:pt x="4269" y="17243"/>
                    <a:pt x="4101" y="17018"/>
                    <a:pt x="3988" y="16794"/>
                  </a:cubicBezTo>
                  <a:lnTo>
                    <a:pt x="4382" y="16569"/>
                  </a:lnTo>
                  <a:cubicBezTo>
                    <a:pt x="4382" y="16513"/>
                    <a:pt x="4325" y="16457"/>
                    <a:pt x="4269" y="16400"/>
                  </a:cubicBezTo>
                  <a:lnTo>
                    <a:pt x="3876" y="16681"/>
                  </a:lnTo>
                  <a:cubicBezTo>
                    <a:pt x="3764" y="16457"/>
                    <a:pt x="3595" y="16232"/>
                    <a:pt x="3483" y="16063"/>
                  </a:cubicBezTo>
                  <a:lnTo>
                    <a:pt x="3932" y="15783"/>
                  </a:lnTo>
                  <a:lnTo>
                    <a:pt x="3876" y="15670"/>
                  </a:lnTo>
                  <a:lnTo>
                    <a:pt x="3427" y="15895"/>
                  </a:lnTo>
                  <a:cubicBezTo>
                    <a:pt x="3314" y="15670"/>
                    <a:pt x="3202" y="15446"/>
                    <a:pt x="3090" y="15165"/>
                  </a:cubicBezTo>
                  <a:lnTo>
                    <a:pt x="3539" y="14996"/>
                  </a:lnTo>
                  <a:lnTo>
                    <a:pt x="3483" y="14828"/>
                  </a:lnTo>
                  <a:lnTo>
                    <a:pt x="3034" y="14996"/>
                  </a:lnTo>
                  <a:cubicBezTo>
                    <a:pt x="2921" y="14772"/>
                    <a:pt x="2865" y="14547"/>
                    <a:pt x="2809" y="14322"/>
                  </a:cubicBezTo>
                  <a:lnTo>
                    <a:pt x="3258" y="14154"/>
                  </a:lnTo>
                  <a:lnTo>
                    <a:pt x="3146" y="14042"/>
                  </a:lnTo>
                  <a:lnTo>
                    <a:pt x="2697" y="14154"/>
                  </a:lnTo>
                  <a:cubicBezTo>
                    <a:pt x="2640" y="13929"/>
                    <a:pt x="2528" y="13648"/>
                    <a:pt x="2528" y="13424"/>
                  </a:cubicBezTo>
                  <a:lnTo>
                    <a:pt x="2977" y="13311"/>
                  </a:lnTo>
                  <a:lnTo>
                    <a:pt x="2977" y="13143"/>
                  </a:lnTo>
                  <a:lnTo>
                    <a:pt x="2472" y="13255"/>
                  </a:lnTo>
                  <a:cubicBezTo>
                    <a:pt x="2472" y="12974"/>
                    <a:pt x="2416" y="12750"/>
                    <a:pt x="2360" y="12525"/>
                  </a:cubicBezTo>
                  <a:lnTo>
                    <a:pt x="2865" y="12469"/>
                  </a:lnTo>
                  <a:lnTo>
                    <a:pt x="2865" y="12300"/>
                  </a:lnTo>
                  <a:lnTo>
                    <a:pt x="2360" y="12357"/>
                  </a:lnTo>
                  <a:cubicBezTo>
                    <a:pt x="2360" y="12076"/>
                    <a:pt x="2360" y="11851"/>
                    <a:pt x="2360" y="11570"/>
                  </a:cubicBezTo>
                  <a:lnTo>
                    <a:pt x="2865" y="11570"/>
                  </a:lnTo>
                  <a:lnTo>
                    <a:pt x="2865" y="11514"/>
                  </a:lnTo>
                  <a:lnTo>
                    <a:pt x="2865" y="11402"/>
                  </a:lnTo>
                  <a:lnTo>
                    <a:pt x="2360" y="11402"/>
                  </a:lnTo>
                  <a:lnTo>
                    <a:pt x="2360" y="10728"/>
                  </a:lnTo>
                  <a:lnTo>
                    <a:pt x="2865" y="10784"/>
                  </a:lnTo>
                  <a:lnTo>
                    <a:pt x="2865" y="10615"/>
                  </a:lnTo>
                  <a:lnTo>
                    <a:pt x="2360" y="10559"/>
                  </a:lnTo>
                  <a:cubicBezTo>
                    <a:pt x="2360" y="10278"/>
                    <a:pt x="2416" y="10054"/>
                    <a:pt x="2472" y="9773"/>
                  </a:cubicBezTo>
                  <a:lnTo>
                    <a:pt x="2977" y="9885"/>
                  </a:lnTo>
                  <a:cubicBezTo>
                    <a:pt x="2977" y="9829"/>
                    <a:pt x="2977" y="9773"/>
                    <a:pt x="2977" y="9717"/>
                  </a:cubicBezTo>
                  <a:lnTo>
                    <a:pt x="2472" y="9605"/>
                  </a:lnTo>
                  <a:cubicBezTo>
                    <a:pt x="2528" y="9380"/>
                    <a:pt x="2584" y="9155"/>
                    <a:pt x="2640" y="8931"/>
                  </a:cubicBezTo>
                  <a:lnTo>
                    <a:pt x="3146" y="8987"/>
                  </a:lnTo>
                  <a:cubicBezTo>
                    <a:pt x="3202" y="8931"/>
                    <a:pt x="3202" y="8874"/>
                    <a:pt x="3202" y="8818"/>
                  </a:cubicBezTo>
                  <a:lnTo>
                    <a:pt x="2753" y="8706"/>
                  </a:lnTo>
                  <a:cubicBezTo>
                    <a:pt x="2809" y="8425"/>
                    <a:pt x="2921" y="8200"/>
                    <a:pt x="2977" y="7920"/>
                  </a:cubicBezTo>
                  <a:lnTo>
                    <a:pt x="3483" y="8144"/>
                  </a:lnTo>
                  <a:lnTo>
                    <a:pt x="3539" y="7976"/>
                  </a:lnTo>
                  <a:lnTo>
                    <a:pt x="3090" y="7807"/>
                  </a:lnTo>
                  <a:cubicBezTo>
                    <a:pt x="3146" y="7583"/>
                    <a:pt x="3258" y="7358"/>
                    <a:pt x="3371" y="7133"/>
                  </a:cubicBezTo>
                  <a:lnTo>
                    <a:pt x="3820" y="7358"/>
                  </a:lnTo>
                  <a:lnTo>
                    <a:pt x="3932" y="7189"/>
                  </a:lnTo>
                  <a:lnTo>
                    <a:pt x="3483" y="6965"/>
                  </a:lnTo>
                  <a:cubicBezTo>
                    <a:pt x="3595" y="6740"/>
                    <a:pt x="3708" y="6515"/>
                    <a:pt x="3876" y="6291"/>
                  </a:cubicBezTo>
                  <a:lnTo>
                    <a:pt x="4269" y="6572"/>
                  </a:lnTo>
                  <a:cubicBezTo>
                    <a:pt x="4325" y="6515"/>
                    <a:pt x="4325" y="6459"/>
                    <a:pt x="4382" y="6403"/>
                  </a:cubicBezTo>
                  <a:lnTo>
                    <a:pt x="3988" y="6122"/>
                  </a:lnTo>
                  <a:cubicBezTo>
                    <a:pt x="4101" y="5954"/>
                    <a:pt x="4269" y="5729"/>
                    <a:pt x="4382" y="5561"/>
                  </a:cubicBezTo>
                  <a:lnTo>
                    <a:pt x="4775" y="5841"/>
                  </a:lnTo>
                  <a:lnTo>
                    <a:pt x="4887" y="5729"/>
                  </a:lnTo>
                  <a:lnTo>
                    <a:pt x="4550" y="5392"/>
                  </a:lnTo>
                  <a:cubicBezTo>
                    <a:pt x="4719" y="5224"/>
                    <a:pt x="4943" y="4999"/>
                    <a:pt x="5112" y="4831"/>
                  </a:cubicBezTo>
                  <a:lnTo>
                    <a:pt x="5449" y="5224"/>
                  </a:lnTo>
                  <a:lnTo>
                    <a:pt x="5561" y="5055"/>
                  </a:lnTo>
                  <a:lnTo>
                    <a:pt x="5224" y="4718"/>
                  </a:lnTo>
                  <a:cubicBezTo>
                    <a:pt x="5393" y="4550"/>
                    <a:pt x="5561" y="4381"/>
                    <a:pt x="5786" y="4213"/>
                  </a:cubicBezTo>
                  <a:lnTo>
                    <a:pt x="6067" y="4606"/>
                  </a:lnTo>
                  <a:lnTo>
                    <a:pt x="6235" y="4494"/>
                  </a:lnTo>
                  <a:lnTo>
                    <a:pt x="5898" y="4100"/>
                  </a:lnTo>
                  <a:cubicBezTo>
                    <a:pt x="6123" y="3932"/>
                    <a:pt x="6291" y="3820"/>
                    <a:pt x="6516" y="3651"/>
                  </a:cubicBezTo>
                  <a:lnTo>
                    <a:pt x="6797" y="4044"/>
                  </a:lnTo>
                  <a:lnTo>
                    <a:pt x="6965" y="3988"/>
                  </a:lnTo>
                  <a:lnTo>
                    <a:pt x="6684" y="3539"/>
                  </a:lnTo>
                  <a:cubicBezTo>
                    <a:pt x="6853" y="3426"/>
                    <a:pt x="7077" y="3314"/>
                    <a:pt x="7302" y="3202"/>
                  </a:cubicBezTo>
                  <a:lnTo>
                    <a:pt x="7527" y="3595"/>
                  </a:lnTo>
                  <a:lnTo>
                    <a:pt x="7695" y="3539"/>
                  </a:lnTo>
                  <a:lnTo>
                    <a:pt x="7471" y="3089"/>
                  </a:lnTo>
                  <a:cubicBezTo>
                    <a:pt x="7695" y="2977"/>
                    <a:pt x="7920" y="2865"/>
                    <a:pt x="8145" y="2752"/>
                  </a:cubicBezTo>
                  <a:lnTo>
                    <a:pt x="8369" y="3202"/>
                  </a:lnTo>
                  <a:lnTo>
                    <a:pt x="8482" y="3146"/>
                  </a:lnTo>
                  <a:lnTo>
                    <a:pt x="8313" y="2696"/>
                  </a:lnTo>
                  <a:cubicBezTo>
                    <a:pt x="8538" y="2584"/>
                    <a:pt x="8762" y="2472"/>
                    <a:pt x="8987" y="2415"/>
                  </a:cubicBezTo>
                  <a:lnTo>
                    <a:pt x="9156" y="2921"/>
                  </a:lnTo>
                  <a:lnTo>
                    <a:pt x="9268" y="2865"/>
                  </a:lnTo>
                  <a:lnTo>
                    <a:pt x="9156" y="2359"/>
                  </a:lnTo>
                  <a:cubicBezTo>
                    <a:pt x="9380" y="2303"/>
                    <a:pt x="9661" y="2247"/>
                    <a:pt x="9886" y="2191"/>
                  </a:cubicBezTo>
                  <a:lnTo>
                    <a:pt x="9998" y="2696"/>
                  </a:lnTo>
                  <a:lnTo>
                    <a:pt x="10167" y="2696"/>
                  </a:lnTo>
                  <a:lnTo>
                    <a:pt x="10110" y="2191"/>
                  </a:lnTo>
                  <a:cubicBezTo>
                    <a:pt x="10335" y="2135"/>
                    <a:pt x="10560" y="2078"/>
                    <a:pt x="10784" y="2078"/>
                  </a:cubicBezTo>
                  <a:lnTo>
                    <a:pt x="10841" y="2584"/>
                  </a:lnTo>
                  <a:lnTo>
                    <a:pt x="11009" y="2584"/>
                  </a:lnTo>
                  <a:lnTo>
                    <a:pt x="10953" y="2078"/>
                  </a:lnTo>
                  <a:cubicBezTo>
                    <a:pt x="11234" y="2078"/>
                    <a:pt x="11514" y="2022"/>
                    <a:pt x="11739" y="2022"/>
                  </a:cubicBezTo>
                  <a:lnTo>
                    <a:pt x="11739" y="2528"/>
                  </a:lnTo>
                  <a:lnTo>
                    <a:pt x="11908" y="2528"/>
                  </a:lnTo>
                  <a:lnTo>
                    <a:pt x="1190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3" name="Google Shape;12643;p27"/>
            <p:cNvSpPr/>
            <p:nvPr/>
          </p:nvSpPr>
          <p:spPr>
            <a:xfrm>
              <a:off x="4888325" y="1885150"/>
              <a:ext cx="44975" cy="67400"/>
            </a:xfrm>
            <a:custGeom>
              <a:avLst/>
              <a:gdLst/>
              <a:ahLst/>
              <a:cxnLst/>
              <a:rect l="l" t="t" r="r" b="b"/>
              <a:pathLst>
                <a:path w="1799" h="2696" extrusionOk="0">
                  <a:moveTo>
                    <a:pt x="225" y="0"/>
                  </a:moveTo>
                  <a:lnTo>
                    <a:pt x="1" y="112"/>
                  </a:lnTo>
                  <a:lnTo>
                    <a:pt x="1573" y="2696"/>
                  </a:lnTo>
                  <a:lnTo>
                    <a:pt x="1798" y="252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4" name="Google Shape;12644;p27"/>
            <p:cNvSpPr/>
            <p:nvPr/>
          </p:nvSpPr>
          <p:spPr>
            <a:xfrm>
              <a:off x="4926250" y="1865475"/>
              <a:ext cx="36525" cy="70225"/>
            </a:xfrm>
            <a:custGeom>
              <a:avLst/>
              <a:gdLst/>
              <a:ahLst/>
              <a:cxnLst/>
              <a:rect l="l" t="t" r="r" b="b"/>
              <a:pathLst>
                <a:path w="1461" h="2809" extrusionOk="0">
                  <a:moveTo>
                    <a:pt x="225" y="1"/>
                  </a:moveTo>
                  <a:lnTo>
                    <a:pt x="0" y="113"/>
                  </a:lnTo>
                  <a:lnTo>
                    <a:pt x="1292" y="2809"/>
                  </a:lnTo>
                  <a:lnTo>
                    <a:pt x="1461" y="269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5" name="Google Shape;12645;p27"/>
            <p:cNvSpPr/>
            <p:nvPr/>
          </p:nvSpPr>
          <p:spPr>
            <a:xfrm>
              <a:off x="4965550" y="1848625"/>
              <a:ext cx="30925" cy="73050"/>
            </a:xfrm>
            <a:custGeom>
              <a:avLst/>
              <a:gdLst/>
              <a:ahLst/>
              <a:cxnLst/>
              <a:rect l="l" t="t" r="r" b="b"/>
              <a:pathLst>
                <a:path w="1237" h="2922" extrusionOk="0">
                  <a:moveTo>
                    <a:pt x="282" y="1"/>
                  </a:moveTo>
                  <a:lnTo>
                    <a:pt x="1" y="113"/>
                  </a:lnTo>
                  <a:lnTo>
                    <a:pt x="1012" y="2921"/>
                  </a:lnTo>
                  <a:lnTo>
                    <a:pt x="1236" y="2809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6" name="Google Shape;12646;p27"/>
            <p:cNvSpPr/>
            <p:nvPr/>
          </p:nvSpPr>
          <p:spPr>
            <a:xfrm>
              <a:off x="4853225" y="1909000"/>
              <a:ext cx="49175" cy="63225"/>
            </a:xfrm>
            <a:custGeom>
              <a:avLst/>
              <a:gdLst/>
              <a:ahLst/>
              <a:cxnLst/>
              <a:rect l="l" t="t" r="r" b="b"/>
              <a:pathLst>
                <a:path w="1967" h="2529" extrusionOk="0">
                  <a:moveTo>
                    <a:pt x="169" y="1"/>
                  </a:moveTo>
                  <a:lnTo>
                    <a:pt x="1" y="169"/>
                  </a:lnTo>
                  <a:lnTo>
                    <a:pt x="1742" y="2528"/>
                  </a:lnTo>
                  <a:lnTo>
                    <a:pt x="1966" y="241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7" name="Google Shape;12647;p27"/>
            <p:cNvSpPr/>
            <p:nvPr/>
          </p:nvSpPr>
          <p:spPr>
            <a:xfrm>
              <a:off x="5129850" y="1826175"/>
              <a:ext cx="11250" cy="74425"/>
            </a:xfrm>
            <a:custGeom>
              <a:avLst/>
              <a:gdLst/>
              <a:ahLst/>
              <a:cxnLst/>
              <a:rect l="l" t="t" r="r" b="b"/>
              <a:pathLst>
                <a:path w="450" h="2977" extrusionOk="0">
                  <a:moveTo>
                    <a:pt x="169" y="0"/>
                  </a:moveTo>
                  <a:lnTo>
                    <a:pt x="0" y="2977"/>
                  </a:lnTo>
                  <a:lnTo>
                    <a:pt x="281" y="2977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8" name="Google Shape;12648;p27"/>
            <p:cNvSpPr/>
            <p:nvPr/>
          </p:nvSpPr>
          <p:spPr>
            <a:xfrm>
              <a:off x="5090525" y="1826175"/>
              <a:ext cx="9850" cy="74425"/>
            </a:xfrm>
            <a:custGeom>
              <a:avLst/>
              <a:gdLst/>
              <a:ahLst/>
              <a:cxnLst/>
              <a:rect l="l" t="t" r="r" b="b"/>
              <a:pathLst>
                <a:path w="394" h="2977" extrusionOk="0">
                  <a:moveTo>
                    <a:pt x="0" y="0"/>
                  </a:moveTo>
                  <a:lnTo>
                    <a:pt x="169" y="2977"/>
                  </a:lnTo>
                  <a:lnTo>
                    <a:pt x="394" y="297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49" name="Google Shape;12649;p27"/>
            <p:cNvSpPr/>
            <p:nvPr/>
          </p:nvSpPr>
          <p:spPr>
            <a:xfrm>
              <a:off x="5048400" y="1830375"/>
              <a:ext cx="16875" cy="73050"/>
            </a:xfrm>
            <a:custGeom>
              <a:avLst/>
              <a:gdLst/>
              <a:ahLst/>
              <a:cxnLst/>
              <a:rect l="l" t="t" r="r" b="b"/>
              <a:pathLst>
                <a:path w="675" h="2922" extrusionOk="0">
                  <a:moveTo>
                    <a:pt x="1" y="1"/>
                  </a:moveTo>
                  <a:lnTo>
                    <a:pt x="450" y="2921"/>
                  </a:lnTo>
                  <a:lnTo>
                    <a:pt x="675" y="2921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0" name="Google Shape;12650;p27"/>
            <p:cNvSpPr/>
            <p:nvPr/>
          </p:nvSpPr>
          <p:spPr>
            <a:xfrm>
              <a:off x="5006275" y="1837400"/>
              <a:ext cx="23900" cy="74450"/>
            </a:xfrm>
            <a:custGeom>
              <a:avLst/>
              <a:gdLst/>
              <a:ahLst/>
              <a:cxnLst/>
              <a:rect l="l" t="t" r="r" b="b"/>
              <a:pathLst>
                <a:path w="956" h="2978" extrusionOk="0">
                  <a:moveTo>
                    <a:pt x="281" y="0"/>
                  </a:moveTo>
                  <a:lnTo>
                    <a:pt x="1" y="57"/>
                  </a:lnTo>
                  <a:lnTo>
                    <a:pt x="731" y="2977"/>
                  </a:lnTo>
                  <a:lnTo>
                    <a:pt x="955" y="286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1" name="Google Shape;12651;p27"/>
            <p:cNvSpPr/>
            <p:nvPr/>
          </p:nvSpPr>
          <p:spPr>
            <a:xfrm>
              <a:off x="4763375" y="1998875"/>
              <a:ext cx="63200" cy="49175"/>
            </a:xfrm>
            <a:custGeom>
              <a:avLst/>
              <a:gdLst/>
              <a:ahLst/>
              <a:cxnLst/>
              <a:rect l="l" t="t" r="r" b="b"/>
              <a:pathLst>
                <a:path w="2528" h="1967" extrusionOk="0">
                  <a:moveTo>
                    <a:pt x="169" y="0"/>
                  </a:moveTo>
                  <a:lnTo>
                    <a:pt x="0" y="169"/>
                  </a:lnTo>
                  <a:lnTo>
                    <a:pt x="2415" y="1966"/>
                  </a:lnTo>
                  <a:lnTo>
                    <a:pt x="2528" y="1741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2" name="Google Shape;12652;p27"/>
            <p:cNvSpPr/>
            <p:nvPr/>
          </p:nvSpPr>
          <p:spPr>
            <a:xfrm>
              <a:off x="4790050" y="1966575"/>
              <a:ext cx="59000" cy="54775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"/>
                  </a:moveTo>
                  <a:lnTo>
                    <a:pt x="0" y="169"/>
                  </a:lnTo>
                  <a:lnTo>
                    <a:pt x="2191" y="2191"/>
                  </a:lnTo>
                  <a:lnTo>
                    <a:pt x="2359" y="1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3" name="Google Shape;12653;p27"/>
            <p:cNvSpPr/>
            <p:nvPr/>
          </p:nvSpPr>
          <p:spPr>
            <a:xfrm>
              <a:off x="4739500" y="2033975"/>
              <a:ext cx="67425" cy="43550"/>
            </a:xfrm>
            <a:custGeom>
              <a:avLst/>
              <a:gdLst/>
              <a:ahLst/>
              <a:cxnLst/>
              <a:rect l="l" t="t" r="r" b="b"/>
              <a:pathLst>
                <a:path w="2697" h="1742" extrusionOk="0">
                  <a:moveTo>
                    <a:pt x="169" y="0"/>
                  </a:moveTo>
                  <a:cubicBezTo>
                    <a:pt x="113" y="57"/>
                    <a:pt x="57" y="169"/>
                    <a:pt x="0" y="225"/>
                  </a:cubicBezTo>
                  <a:lnTo>
                    <a:pt x="2528" y="1742"/>
                  </a:lnTo>
                  <a:lnTo>
                    <a:pt x="2696" y="1517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4" name="Google Shape;12654;p27"/>
            <p:cNvSpPr/>
            <p:nvPr/>
          </p:nvSpPr>
          <p:spPr>
            <a:xfrm>
              <a:off x="4820925" y="1935675"/>
              <a:ext cx="54800" cy="60425"/>
            </a:xfrm>
            <a:custGeom>
              <a:avLst/>
              <a:gdLst/>
              <a:ahLst/>
              <a:cxnLst/>
              <a:rect l="l" t="t" r="r" b="b"/>
              <a:pathLst>
                <a:path w="2192" h="2417" extrusionOk="0">
                  <a:moveTo>
                    <a:pt x="169" y="1"/>
                  </a:moveTo>
                  <a:lnTo>
                    <a:pt x="1" y="169"/>
                  </a:lnTo>
                  <a:lnTo>
                    <a:pt x="1967" y="2416"/>
                  </a:lnTo>
                  <a:lnTo>
                    <a:pt x="2191" y="2191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5" name="Google Shape;12655;p27"/>
            <p:cNvSpPr/>
            <p:nvPr/>
          </p:nvSpPr>
          <p:spPr>
            <a:xfrm>
              <a:off x="5164950" y="1830375"/>
              <a:ext cx="16875" cy="74450"/>
            </a:xfrm>
            <a:custGeom>
              <a:avLst/>
              <a:gdLst/>
              <a:ahLst/>
              <a:cxnLst/>
              <a:rect l="l" t="t" r="r" b="b"/>
              <a:pathLst>
                <a:path w="675" h="2978" extrusionOk="0">
                  <a:moveTo>
                    <a:pt x="450" y="1"/>
                  </a:moveTo>
                  <a:lnTo>
                    <a:pt x="0" y="2921"/>
                  </a:lnTo>
                  <a:lnTo>
                    <a:pt x="225" y="2977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6" name="Google Shape;12656;p27"/>
            <p:cNvSpPr/>
            <p:nvPr/>
          </p:nvSpPr>
          <p:spPr>
            <a:xfrm>
              <a:off x="5267450" y="1866875"/>
              <a:ext cx="37925" cy="68825"/>
            </a:xfrm>
            <a:custGeom>
              <a:avLst/>
              <a:gdLst/>
              <a:ahLst/>
              <a:cxnLst/>
              <a:rect l="l" t="t" r="r" b="b"/>
              <a:pathLst>
                <a:path w="1517" h="2753" extrusionOk="0">
                  <a:moveTo>
                    <a:pt x="1236" y="1"/>
                  </a:moveTo>
                  <a:lnTo>
                    <a:pt x="0" y="2641"/>
                  </a:lnTo>
                  <a:lnTo>
                    <a:pt x="225" y="2753"/>
                  </a:lnTo>
                  <a:lnTo>
                    <a:pt x="1517" y="113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7" name="Google Shape;12657;p27"/>
            <p:cNvSpPr/>
            <p:nvPr/>
          </p:nvSpPr>
          <p:spPr>
            <a:xfrm>
              <a:off x="5200050" y="1838800"/>
              <a:ext cx="23900" cy="73050"/>
            </a:xfrm>
            <a:custGeom>
              <a:avLst/>
              <a:gdLst/>
              <a:ahLst/>
              <a:cxnLst/>
              <a:rect l="l" t="t" r="r" b="b"/>
              <a:pathLst>
                <a:path w="956" h="2922" extrusionOk="0">
                  <a:moveTo>
                    <a:pt x="730" y="1"/>
                  </a:moveTo>
                  <a:lnTo>
                    <a:pt x="0" y="2865"/>
                  </a:lnTo>
                  <a:lnTo>
                    <a:pt x="281" y="2921"/>
                  </a:lnTo>
                  <a:lnTo>
                    <a:pt x="955" y="57"/>
                  </a:lnTo>
                  <a:lnTo>
                    <a:pt x="73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8" name="Google Shape;12658;p27"/>
            <p:cNvSpPr/>
            <p:nvPr/>
          </p:nvSpPr>
          <p:spPr>
            <a:xfrm>
              <a:off x="5233750" y="1850025"/>
              <a:ext cx="30900" cy="71650"/>
            </a:xfrm>
            <a:custGeom>
              <a:avLst/>
              <a:gdLst/>
              <a:ahLst/>
              <a:cxnLst/>
              <a:rect l="l" t="t" r="r" b="b"/>
              <a:pathLst>
                <a:path w="1236" h="2866" extrusionOk="0">
                  <a:moveTo>
                    <a:pt x="955" y="1"/>
                  </a:moveTo>
                  <a:lnTo>
                    <a:pt x="0" y="2809"/>
                  </a:lnTo>
                  <a:lnTo>
                    <a:pt x="225" y="2865"/>
                  </a:lnTo>
                  <a:lnTo>
                    <a:pt x="1236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59" name="Google Shape;12659;p27"/>
            <p:cNvSpPr/>
            <p:nvPr/>
          </p:nvSpPr>
          <p:spPr>
            <a:xfrm>
              <a:off x="5355900" y="1984825"/>
              <a:ext cx="5650" cy="11275"/>
            </a:xfrm>
            <a:custGeom>
              <a:avLst/>
              <a:gdLst/>
              <a:ahLst/>
              <a:cxnLst/>
              <a:rect l="l" t="t" r="r" b="b"/>
              <a:pathLst>
                <a:path w="226" h="451" extrusionOk="0">
                  <a:moveTo>
                    <a:pt x="225" y="1"/>
                  </a:moveTo>
                  <a:lnTo>
                    <a:pt x="1" y="225"/>
                  </a:lnTo>
                  <a:lnTo>
                    <a:pt x="169" y="450"/>
                  </a:lnTo>
                  <a:lnTo>
                    <a:pt x="225" y="338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0" name="Google Shape;12660;p27"/>
            <p:cNvSpPr/>
            <p:nvPr/>
          </p:nvSpPr>
          <p:spPr>
            <a:xfrm>
              <a:off x="5298325" y="1886550"/>
              <a:ext cx="43550" cy="66000"/>
            </a:xfrm>
            <a:custGeom>
              <a:avLst/>
              <a:gdLst/>
              <a:ahLst/>
              <a:cxnLst/>
              <a:rect l="l" t="t" r="r" b="b"/>
              <a:pathLst>
                <a:path w="1742" h="2640" extrusionOk="0">
                  <a:moveTo>
                    <a:pt x="1517" y="0"/>
                  </a:moveTo>
                  <a:lnTo>
                    <a:pt x="1" y="2528"/>
                  </a:lnTo>
                  <a:lnTo>
                    <a:pt x="225" y="2640"/>
                  </a:lnTo>
                  <a:lnTo>
                    <a:pt x="1742" y="11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1" name="Google Shape;12661;p27"/>
            <p:cNvSpPr/>
            <p:nvPr/>
          </p:nvSpPr>
          <p:spPr>
            <a:xfrm>
              <a:off x="5327825" y="1925850"/>
              <a:ext cx="33725" cy="47775"/>
            </a:xfrm>
            <a:custGeom>
              <a:avLst/>
              <a:gdLst/>
              <a:ahLst/>
              <a:cxnLst/>
              <a:rect l="l" t="t" r="r" b="b"/>
              <a:pathLst>
                <a:path w="1349" h="1911" extrusionOk="0">
                  <a:moveTo>
                    <a:pt x="1348" y="1"/>
                  </a:moveTo>
                  <a:lnTo>
                    <a:pt x="0" y="1742"/>
                  </a:lnTo>
                  <a:lnTo>
                    <a:pt x="225" y="1910"/>
                  </a:lnTo>
                  <a:lnTo>
                    <a:pt x="1348" y="394"/>
                  </a:lnTo>
                  <a:lnTo>
                    <a:pt x="134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2" name="Google Shape;12662;p27"/>
            <p:cNvSpPr/>
            <p:nvPr/>
          </p:nvSpPr>
          <p:spPr>
            <a:xfrm>
              <a:off x="4836375" y="1921650"/>
              <a:ext cx="66025" cy="78650"/>
            </a:xfrm>
            <a:custGeom>
              <a:avLst/>
              <a:gdLst/>
              <a:ahLst/>
              <a:cxnLst/>
              <a:rect l="l" t="t" r="r" b="b"/>
              <a:pathLst>
                <a:path w="2641" h="3146" extrusionOk="0">
                  <a:moveTo>
                    <a:pt x="225" y="0"/>
                  </a:moveTo>
                  <a:lnTo>
                    <a:pt x="1" y="169"/>
                  </a:lnTo>
                  <a:lnTo>
                    <a:pt x="2472" y="3146"/>
                  </a:lnTo>
                  <a:lnTo>
                    <a:pt x="2640" y="297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3" name="Google Shape;12663;p27"/>
            <p:cNvSpPr/>
            <p:nvPr/>
          </p:nvSpPr>
          <p:spPr>
            <a:xfrm>
              <a:off x="4947300" y="18570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225" y="1"/>
                  </a:moveTo>
                  <a:lnTo>
                    <a:pt x="1" y="57"/>
                  </a:lnTo>
                  <a:lnTo>
                    <a:pt x="1461" y="3651"/>
                  </a:lnTo>
                  <a:lnTo>
                    <a:pt x="1686" y="3539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4" name="Google Shape;12664;p27"/>
            <p:cNvSpPr/>
            <p:nvPr/>
          </p:nvSpPr>
          <p:spPr>
            <a:xfrm>
              <a:off x="490800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225" y="1"/>
                  </a:moveTo>
                  <a:lnTo>
                    <a:pt x="0" y="113"/>
                  </a:lnTo>
                  <a:lnTo>
                    <a:pt x="1797" y="3539"/>
                  </a:lnTo>
                  <a:lnTo>
                    <a:pt x="2022" y="3427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5" name="Google Shape;12665;p27"/>
            <p:cNvSpPr/>
            <p:nvPr/>
          </p:nvSpPr>
          <p:spPr>
            <a:xfrm>
              <a:off x="4871475" y="1896375"/>
              <a:ext cx="59000" cy="82875"/>
            </a:xfrm>
            <a:custGeom>
              <a:avLst/>
              <a:gdLst/>
              <a:ahLst/>
              <a:cxnLst/>
              <a:rect l="l" t="t" r="r" b="b"/>
              <a:pathLst>
                <a:path w="2360" h="3315" extrusionOk="0">
                  <a:moveTo>
                    <a:pt x="225" y="0"/>
                  </a:moveTo>
                  <a:lnTo>
                    <a:pt x="1" y="113"/>
                  </a:lnTo>
                  <a:lnTo>
                    <a:pt x="2135" y="3314"/>
                  </a:lnTo>
                  <a:lnTo>
                    <a:pt x="2360" y="3202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6" name="Google Shape;12666;p27"/>
            <p:cNvSpPr/>
            <p:nvPr/>
          </p:nvSpPr>
          <p:spPr>
            <a:xfrm>
              <a:off x="4986625" y="1843025"/>
              <a:ext cx="33725" cy="94100"/>
            </a:xfrm>
            <a:custGeom>
              <a:avLst/>
              <a:gdLst/>
              <a:ahLst/>
              <a:cxnLst/>
              <a:rect l="l" t="t" r="r" b="b"/>
              <a:pathLst>
                <a:path w="1349" h="3764" extrusionOk="0">
                  <a:moveTo>
                    <a:pt x="225" y="0"/>
                  </a:moveTo>
                  <a:lnTo>
                    <a:pt x="0" y="56"/>
                  </a:lnTo>
                  <a:lnTo>
                    <a:pt x="1067" y="3763"/>
                  </a:lnTo>
                  <a:lnTo>
                    <a:pt x="1348" y="3707"/>
                  </a:ln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7" name="Google Shape;12667;p27"/>
            <p:cNvSpPr/>
            <p:nvPr/>
          </p:nvSpPr>
          <p:spPr>
            <a:xfrm>
              <a:off x="5113000" y="1826175"/>
              <a:ext cx="7025" cy="95500"/>
            </a:xfrm>
            <a:custGeom>
              <a:avLst/>
              <a:gdLst/>
              <a:ahLst/>
              <a:cxnLst/>
              <a:rect l="l" t="t" r="r" b="b"/>
              <a:pathLst>
                <a:path w="281" h="3820" extrusionOk="0">
                  <a:moveTo>
                    <a:pt x="0" y="0"/>
                  </a:moveTo>
                  <a:lnTo>
                    <a:pt x="0" y="3819"/>
                  </a:lnTo>
                  <a:lnTo>
                    <a:pt x="281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8" name="Google Shape;12668;p27"/>
            <p:cNvSpPr/>
            <p:nvPr/>
          </p:nvSpPr>
          <p:spPr>
            <a:xfrm>
              <a:off x="5028750" y="1833175"/>
              <a:ext cx="23900" cy="95525"/>
            </a:xfrm>
            <a:custGeom>
              <a:avLst/>
              <a:gdLst/>
              <a:ahLst/>
              <a:cxnLst/>
              <a:rect l="l" t="t" r="r" b="b"/>
              <a:pathLst>
                <a:path w="956" h="3821" extrusionOk="0">
                  <a:moveTo>
                    <a:pt x="225" y="1"/>
                  </a:moveTo>
                  <a:lnTo>
                    <a:pt x="0" y="57"/>
                  </a:lnTo>
                  <a:lnTo>
                    <a:pt x="674" y="3820"/>
                  </a:lnTo>
                  <a:lnTo>
                    <a:pt x="955" y="376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69" name="Google Shape;12669;p27"/>
            <p:cNvSpPr/>
            <p:nvPr/>
          </p:nvSpPr>
          <p:spPr>
            <a:xfrm>
              <a:off x="5069475" y="1827575"/>
              <a:ext cx="15450" cy="95500"/>
            </a:xfrm>
            <a:custGeom>
              <a:avLst/>
              <a:gdLst/>
              <a:ahLst/>
              <a:cxnLst/>
              <a:rect l="l" t="t" r="r" b="b"/>
              <a:pathLst>
                <a:path w="618" h="3820" extrusionOk="0">
                  <a:moveTo>
                    <a:pt x="0" y="0"/>
                  </a:moveTo>
                  <a:lnTo>
                    <a:pt x="393" y="3819"/>
                  </a:lnTo>
                  <a:lnTo>
                    <a:pt x="618" y="3819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0" name="Google Shape;12670;p27"/>
            <p:cNvSpPr/>
            <p:nvPr/>
          </p:nvSpPr>
          <p:spPr>
            <a:xfrm>
              <a:off x="4805500" y="1949725"/>
              <a:ext cx="73025" cy="73050"/>
            </a:xfrm>
            <a:custGeom>
              <a:avLst/>
              <a:gdLst/>
              <a:ahLst/>
              <a:cxnLst/>
              <a:rect l="l" t="t" r="r" b="b"/>
              <a:pathLst>
                <a:path w="2921" h="2922" extrusionOk="0">
                  <a:moveTo>
                    <a:pt x="169" y="1"/>
                  </a:moveTo>
                  <a:lnTo>
                    <a:pt x="0" y="169"/>
                  </a:lnTo>
                  <a:lnTo>
                    <a:pt x="2752" y="2921"/>
                  </a:lnTo>
                  <a:cubicBezTo>
                    <a:pt x="2808" y="2865"/>
                    <a:pt x="2864" y="2809"/>
                    <a:pt x="2921" y="2753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1" name="Google Shape;12671;p27"/>
            <p:cNvSpPr/>
            <p:nvPr/>
          </p:nvSpPr>
          <p:spPr>
            <a:xfrm>
              <a:off x="4776000" y="1982025"/>
              <a:ext cx="78650" cy="66025"/>
            </a:xfrm>
            <a:custGeom>
              <a:avLst/>
              <a:gdLst/>
              <a:ahLst/>
              <a:cxnLst/>
              <a:rect l="l" t="t" r="r" b="b"/>
              <a:pathLst>
                <a:path w="3146" h="2641" extrusionOk="0">
                  <a:moveTo>
                    <a:pt x="169" y="0"/>
                  </a:moveTo>
                  <a:cubicBezTo>
                    <a:pt x="113" y="57"/>
                    <a:pt x="57" y="113"/>
                    <a:pt x="1" y="169"/>
                  </a:cubicBezTo>
                  <a:lnTo>
                    <a:pt x="2977" y="2640"/>
                  </a:lnTo>
                  <a:lnTo>
                    <a:pt x="3146" y="2415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2" name="Google Shape;12672;p27"/>
            <p:cNvSpPr/>
            <p:nvPr/>
          </p:nvSpPr>
          <p:spPr>
            <a:xfrm>
              <a:off x="4752125" y="2015725"/>
              <a:ext cx="82875" cy="59000"/>
            </a:xfrm>
            <a:custGeom>
              <a:avLst/>
              <a:gdLst/>
              <a:ahLst/>
              <a:cxnLst/>
              <a:rect l="l" t="t" r="r" b="b"/>
              <a:pathLst>
                <a:path w="3315" h="2360" extrusionOk="0">
                  <a:moveTo>
                    <a:pt x="113" y="0"/>
                  </a:moveTo>
                  <a:lnTo>
                    <a:pt x="1" y="169"/>
                  </a:lnTo>
                  <a:lnTo>
                    <a:pt x="3202" y="2359"/>
                  </a:lnTo>
                  <a:lnTo>
                    <a:pt x="3315" y="2135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3" name="Google Shape;12673;p27"/>
            <p:cNvSpPr/>
            <p:nvPr/>
          </p:nvSpPr>
          <p:spPr>
            <a:xfrm>
              <a:off x="5145275" y="1827575"/>
              <a:ext cx="15475" cy="96900"/>
            </a:xfrm>
            <a:custGeom>
              <a:avLst/>
              <a:gdLst/>
              <a:ahLst/>
              <a:cxnLst/>
              <a:rect l="l" t="t" r="r" b="b"/>
              <a:pathLst>
                <a:path w="619" h="3876" extrusionOk="0">
                  <a:moveTo>
                    <a:pt x="394" y="0"/>
                  </a:moveTo>
                  <a:lnTo>
                    <a:pt x="1" y="3876"/>
                  </a:lnTo>
                  <a:lnTo>
                    <a:pt x="282" y="3876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4" name="Google Shape;12674;p27"/>
            <p:cNvSpPr/>
            <p:nvPr/>
          </p:nvSpPr>
          <p:spPr>
            <a:xfrm>
              <a:off x="5211275" y="1844425"/>
              <a:ext cx="33725" cy="92700"/>
            </a:xfrm>
            <a:custGeom>
              <a:avLst/>
              <a:gdLst/>
              <a:ahLst/>
              <a:cxnLst/>
              <a:rect l="l" t="t" r="r" b="b"/>
              <a:pathLst>
                <a:path w="1349" h="3708" extrusionOk="0">
                  <a:moveTo>
                    <a:pt x="1124" y="0"/>
                  </a:moveTo>
                  <a:lnTo>
                    <a:pt x="1" y="3651"/>
                  </a:lnTo>
                  <a:lnTo>
                    <a:pt x="225" y="3707"/>
                  </a:lnTo>
                  <a:lnTo>
                    <a:pt x="1349" y="56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5" name="Google Shape;12675;p27"/>
            <p:cNvSpPr/>
            <p:nvPr/>
          </p:nvSpPr>
          <p:spPr>
            <a:xfrm>
              <a:off x="5178975" y="1833175"/>
              <a:ext cx="25300" cy="95525"/>
            </a:xfrm>
            <a:custGeom>
              <a:avLst/>
              <a:gdLst/>
              <a:ahLst/>
              <a:cxnLst/>
              <a:rect l="l" t="t" r="r" b="b"/>
              <a:pathLst>
                <a:path w="1012" h="3821" extrusionOk="0">
                  <a:moveTo>
                    <a:pt x="731" y="1"/>
                  </a:moveTo>
                  <a:lnTo>
                    <a:pt x="1" y="3764"/>
                  </a:lnTo>
                  <a:lnTo>
                    <a:pt x="282" y="3820"/>
                  </a:lnTo>
                  <a:lnTo>
                    <a:pt x="1012" y="57"/>
                  </a:lnTo>
                  <a:lnTo>
                    <a:pt x="73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6" name="Google Shape;12676;p27"/>
            <p:cNvSpPr/>
            <p:nvPr/>
          </p:nvSpPr>
          <p:spPr>
            <a:xfrm>
              <a:off x="5353100" y="2011500"/>
              <a:ext cx="8450" cy="12675"/>
            </a:xfrm>
            <a:custGeom>
              <a:avLst/>
              <a:gdLst/>
              <a:ahLst/>
              <a:cxnLst/>
              <a:rect l="l" t="t" r="r" b="b"/>
              <a:pathLst>
                <a:path w="338" h="507" extrusionOk="0">
                  <a:moveTo>
                    <a:pt x="337" y="1"/>
                  </a:moveTo>
                  <a:lnTo>
                    <a:pt x="0" y="338"/>
                  </a:lnTo>
                  <a:lnTo>
                    <a:pt x="169" y="506"/>
                  </a:lnTo>
                  <a:lnTo>
                    <a:pt x="337" y="394"/>
                  </a:lnTo>
                  <a:lnTo>
                    <a:pt x="33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7" name="Google Shape;12677;p27"/>
            <p:cNvSpPr/>
            <p:nvPr/>
          </p:nvSpPr>
          <p:spPr>
            <a:xfrm>
              <a:off x="5243575" y="1858450"/>
              <a:ext cx="42150" cy="91300"/>
            </a:xfrm>
            <a:custGeom>
              <a:avLst/>
              <a:gdLst/>
              <a:ahLst/>
              <a:cxnLst/>
              <a:rect l="l" t="t" r="r" b="b"/>
              <a:pathLst>
                <a:path w="1686" h="3652" extrusionOk="0">
                  <a:moveTo>
                    <a:pt x="1461" y="1"/>
                  </a:moveTo>
                  <a:lnTo>
                    <a:pt x="0" y="3539"/>
                  </a:lnTo>
                  <a:lnTo>
                    <a:pt x="225" y="3652"/>
                  </a:lnTo>
                  <a:lnTo>
                    <a:pt x="1685" y="57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8" name="Google Shape;12678;p27"/>
            <p:cNvSpPr/>
            <p:nvPr/>
          </p:nvSpPr>
          <p:spPr>
            <a:xfrm>
              <a:off x="5273050" y="1875300"/>
              <a:ext cx="50575" cy="88500"/>
            </a:xfrm>
            <a:custGeom>
              <a:avLst/>
              <a:gdLst/>
              <a:ahLst/>
              <a:cxnLst/>
              <a:rect l="l" t="t" r="r" b="b"/>
              <a:pathLst>
                <a:path w="2023" h="3540" extrusionOk="0">
                  <a:moveTo>
                    <a:pt x="1798" y="1"/>
                  </a:moveTo>
                  <a:lnTo>
                    <a:pt x="1" y="3427"/>
                  </a:lnTo>
                  <a:lnTo>
                    <a:pt x="226" y="3539"/>
                  </a:lnTo>
                  <a:lnTo>
                    <a:pt x="2023" y="113"/>
                  </a:lnTo>
                  <a:lnTo>
                    <a:pt x="179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79" name="Google Shape;12679;p27"/>
            <p:cNvSpPr/>
            <p:nvPr/>
          </p:nvSpPr>
          <p:spPr>
            <a:xfrm>
              <a:off x="5327825" y="1955350"/>
              <a:ext cx="33725" cy="46350"/>
            </a:xfrm>
            <a:custGeom>
              <a:avLst/>
              <a:gdLst/>
              <a:ahLst/>
              <a:cxnLst/>
              <a:rect l="l" t="t" r="r" b="b"/>
              <a:pathLst>
                <a:path w="1349" h="1854" extrusionOk="0">
                  <a:moveTo>
                    <a:pt x="1348" y="0"/>
                  </a:moveTo>
                  <a:lnTo>
                    <a:pt x="0" y="1629"/>
                  </a:lnTo>
                  <a:lnTo>
                    <a:pt x="225" y="1854"/>
                  </a:lnTo>
                  <a:lnTo>
                    <a:pt x="1348" y="450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0" name="Google Shape;12680;p27"/>
            <p:cNvSpPr/>
            <p:nvPr/>
          </p:nvSpPr>
          <p:spPr>
            <a:xfrm>
              <a:off x="5301150" y="1897775"/>
              <a:ext cx="59000" cy="84275"/>
            </a:xfrm>
            <a:custGeom>
              <a:avLst/>
              <a:gdLst/>
              <a:ahLst/>
              <a:cxnLst/>
              <a:rect l="l" t="t" r="r" b="b"/>
              <a:pathLst>
                <a:path w="2360" h="3371" extrusionOk="0">
                  <a:moveTo>
                    <a:pt x="2191" y="1"/>
                  </a:moveTo>
                  <a:lnTo>
                    <a:pt x="0" y="3202"/>
                  </a:lnTo>
                  <a:lnTo>
                    <a:pt x="225" y="3370"/>
                  </a:lnTo>
                  <a:lnTo>
                    <a:pt x="2359" y="169"/>
                  </a:lnTo>
                  <a:lnTo>
                    <a:pt x="219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1" name="Google Shape;12681;p27"/>
            <p:cNvSpPr/>
            <p:nvPr/>
          </p:nvSpPr>
          <p:spPr>
            <a:xfrm>
              <a:off x="4903775" y="2062050"/>
              <a:ext cx="487250" cy="430375"/>
            </a:xfrm>
            <a:custGeom>
              <a:avLst/>
              <a:gdLst/>
              <a:ahLst/>
              <a:cxnLst/>
              <a:rect l="l" t="t" r="r" b="b"/>
              <a:pathLst>
                <a:path w="19490" h="17215" extrusionOk="0">
                  <a:moveTo>
                    <a:pt x="8650" y="1"/>
                  </a:moveTo>
                  <a:lnTo>
                    <a:pt x="8650" y="1012"/>
                  </a:lnTo>
                  <a:cubicBezTo>
                    <a:pt x="15446" y="1012"/>
                    <a:pt x="18816" y="9156"/>
                    <a:pt x="14042" y="13986"/>
                  </a:cubicBezTo>
                  <a:cubicBezTo>
                    <a:pt x="12496" y="15532"/>
                    <a:pt x="10590" y="16224"/>
                    <a:pt x="8721" y="16224"/>
                  </a:cubicBezTo>
                  <a:cubicBezTo>
                    <a:pt x="4817" y="16224"/>
                    <a:pt x="1068" y="13207"/>
                    <a:pt x="1068" y="8650"/>
                  </a:cubicBezTo>
                  <a:lnTo>
                    <a:pt x="1" y="8650"/>
                  </a:lnTo>
                  <a:cubicBezTo>
                    <a:pt x="41" y="13703"/>
                    <a:pt x="4214" y="17215"/>
                    <a:pt x="8664" y="17215"/>
                  </a:cubicBezTo>
                  <a:cubicBezTo>
                    <a:pt x="10397" y="17215"/>
                    <a:pt x="12171" y="16683"/>
                    <a:pt x="13761" y="15502"/>
                  </a:cubicBezTo>
                  <a:cubicBezTo>
                    <a:pt x="19490" y="11346"/>
                    <a:pt x="17973" y="2472"/>
                    <a:pt x="11234" y="338"/>
                  </a:cubicBezTo>
                  <a:lnTo>
                    <a:pt x="11234" y="394"/>
                  </a:lnTo>
                  <a:cubicBezTo>
                    <a:pt x="10391" y="113"/>
                    <a:pt x="9549" y="1"/>
                    <a:pt x="865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2" name="Google Shape;12682;p27"/>
            <p:cNvSpPr/>
            <p:nvPr/>
          </p:nvSpPr>
          <p:spPr>
            <a:xfrm>
              <a:off x="4982400" y="2160350"/>
              <a:ext cx="330000" cy="255575"/>
            </a:xfrm>
            <a:custGeom>
              <a:avLst/>
              <a:gdLst/>
              <a:ahLst/>
              <a:cxnLst/>
              <a:rect l="l" t="t" r="r" b="b"/>
              <a:pathLst>
                <a:path w="13200" h="10223" extrusionOk="0">
                  <a:moveTo>
                    <a:pt x="8538" y="0"/>
                  </a:moveTo>
                  <a:lnTo>
                    <a:pt x="8313" y="337"/>
                  </a:lnTo>
                  <a:cubicBezTo>
                    <a:pt x="10167" y="1573"/>
                    <a:pt x="11065" y="3876"/>
                    <a:pt x="10447" y="6066"/>
                  </a:cubicBezTo>
                  <a:cubicBezTo>
                    <a:pt x="10054" y="7358"/>
                    <a:pt x="9212" y="8481"/>
                    <a:pt x="7976" y="9099"/>
                  </a:cubicBezTo>
                  <a:cubicBezTo>
                    <a:pt x="7184" y="9542"/>
                    <a:pt x="6347" y="9744"/>
                    <a:pt x="5530" y="9744"/>
                  </a:cubicBezTo>
                  <a:cubicBezTo>
                    <a:pt x="2930" y="9744"/>
                    <a:pt x="536" y="7694"/>
                    <a:pt x="450" y="4830"/>
                  </a:cubicBezTo>
                  <a:lnTo>
                    <a:pt x="1" y="4830"/>
                  </a:lnTo>
                  <a:cubicBezTo>
                    <a:pt x="57" y="7246"/>
                    <a:pt x="1686" y="9324"/>
                    <a:pt x="4045" y="9998"/>
                  </a:cubicBezTo>
                  <a:cubicBezTo>
                    <a:pt x="4550" y="10110"/>
                    <a:pt x="5056" y="10222"/>
                    <a:pt x="5561" y="10222"/>
                  </a:cubicBezTo>
                  <a:cubicBezTo>
                    <a:pt x="11065" y="10166"/>
                    <a:pt x="13199" y="2977"/>
                    <a:pt x="853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3" name="Google Shape;12683;p27"/>
            <p:cNvSpPr/>
            <p:nvPr/>
          </p:nvSpPr>
          <p:spPr>
            <a:xfrm>
              <a:off x="5028675" y="2210725"/>
              <a:ext cx="175600" cy="133675"/>
            </a:xfrm>
            <a:custGeom>
              <a:avLst/>
              <a:gdLst/>
              <a:ahLst/>
              <a:cxnLst/>
              <a:rect l="l" t="t" r="r" b="b"/>
              <a:pathLst>
                <a:path w="7024" h="5347" extrusionOk="0">
                  <a:moveTo>
                    <a:pt x="3631" y="463"/>
                  </a:moveTo>
                  <a:cubicBezTo>
                    <a:pt x="4755" y="463"/>
                    <a:pt x="5844" y="1327"/>
                    <a:pt x="5844" y="2647"/>
                  </a:cubicBezTo>
                  <a:cubicBezTo>
                    <a:pt x="5901" y="3826"/>
                    <a:pt x="4890" y="4894"/>
                    <a:pt x="3654" y="4894"/>
                  </a:cubicBezTo>
                  <a:cubicBezTo>
                    <a:pt x="1688" y="4837"/>
                    <a:pt x="677" y="2478"/>
                    <a:pt x="2081" y="1131"/>
                  </a:cubicBezTo>
                  <a:cubicBezTo>
                    <a:pt x="2524" y="669"/>
                    <a:pt x="3082" y="463"/>
                    <a:pt x="3631" y="463"/>
                  </a:cubicBezTo>
                  <a:close/>
                  <a:moveTo>
                    <a:pt x="3444" y="1"/>
                  </a:moveTo>
                  <a:cubicBezTo>
                    <a:pt x="0" y="1"/>
                    <a:pt x="17" y="5347"/>
                    <a:pt x="3495" y="5347"/>
                  </a:cubicBezTo>
                  <a:cubicBezTo>
                    <a:pt x="3547" y="5347"/>
                    <a:pt x="3600" y="5345"/>
                    <a:pt x="3654" y="5343"/>
                  </a:cubicBezTo>
                  <a:cubicBezTo>
                    <a:pt x="7024" y="5118"/>
                    <a:pt x="7024" y="176"/>
                    <a:pt x="3654" y="7"/>
                  </a:cubicBezTo>
                  <a:cubicBezTo>
                    <a:pt x="3583" y="3"/>
                    <a:pt x="3513" y="1"/>
                    <a:pt x="344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4" name="Google Shape;12684;p27"/>
            <p:cNvSpPr/>
            <p:nvPr/>
          </p:nvSpPr>
          <p:spPr>
            <a:xfrm>
              <a:off x="5027350" y="1948325"/>
              <a:ext cx="37925" cy="94100"/>
            </a:xfrm>
            <a:custGeom>
              <a:avLst/>
              <a:gdLst/>
              <a:ahLst/>
              <a:cxnLst/>
              <a:rect l="l" t="t" r="r" b="b"/>
              <a:pathLst>
                <a:path w="1517" h="3764" extrusionOk="0">
                  <a:moveTo>
                    <a:pt x="112" y="0"/>
                  </a:moveTo>
                  <a:cubicBezTo>
                    <a:pt x="0" y="0"/>
                    <a:pt x="955" y="3763"/>
                    <a:pt x="955" y="3763"/>
                  </a:cubicBezTo>
                  <a:lnTo>
                    <a:pt x="1517" y="3595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5" name="Google Shape;12685;p27"/>
            <p:cNvSpPr/>
            <p:nvPr/>
          </p:nvSpPr>
          <p:spPr>
            <a:xfrm>
              <a:off x="3496850" y="1723675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113" y="0"/>
                  </a:moveTo>
                  <a:cubicBezTo>
                    <a:pt x="1" y="0"/>
                    <a:pt x="1" y="56"/>
                    <a:pt x="1" y="112"/>
                  </a:cubicBezTo>
                  <a:lnTo>
                    <a:pt x="113" y="1517"/>
                  </a:lnTo>
                  <a:lnTo>
                    <a:pt x="338" y="1460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6" name="Google Shape;12686;p27"/>
            <p:cNvSpPr/>
            <p:nvPr/>
          </p:nvSpPr>
          <p:spPr>
            <a:xfrm>
              <a:off x="3211825" y="1856000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41" y="1"/>
                  </a:moveTo>
                  <a:cubicBezTo>
                    <a:pt x="113" y="1"/>
                    <a:pt x="85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068" y="1222"/>
                  </a:lnTo>
                  <a:lnTo>
                    <a:pt x="1236" y="1054"/>
                  </a:lnTo>
                  <a:lnTo>
                    <a:pt x="225" y="43"/>
                  </a:lnTo>
                  <a:cubicBezTo>
                    <a:pt x="197" y="15"/>
                    <a:pt x="169" y="1"/>
                    <a:pt x="1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7" name="Google Shape;12687;p27"/>
            <p:cNvSpPr/>
            <p:nvPr/>
          </p:nvSpPr>
          <p:spPr>
            <a:xfrm>
              <a:off x="3245525" y="1826525"/>
              <a:ext cx="28100" cy="31950"/>
            </a:xfrm>
            <a:custGeom>
              <a:avLst/>
              <a:gdLst/>
              <a:ahLst/>
              <a:cxnLst/>
              <a:rect l="l" t="t" r="r" b="b"/>
              <a:pathLst>
                <a:path w="1124" h="1278" extrusionOk="0">
                  <a:moveTo>
                    <a:pt x="141" y="0"/>
                  </a:moveTo>
                  <a:cubicBezTo>
                    <a:pt x="113" y="0"/>
                    <a:pt x="85" y="14"/>
                    <a:pt x="57" y="42"/>
                  </a:cubicBezTo>
                  <a:cubicBezTo>
                    <a:pt x="0" y="42"/>
                    <a:pt x="0" y="155"/>
                    <a:pt x="57" y="155"/>
                  </a:cubicBezTo>
                  <a:lnTo>
                    <a:pt x="955" y="1278"/>
                  </a:lnTo>
                  <a:lnTo>
                    <a:pt x="1124" y="1166"/>
                  </a:lnTo>
                  <a:lnTo>
                    <a:pt x="225" y="42"/>
                  </a:lnTo>
                  <a:cubicBezTo>
                    <a:pt x="197" y="14"/>
                    <a:pt x="169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8" name="Google Shape;12688;p27"/>
            <p:cNvSpPr/>
            <p:nvPr/>
          </p:nvSpPr>
          <p:spPr>
            <a:xfrm>
              <a:off x="3283425" y="17980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787" y="1349"/>
                  </a:lnTo>
                  <a:lnTo>
                    <a:pt x="1012" y="1236"/>
                  </a:lnTo>
                  <a:lnTo>
                    <a:pt x="225" y="57"/>
                  </a:lnTo>
                  <a:cubicBezTo>
                    <a:pt x="169" y="1"/>
                    <a:pt x="113" y="1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89" name="Google Shape;12689;p27"/>
            <p:cNvSpPr/>
            <p:nvPr/>
          </p:nvSpPr>
          <p:spPr>
            <a:xfrm>
              <a:off x="3451925" y="1730100"/>
              <a:ext cx="12675" cy="38525"/>
            </a:xfrm>
            <a:custGeom>
              <a:avLst/>
              <a:gdLst/>
              <a:ahLst/>
              <a:cxnLst/>
              <a:rect l="l" t="t" r="r" b="b"/>
              <a:pathLst>
                <a:path w="507" h="1541" extrusionOk="0">
                  <a:moveTo>
                    <a:pt x="161" y="1"/>
                  </a:moveTo>
                  <a:cubicBezTo>
                    <a:pt x="146" y="1"/>
                    <a:pt x="129" y="7"/>
                    <a:pt x="113" y="24"/>
                  </a:cubicBezTo>
                  <a:cubicBezTo>
                    <a:pt x="57" y="24"/>
                    <a:pt x="1" y="80"/>
                    <a:pt x="1" y="136"/>
                  </a:cubicBezTo>
                  <a:lnTo>
                    <a:pt x="281" y="1540"/>
                  </a:lnTo>
                  <a:lnTo>
                    <a:pt x="506" y="1484"/>
                  </a:lnTo>
                  <a:lnTo>
                    <a:pt x="225" y="80"/>
                  </a:lnTo>
                  <a:cubicBezTo>
                    <a:pt x="225" y="40"/>
                    <a:pt x="197" y="1"/>
                    <a:pt x="16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0" name="Google Shape;12690;p27"/>
            <p:cNvSpPr/>
            <p:nvPr/>
          </p:nvSpPr>
          <p:spPr>
            <a:xfrm>
              <a:off x="3363475" y="17553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160" y="1"/>
                  </a:moveTo>
                  <a:cubicBezTo>
                    <a:pt x="145" y="1"/>
                    <a:pt x="129" y="7"/>
                    <a:pt x="113" y="24"/>
                  </a:cubicBezTo>
                  <a:cubicBezTo>
                    <a:pt x="56" y="24"/>
                    <a:pt x="0" y="80"/>
                    <a:pt x="56" y="136"/>
                  </a:cubicBezTo>
                  <a:lnTo>
                    <a:pt x="618" y="1484"/>
                  </a:lnTo>
                  <a:lnTo>
                    <a:pt x="787" y="1372"/>
                  </a:lnTo>
                  <a:lnTo>
                    <a:pt x="225" y="80"/>
                  </a:lnTo>
                  <a:cubicBezTo>
                    <a:pt x="225" y="40"/>
                    <a:pt x="197" y="1"/>
                    <a:pt x="16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1" name="Google Shape;12691;p27"/>
            <p:cNvSpPr/>
            <p:nvPr/>
          </p:nvSpPr>
          <p:spPr>
            <a:xfrm>
              <a:off x="3407000" y="1739100"/>
              <a:ext cx="15475" cy="39350"/>
            </a:xfrm>
            <a:custGeom>
              <a:avLst/>
              <a:gdLst/>
              <a:ahLst/>
              <a:cxnLst/>
              <a:rect l="l" t="t" r="r" b="b"/>
              <a:pathLst>
                <a:path w="619" h="1574" extrusionOk="0">
                  <a:moveTo>
                    <a:pt x="56" y="1"/>
                  </a:moveTo>
                  <a:cubicBezTo>
                    <a:pt x="0" y="57"/>
                    <a:pt x="0" y="113"/>
                    <a:pt x="0" y="169"/>
                  </a:cubicBezTo>
                  <a:lnTo>
                    <a:pt x="393" y="1574"/>
                  </a:lnTo>
                  <a:lnTo>
                    <a:pt x="618" y="1517"/>
                  </a:lnTo>
                  <a:lnTo>
                    <a:pt x="225" y="113"/>
                  </a:lnTo>
                  <a:cubicBezTo>
                    <a:pt x="169" y="1"/>
                    <a:pt x="113" y="1"/>
                    <a:pt x="5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2" name="Google Shape;12692;p27"/>
            <p:cNvSpPr/>
            <p:nvPr/>
          </p:nvSpPr>
          <p:spPr>
            <a:xfrm>
              <a:off x="3321350" y="1775025"/>
              <a:ext cx="22475" cy="35725"/>
            </a:xfrm>
            <a:custGeom>
              <a:avLst/>
              <a:gdLst/>
              <a:ahLst/>
              <a:cxnLst/>
              <a:rect l="l" t="t" r="r" b="b"/>
              <a:pathLst>
                <a:path w="899" h="1429" extrusionOk="0">
                  <a:moveTo>
                    <a:pt x="106" y="1"/>
                  </a:moveTo>
                  <a:cubicBezTo>
                    <a:pt x="89" y="1"/>
                    <a:pt x="73" y="8"/>
                    <a:pt x="56" y="24"/>
                  </a:cubicBezTo>
                  <a:cubicBezTo>
                    <a:pt x="0" y="24"/>
                    <a:pt x="0" y="137"/>
                    <a:pt x="0" y="193"/>
                  </a:cubicBezTo>
                  <a:lnTo>
                    <a:pt x="730" y="1428"/>
                  </a:lnTo>
                  <a:lnTo>
                    <a:pt x="899" y="1316"/>
                  </a:lnTo>
                  <a:lnTo>
                    <a:pt x="225" y="80"/>
                  </a:lnTo>
                  <a:cubicBezTo>
                    <a:pt x="185" y="41"/>
                    <a:pt x="146" y="1"/>
                    <a:pt x="10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3" name="Google Shape;12693;p27"/>
            <p:cNvSpPr/>
            <p:nvPr/>
          </p:nvSpPr>
          <p:spPr>
            <a:xfrm>
              <a:off x="3093875" y="2050825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1517" y="674"/>
                  </a:lnTo>
                  <a:lnTo>
                    <a:pt x="1573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4" name="Google Shape;12694;p27"/>
            <p:cNvSpPr/>
            <p:nvPr/>
          </p:nvSpPr>
          <p:spPr>
            <a:xfrm>
              <a:off x="3082650" y="2095175"/>
              <a:ext cx="39325" cy="13250"/>
            </a:xfrm>
            <a:custGeom>
              <a:avLst/>
              <a:gdLst/>
              <a:ahLst/>
              <a:cxnLst/>
              <a:rect l="l" t="t" r="r" b="b"/>
              <a:pathLst>
                <a:path w="1573" h="530" extrusionOk="0">
                  <a:moveTo>
                    <a:pt x="121" y="0"/>
                  </a:moveTo>
                  <a:cubicBezTo>
                    <a:pt x="85" y="0"/>
                    <a:pt x="56" y="40"/>
                    <a:pt x="56" y="80"/>
                  </a:cubicBezTo>
                  <a:cubicBezTo>
                    <a:pt x="0" y="136"/>
                    <a:pt x="56" y="192"/>
                    <a:pt x="113" y="248"/>
                  </a:cubicBezTo>
                  <a:lnTo>
                    <a:pt x="1517" y="529"/>
                  </a:lnTo>
                  <a:lnTo>
                    <a:pt x="1573" y="305"/>
                  </a:lnTo>
                  <a:lnTo>
                    <a:pt x="169" y="24"/>
                  </a:lnTo>
                  <a:cubicBezTo>
                    <a:pt x="152" y="7"/>
                    <a:pt x="136" y="0"/>
                    <a:pt x="1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5" name="Google Shape;12695;p27"/>
            <p:cNvSpPr/>
            <p:nvPr/>
          </p:nvSpPr>
          <p:spPr>
            <a:xfrm>
              <a:off x="3075625" y="2140675"/>
              <a:ext cx="37925" cy="9875"/>
            </a:xfrm>
            <a:custGeom>
              <a:avLst/>
              <a:gdLst/>
              <a:ahLst/>
              <a:cxnLst/>
              <a:rect l="l" t="t" r="r" b="b"/>
              <a:pathLst>
                <a:path w="1517" h="395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cubicBezTo>
                    <a:pt x="0" y="169"/>
                    <a:pt x="57" y="226"/>
                    <a:pt x="113" y="226"/>
                  </a:cubicBezTo>
                  <a:lnTo>
                    <a:pt x="1517" y="394"/>
                  </a:lnTo>
                  <a:lnTo>
                    <a:pt x="1517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6" name="Google Shape;12696;p27"/>
            <p:cNvSpPr/>
            <p:nvPr/>
          </p:nvSpPr>
          <p:spPr>
            <a:xfrm>
              <a:off x="3128975" y="19660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66" y="0"/>
                  </a:moveTo>
                  <a:cubicBezTo>
                    <a:pt x="113" y="0"/>
                    <a:pt x="57" y="40"/>
                    <a:pt x="57" y="80"/>
                  </a:cubicBezTo>
                  <a:cubicBezTo>
                    <a:pt x="1" y="136"/>
                    <a:pt x="57" y="192"/>
                    <a:pt x="113" y="192"/>
                  </a:cubicBezTo>
                  <a:lnTo>
                    <a:pt x="1349" y="922"/>
                  </a:lnTo>
                  <a:lnTo>
                    <a:pt x="1461" y="698"/>
                  </a:lnTo>
                  <a:lnTo>
                    <a:pt x="225" y="24"/>
                  </a:lnTo>
                  <a:cubicBezTo>
                    <a:pt x="209" y="7"/>
                    <a:pt x="188" y="0"/>
                    <a:pt x="16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7" name="Google Shape;12697;p27"/>
            <p:cNvSpPr/>
            <p:nvPr/>
          </p:nvSpPr>
          <p:spPr>
            <a:xfrm>
              <a:off x="3109625" y="2007075"/>
              <a:ext cx="37625" cy="19900"/>
            </a:xfrm>
            <a:custGeom>
              <a:avLst/>
              <a:gdLst/>
              <a:ahLst/>
              <a:cxnLst/>
              <a:rect l="l" t="t" r="r" b="b"/>
              <a:pathLst>
                <a:path w="1505" h="796" extrusionOk="0">
                  <a:moveTo>
                    <a:pt x="162" y="0"/>
                  </a:moveTo>
                  <a:cubicBezTo>
                    <a:pt x="34" y="0"/>
                    <a:pt x="1" y="184"/>
                    <a:pt x="101" y="234"/>
                  </a:cubicBezTo>
                  <a:lnTo>
                    <a:pt x="1449" y="796"/>
                  </a:lnTo>
                  <a:lnTo>
                    <a:pt x="1505" y="571"/>
                  </a:lnTo>
                  <a:lnTo>
                    <a:pt x="213" y="9"/>
                  </a:lnTo>
                  <a:cubicBezTo>
                    <a:pt x="195" y="3"/>
                    <a:pt x="178" y="0"/>
                    <a:pt x="16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8" name="Google Shape;12698;p27"/>
            <p:cNvSpPr/>
            <p:nvPr/>
          </p:nvSpPr>
          <p:spPr>
            <a:xfrm>
              <a:off x="3154250" y="1926200"/>
              <a:ext cx="35125" cy="24950"/>
            </a:xfrm>
            <a:custGeom>
              <a:avLst/>
              <a:gdLst/>
              <a:ahLst/>
              <a:cxnLst/>
              <a:rect l="l" t="t" r="r" b="b"/>
              <a:pathLst>
                <a:path w="1405" h="998" extrusionOk="0">
                  <a:moveTo>
                    <a:pt x="113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1" y="99"/>
                    <a:pt x="1" y="155"/>
                    <a:pt x="57" y="211"/>
                  </a:cubicBezTo>
                  <a:lnTo>
                    <a:pt x="1236" y="998"/>
                  </a:lnTo>
                  <a:lnTo>
                    <a:pt x="1405" y="829"/>
                  </a:lnTo>
                  <a:lnTo>
                    <a:pt x="169" y="43"/>
                  </a:lnTo>
                  <a:cubicBezTo>
                    <a:pt x="169" y="15"/>
                    <a:pt x="141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699" name="Google Shape;12699;p27"/>
            <p:cNvSpPr/>
            <p:nvPr/>
          </p:nvSpPr>
          <p:spPr>
            <a:xfrm>
              <a:off x="3180925" y="1890750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57" y="1"/>
                  </a:moveTo>
                  <a:cubicBezTo>
                    <a:pt x="1" y="57"/>
                    <a:pt x="1" y="113"/>
                    <a:pt x="57" y="169"/>
                  </a:cubicBezTo>
                  <a:lnTo>
                    <a:pt x="1124" y="1124"/>
                  </a:lnTo>
                  <a:lnTo>
                    <a:pt x="1293" y="955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0" name="Google Shape;12700;p27"/>
            <p:cNvSpPr/>
            <p:nvPr/>
          </p:nvSpPr>
          <p:spPr>
            <a:xfrm>
              <a:off x="3849300" y="1858800"/>
              <a:ext cx="29500" cy="29175"/>
            </a:xfrm>
            <a:custGeom>
              <a:avLst/>
              <a:gdLst/>
              <a:ahLst/>
              <a:cxnLst/>
              <a:rect l="l" t="t" r="r" b="b"/>
              <a:pathLst>
                <a:path w="1180" h="1167" extrusionOk="0">
                  <a:moveTo>
                    <a:pt x="1095" y="1"/>
                  </a:moveTo>
                  <a:cubicBezTo>
                    <a:pt x="1067" y="1"/>
                    <a:pt x="1039" y="15"/>
                    <a:pt x="1011" y="43"/>
                  </a:cubicBezTo>
                  <a:lnTo>
                    <a:pt x="0" y="1054"/>
                  </a:lnTo>
                  <a:lnTo>
                    <a:pt x="112" y="1166"/>
                  </a:lnTo>
                  <a:lnTo>
                    <a:pt x="1180" y="155"/>
                  </a:lnTo>
                  <a:cubicBezTo>
                    <a:pt x="1180" y="99"/>
                    <a:pt x="1180" y="43"/>
                    <a:pt x="1180" y="43"/>
                  </a:cubicBezTo>
                  <a:cubicBezTo>
                    <a:pt x="1151" y="15"/>
                    <a:pt x="1123" y="1"/>
                    <a:pt x="10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1" name="Google Shape;12701;p27"/>
            <p:cNvSpPr/>
            <p:nvPr/>
          </p:nvSpPr>
          <p:spPr>
            <a:xfrm>
              <a:off x="3901250" y="1930075"/>
              <a:ext cx="35125" cy="23900"/>
            </a:xfrm>
            <a:custGeom>
              <a:avLst/>
              <a:gdLst/>
              <a:ahLst/>
              <a:cxnLst/>
              <a:rect l="l" t="t" r="r" b="b"/>
              <a:pathLst>
                <a:path w="1405" h="956" extrusionOk="0">
                  <a:moveTo>
                    <a:pt x="1180" y="0"/>
                  </a:moveTo>
                  <a:lnTo>
                    <a:pt x="0" y="843"/>
                  </a:lnTo>
                  <a:cubicBezTo>
                    <a:pt x="113" y="843"/>
                    <a:pt x="169" y="899"/>
                    <a:pt x="169" y="955"/>
                  </a:cubicBezTo>
                  <a:lnTo>
                    <a:pt x="1348" y="169"/>
                  </a:lnTo>
                  <a:cubicBezTo>
                    <a:pt x="1404" y="113"/>
                    <a:pt x="1404" y="56"/>
                    <a:pt x="134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2" name="Google Shape;12702;p27"/>
            <p:cNvSpPr/>
            <p:nvPr/>
          </p:nvSpPr>
          <p:spPr>
            <a:xfrm>
              <a:off x="3074225" y="2185625"/>
              <a:ext cx="37925" cy="5625"/>
            </a:xfrm>
            <a:custGeom>
              <a:avLst/>
              <a:gdLst/>
              <a:ahLst/>
              <a:cxnLst/>
              <a:rect l="l" t="t" r="r" b="b"/>
              <a:pathLst>
                <a:path w="1517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3" name="Google Shape;12703;p27"/>
            <p:cNvSpPr/>
            <p:nvPr/>
          </p:nvSpPr>
          <p:spPr>
            <a:xfrm>
              <a:off x="3875975" y="1891375"/>
              <a:ext cx="34575" cy="27475"/>
            </a:xfrm>
            <a:custGeom>
              <a:avLst/>
              <a:gdLst/>
              <a:ahLst/>
              <a:cxnLst/>
              <a:rect l="l" t="t" r="r" b="b"/>
              <a:pathLst>
                <a:path w="1383" h="1099" extrusionOk="0">
                  <a:moveTo>
                    <a:pt x="1193" y="1"/>
                  </a:moveTo>
                  <a:cubicBezTo>
                    <a:pt x="1170" y="1"/>
                    <a:pt x="1145" y="10"/>
                    <a:pt x="1124" y="32"/>
                  </a:cubicBezTo>
                  <a:lnTo>
                    <a:pt x="0" y="930"/>
                  </a:lnTo>
                  <a:lnTo>
                    <a:pt x="169" y="1099"/>
                  </a:lnTo>
                  <a:lnTo>
                    <a:pt x="1292" y="200"/>
                  </a:lnTo>
                  <a:cubicBezTo>
                    <a:pt x="1382" y="155"/>
                    <a:pt x="1291" y="1"/>
                    <a:pt x="119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4" name="Google Shape;12704;p27"/>
            <p:cNvSpPr/>
            <p:nvPr/>
          </p:nvSpPr>
          <p:spPr>
            <a:xfrm>
              <a:off x="3943375" y="20101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292" y="1"/>
                  </a:moveTo>
                  <a:lnTo>
                    <a:pt x="0" y="562"/>
                  </a:lnTo>
                  <a:lnTo>
                    <a:pt x="56" y="787"/>
                  </a:lnTo>
                  <a:lnTo>
                    <a:pt x="1404" y="225"/>
                  </a:lnTo>
                  <a:cubicBezTo>
                    <a:pt x="1460" y="169"/>
                    <a:pt x="1460" y="113"/>
                    <a:pt x="1460" y="57"/>
                  </a:cubicBezTo>
                  <a:cubicBezTo>
                    <a:pt x="1404" y="1"/>
                    <a:pt x="1348" y="1"/>
                    <a:pt x="129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5" name="Google Shape;12705;p27"/>
            <p:cNvSpPr/>
            <p:nvPr/>
          </p:nvSpPr>
          <p:spPr>
            <a:xfrm>
              <a:off x="3923700" y="1967400"/>
              <a:ext cx="36550" cy="23075"/>
            </a:xfrm>
            <a:custGeom>
              <a:avLst/>
              <a:gdLst/>
              <a:ahLst/>
              <a:cxnLst/>
              <a:rect l="l" t="t" r="r" b="b"/>
              <a:pathLst>
                <a:path w="1462" h="923" extrusionOk="0">
                  <a:moveTo>
                    <a:pt x="1342" y="0"/>
                  </a:moveTo>
                  <a:cubicBezTo>
                    <a:pt x="1326" y="0"/>
                    <a:pt x="1309" y="7"/>
                    <a:pt x="1293" y="24"/>
                  </a:cubicBezTo>
                  <a:lnTo>
                    <a:pt x="1" y="698"/>
                  </a:lnTo>
                  <a:cubicBezTo>
                    <a:pt x="57" y="754"/>
                    <a:pt x="57" y="866"/>
                    <a:pt x="113" y="922"/>
                  </a:cubicBezTo>
                  <a:lnTo>
                    <a:pt x="1405" y="192"/>
                  </a:lnTo>
                  <a:cubicBezTo>
                    <a:pt x="1461" y="192"/>
                    <a:pt x="1461" y="136"/>
                    <a:pt x="1461" y="80"/>
                  </a:cubicBezTo>
                  <a:cubicBezTo>
                    <a:pt x="1421" y="40"/>
                    <a:pt x="1382" y="0"/>
                    <a:pt x="13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6" name="Google Shape;12706;p27"/>
            <p:cNvSpPr/>
            <p:nvPr/>
          </p:nvSpPr>
          <p:spPr>
            <a:xfrm>
              <a:off x="3974250" y="2142100"/>
              <a:ext cx="36550" cy="9850"/>
            </a:xfrm>
            <a:custGeom>
              <a:avLst/>
              <a:gdLst/>
              <a:ahLst/>
              <a:cxnLst/>
              <a:rect l="l" t="t" r="r" b="b"/>
              <a:pathLst>
                <a:path w="1462" h="394" extrusionOk="0">
                  <a:moveTo>
                    <a:pt x="1349" y="0"/>
                  </a:moveTo>
                  <a:lnTo>
                    <a:pt x="1" y="169"/>
                  </a:lnTo>
                  <a:lnTo>
                    <a:pt x="1" y="393"/>
                  </a:lnTo>
                  <a:lnTo>
                    <a:pt x="1405" y="225"/>
                  </a:lnTo>
                  <a:cubicBezTo>
                    <a:pt x="1461" y="225"/>
                    <a:pt x="1461" y="169"/>
                    <a:pt x="1461" y="112"/>
                  </a:cubicBezTo>
                  <a:cubicBezTo>
                    <a:pt x="1461" y="56"/>
                    <a:pt x="1405" y="0"/>
                    <a:pt x="134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7" name="Google Shape;12707;p27"/>
            <p:cNvSpPr/>
            <p:nvPr/>
          </p:nvSpPr>
          <p:spPr>
            <a:xfrm>
              <a:off x="3956000" y="2052050"/>
              <a:ext cx="40375" cy="17050"/>
            </a:xfrm>
            <a:custGeom>
              <a:avLst/>
              <a:gdLst/>
              <a:ahLst/>
              <a:cxnLst/>
              <a:rect l="l" t="t" r="r" b="b"/>
              <a:pathLst>
                <a:path w="1615" h="682" extrusionOk="0">
                  <a:moveTo>
                    <a:pt x="1435" y="0"/>
                  </a:moveTo>
                  <a:cubicBezTo>
                    <a:pt x="1425" y="0"/>
                    <a:pt x="1415" y="3"/>
                    <a:pt x="1405" y="8"/>
                  </a:cubicBezTo>
                  <a:lnTo>
                    <a:pt x="1" y="457"/>
                  </a:lnTo>
                  <a:lnTo>
                    <a:pt x="57" y="682"/>
                  </a:lnTo>
                  <a:lnTo>
                    <a:pt x="1461" y="232"/>
                  </a:lnTo>
                  <a:cubicBezTo>
                    <a:pt x="1614" y="232"/>
                    <a:pt x="1535" y="0"/>
                    <a:pt x="143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8" name="Google Shape;12708;p27"/>
            <p:cNvSpPr/>
            <p:nvPr/>
          </p:nvSpPr>
          <p:spPr>
            <a:xfrm>
              <a:off x="3967225" y="2098575"/>
              <a:ext cx="39350" cy="12650"/>
            </a:xfrm>
            <a:custGeom>
              <a:avLst/>
              <a:gdLst/>
              <a:ahLst/>
              <a:cxnLst/>
              <a:rect l="l" t="t" r="r" b="b"/>
              <a:pathLst>
                <a:path w="1574" h="506" extrusionOk="0">
                  <a:moveTo>
                    <a:pt x="1405" y="0"/>
                  </a:moveTo>
                  <a:lnTo>
                    <a:pt x="1" y="281"/>
                  </a:lnTo>
                  <a:cubicBezTo>
                    <a:pt x="1" y="337"/>
                    <a:pt x="57" y="393"/>
                    <a:pt x="57" y="506"/>
                  </a:cubicBezTo>
                  <a:lnTo>
                    <a:pt x="1461" y="225"/>
                  </a:lnTo>
                  <a:cubicBezTo>
                    <a:pt x="1574" y="169"/>
                    <a:pt x="1517" y="0"/>
                    <a:pt x="14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09" name="Google Shape;12709;p27"/>
            <p:cNvSpPr/>
            <p:nvPr/>
          </p:nvSpPr>
          <p:spPr>
            <a:xfrm>
              <a:off x="3668150" y="1740525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563" y="0"/>
                  </a:moveTo>
                  <a:cubicBezTo>
                    <a:pt x="506" y="0"/>
                    <a:pt x="394" y="0"/>
                    <a:pt x="394" y="56"/>
                  </a:cubicBezTo>
                  <a:lnTo>
                    <a:pt x="1" y="1460"/>
                  </a:lnTo>
                  <a:lnTo>
                    <a:pt x="169" y="1573"/>
                  </a:lnTo>
                  <a:lnTo>
                    <a:pt x="619" y="169"/>
                  </a:lnTo>
                  <a:cubicBezTo>
                    <a:pt x="619" y="56"/>
                    <a:pt x="619" y="0"/>
                    <a:pt x="56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0" name="Google Shape;12710;p27"/>
            <p:cNvSpPr/>
            <p:nvPr/>
          </p:nvSpPr>
          <p:spPr>
            <a:xfrm>
              <a:off x="3627450" y="1728700"/>
              <a:ext cx="12650" cy="38525"/>
            </a:xfrm>
            <a:custGeom>
              <a:avLst/>
              <a:gdLst/>
              <a:ahLst/>
              <a:cxnLst/>
              <a:rect l="l" t="t" r="r" b="b"/>
              <a:pathLst>
                <a:path w="506" h="1541" extrusionOk="0">
                  <a:moveTo>
                    <a:pt x="345" y="1"/>
                  </a:moveTo>
                  <a:cubicBezTo>
                    <a:pt x="309" y="1"/>
                    <a:pt x="281" y="40"/>
                    <a:pt x="281" y="80"/>
                  </a:cubicBezTo>
                  <a:lnTo>
                    <a:pt x="0" y="1484"/>
                  </a:lnTo>
                  <a:lnTo>
                    <a:pt x="225" y="1540"/>
                  </a:lnTo>
                  <a:lnTo>
                    <a:pt x="506" y="136"/>
                  </a:lnTo>
                  <a:cubicBezTo>
                    <a:pt x="506" y="80"/>
                    <a:pt x="449" y="24"/>
                    <a:pt x="393" y="24"/>
                  </a:cubicBezTo>
                  <a:cubicBezTo>
                    <a:pt x="377" y="7"/>
                    <a:pt x="360" y="1"/>
                    <a:pt x="34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1" name="Google Shape;12711;p27"/>
            <p:cNvSpPr/>
            <p:nvPr/>
          </p:nvSpPr>
          <p:spPr>
            <a:xfrm>
              <a:off x="3543200" y="1720850"/>
              <a:ext cx="5625" cy="37950"/>
            </a:xfrm>
            <a:custGeom>
              <a:avLst/>
              <a:gdLst/>
              <a:ahLst/>
              <a:cxnLst/>
              <a:rect l="l" t="t" r="r" b="b"/>
              <a:pathLst>
                <a:path w="225" h="1518" extrusionOk="0">
                  <a:moveTo>
                    <a:pt x="113" y="1"/>
                  </a:moveTo>
                  <a:cubicBezTo>
                    <a:pt x="56" y="1"/>
                    <a:pt x="0" y="1"/>
                    <a:pt x="0" y="113"/>
                  </a:cubicBezTo>
                  <a:lnTo>
                    <a:pt x="0" y="1517"/>
                  </a:lnTo>
                  <a:lnTo>
                    <a:pt x="225" y="1517"/>
                  </a:lnTo>
                  <a:lnTo>
                    <a:pt x="225" y="113"/>
                  </a:lnTo>
                  <a:cubicBezTo>
                    <a:pt x="225" y="1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2" name="Google Shape;12712;p27"/>
            <p:cNvSpPr/>
            <p:nvPr/>
          </p:nvSpPr>
          <p:spPr>
            <a:xfrm>
              <a:off x="3817000" y="1826525"/>
              <a:ext cx="28100" cy="33375"/>
            </a:xfrm>
            <a:custGeom>
              <a:avLst/>
              <a:gdLst/>
              <a:ahLst/>
              <a:cxnLst/>
              <a:rect l="l" t="t" r="r" b="b"/>
              <a:pathLst>
                <a:path w="1124" h="1335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166"/>
                  </a:lnTo>
                  <a:lnTo>
                    <a:pt x="169" y="1334"/>
                  </a:lnTo>
                  <a:lnTo>
                    <a:pt x="1067" y="211"/>
                  </a:lnTo>
                  <a:cubicBezTo>
                    <a:pt x="1124" y="155"/>
                    <a:pt x="1124" y="98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3" name="Google Shape;12713;p27"/>
            <p:cNvSpPr/>
            <p:nvPr/>
          </p:nvSpPr>
          <p:spPr>
            <a:xfrm>
              <a:off x="3585325" y="1722250"/>
              <a:ext cx="8450" cy="37950"/>
            </a:xfrm>
            <a:custGeom>
              <a:avLst/>
              <a:gdLst/>
              <a:ahLst/>
              <a:cxnLst/>
              <a:rect l="l" t="t" r="r" b="b"/>
              <a:pathLst>
                <a:path w="338" h="1518" extrusionOk="0">
                  <a:moveTo>
                    <a:pt x="225" y="1"/>
                  </a:moveTo>
                  <a:cubicBezTo>
                    <a:pt x="169" y="1"/>
                    <a:pt x="113" y="57"/>
                    <a:pt x="113" y="113"/>
                  </a:cubicBezTo>
                  <a:lnTo>
                    <a:pt x="0" y="1517"/>
                  </a:lnTo>
                  <a:lnTo>
                    <a:pt x="169" y="1517"/>
                  </a:lnTo>
                  <a:lnTo>
                    <a:pt x="337" y="113"/>
                  </a:lnTo>
                  <a:cubicBezTo>
                    <a:pt x="337" y="57"/>
                    <a:pt x="281" y="1"/>
                    <a:pt x="22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4" name="Google Shape;12714;p27"/>
            <p:cNvSpPr/>
            <p:nvPr/>
          </p:nvSpPr>
          <p:spPr>
            <a:xfrm>
              <a:off x="3781900" y="1799850"/>
              <a:ext cx="26700" cy="34775"/>
            </a:xfrm>
            <a:custGeom>
              <a:avLst/>
              <a:gdLst/>
              <a:ahLst/>
              <a:cxnLst/>
              <a:rect l="l" t="t" r="r" b="b"/>
              <a:pathLst>
                <a:path w="1068" h="1391" extrusionOk="0">
                  <a:moveTo>
                    <a:pt x="983" y="0"/>
                  </a:moveTo>
                  <a:cubicBezTo>
                    <a:pt x="955" y="0"/>
                    <a:pt x="927" y="14"/>
                    <a:pt x="899" y="42"/>
                  </a:cubicBezTo>
                  <a:lnTo>
                    <a:pt x="0" y="1222"/>
                  </a:lnTo>
                  <a:lnTo>
                    <a:pt x="225" y="1390"/>
                  </a:lnTo>
                  <a:lnTo>
                    <a:pt x="1067" y="154"/>
                  </a:lnTo>
                  <a:cubicBezTo>
                    <a:pt x="1067" y="154"/>
                    <a:pt x="1067" y="42"/>
                    <a:pt x="1067" y="42"/>
                  </a:cubicBezTo>
                  <a:cubicBezTo>
                    <a:pt x="1039" y="14"/>
                    <a:pt x="1011" y="0"/>
                    <a:pt x="98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5" name="Google Shape;12715;p27"/>
            <p:cNvSpPr/>
            <p:nvPr/>
          </p:nvSpPr>
          <p:spPr>
            <a:xfrm>
              <a:off x="3745375" y="1775625"/>
              <a:ext cx="23900" cy="36525"/>
            </a:xfrm>
            <a:custGeom>
              <a:avLst/>
              <a:gdLst/>
              <a:ahLst/>
              <a:cxnLst/>
              <a:rect l="l" t="t" r="r" b="b"/>
              <a:pathLst>
                <a:path w="956" h="1461" extrusionOk="0">
                  <a:moveTo>
                    <a:pt x="900" y="0"/>
                  </a:moveTo>
                  <a:cubicBezTo>
                    <a:pt x="843" y="0"/>
                    <a:pt x="731" y="0"/>
                    <a:pt x="731" y="56"/>
                  </a:cubicBezTo>
                  <a:lnTo>
                    <a:pt x="1" y="1348"/>
                  </a:lnTo>
                  <a:lnTo>
                    <a:pt x="226" y="1460"/>
                  </a:lnTo>
                  <a:lnTo>
                    <a:pt x="900" y="169"/>
                  </a:lnTo>
                  <a:cubicBezTo>
                    <a:pt x="956" y="113"/>
                    <a:pt x="956" y="56"/>
                    <a:pt x="90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6" name="Google Shape;12716;p27"/>
            <p:cNvSpPr/>
            <p:nvPr/>
          </p:nvSpPr>
          <p:spPr>
            <a:xfrm>
              <a:off x="3708875" y="1756775"/>
              <a:ext cx="19675" cy="37125"/>
            </a:xfrm>
            <a:custGeom>
              <a:avLst/>
              <a:gdLst/>
              <a:ahLst/>
              <a:cxnLst/>
              <a:rect l="l" t="t" r="r" b="b"/>
              <a:pathLst>
                <a:path w="787" h="1485" extrusionOk="0">
                  <a:moveTo>
                    <a:pt x="627" y="1"/>
                  </a:moveTo>
                  <a:cubicBezTo>
                    <a:pt x="590" y="1"/>
                    <a:pt x="562" y="41"/>
                    <a:pt x="562" y="80"/>
                  </a:cubicBezTo>
                  <a:lnTo>
                    <a:pt x="1" y="1372"/>
                  </a:lnTo>
                  <a:lnTo>
                    <a:pt x="169" y="1484"/>
                  </a:lnTo>
                  <a:lnTo>
                    <a:pt x="731" y="136"/>
                  </a:lnTo>
                  <a:cubicBezTo>
                    <a:pt x="787" y="80"/>
                    <a:pt x="731" y="24"/>
                    <a:pt x="675" y="24"/>
                  </a:cubicBezTo>
                  <a:cubicBezTo>
                    <a:pt x="658" y="8"/>
                    <a:pt x="642" y="1"/>
                    <a:pt x="62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7" name="Google Shape;12717;p27"/>
            <p:cNvSpPr/>
            <p:nvPr/>
          </p:nvSpPr>
          <p:spPr>
            <a:xfrm>
              <a:off x="3319950" y="2568950"/>
              <a:ext cx="22475" cy="36525"/>
            </a:xfrm>
            <a:custGeom>
              <a:avLst/>
              <a:gdLst/>
              <a:ahLst/>
              <a:cxnLst/>
              <a:rect l="l" t="t" r="r" b="b"/>
              <a:pathLst>
                <a:path w="899" h="1461" extrusionOk="0">
                  <a:moveTo>
                    <a:pt x="730" y="0"/>
                  </a:moveTo>
                  <a:lnTo>
                    <a:pt x="0" y="1292"/>
                  </a:lnTo>
                  <a:cubicBezTo>
                    <a:pt x="0" y="1348"/>
                    <a:pt x="0" y="1404"/>
                    <a:pt x="56" y="1460"/>
                  </a:cubicBezTo>
                  <a:lnTo>
                    <a:pt x="112" y="1460"/>
                  </a:lnTo>
                  <a:cubicBezTo>
                    <a:pt x="169" y="1404"/>
                    <a:pt x="225" y="1404"/>
                    <a:pt x="225" y="1348"/>
                  </a:cubicBezTo>
                  <a:lnTo>
                    <a:pt x="899" y="113"/>
                  </a:lnTo>
                  <a:lnTo>
                    <a:pt x="7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8" name="Google Shape;12718;p27"/>
            <p:cNvSpPr/>
            <p:nvPr/>
          </p:nvSpPr>
          <p:spPr>
            <a:xfrm>
              <a:off x="3780500" y="2547875"/>
              <a:ext cx="25275" cy="35125"/>
            </a:xfrm>
            <a:custGeom>
              <a:avLst/>
              <a:gdLst/>
              <a:ahLst/>
              <a:cxnLst/>
              <a:rect l="l" t="t" r="r" b="b"/>
              <a:pathLst>
                <a:path w="1011" h="1405" extrusionOk="0">
                  <a:moveTo>
                    <a:pt x="169" y="1"/>
                  </a:moveTo>
                  <a:lnTo>
                    <a:pt x="0" y="169"/>
                  </a:lnTo>
                  <a:lnTo>
                    <a:pt x="786" y="1349"/>
                  </a:lnTo>
                  <a:cubicBezTo>
                    <a:pt x="786" y="1405"/>
                    <a:pt x="843" y="1405"/>
                    <a:pt x="899" y="1405"/>
                  </a:cubicBezTo>
                  <a:lnTo>
                    <a:pt x="955" y="1405"/>
                  </a:lnTo>
                  <a:cubicBezTo>
                    <a:pt x="1011" y="1349"/>
                    <a:pt x="1011" y="1293"/>
                    <a:pt x="955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19" name="Google Shape;12719;p27"/>
            <p:cNvSpPr/>
            <p:nvPr/>
          </p:nvSpPr>
          <p:spPr>
            <a:xfrm>
              <a:off x="3815600" y="2522600"/>
              <a:ext cx="28100" cy="32325"/>
            </a:xfrm>
            <a:custGeom>
              <a:avLst/>
              <a:gdLst/>
              <a:ahLst/>
              <a:cxnLst/>
              <a:rect l="l" t="t" r="r" b="b"/>
              <a:pathLst>
                <a:path w="1124" h="1293" extrusionOk="0">
                  <a:moveTo>
                    <a:pt x="169" y="1"/>
                  </a:moveTo>
                  <a:lnTo>
                    <a:pt x="0" y="113"/>
                  </a:lnTo>
                  <a:lnTo>
                    <a:pt x="899" y="1236"/>
                  </a:lnTo>
                  <a:cubicBezTo>
                    <a:pt x="899" y="1236"/>
                    <a:pt x="955" y="1236"/>
                    <a:pt x="1011" y="1293"/>
                  </a:cubicBezTo>
                  <a:lnTo>
                    <a:pt x="1067" y="1293"/>
                  </a:lnTo>
                  <a:cubicBezTo>
                    <a:pt x="1123" y="1236"/>
                    <a:pt x="1123" y="1124"/>
                    <a:pt x="1067" y="112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0" name="Google Shape;12720;p27"/>
            <p:cNvSpPr/>
            <p:nvPr/>
          </p:nvSpPr>
          <p:spPr>
            <a:xfrm>
              <a:off x="3846475" y="2494525"/>
              <a:ext cx="30925" cy="30575"/>
            </a:xfrm>
            <a:custGeom>
              <a:avLst/>
              <a:gdLst/>
              <a:ahLst/>
              <a:cxnLst/>
              <a:rect l="l" t="t" r="r" b="b"/>
              <a:pathLst>
                <a:path w="1237" h="1223" extrusionOk="0">
                  <a:moveTo>
                    <a:pt x="169" y="0"/>
                  </a:moveTo>
                  <a:lnTo>
                    <a:pt x="1" y="169"/>
                  </a:lnTo>
                  <a:lnTo>
                    <a:pt x="1012" y="1180"/>
                  </a:lnTo>
                  <a:cubicBezTo>
                    <a:pt x="1040" y="1208"/>
                    <a:pt x="1068" y="1222"/>
                    <a:pt x="1096" y="1222"/>
                  </a:cubicBezTo>
                  <a:cubicBezTo>
                    <a:pt x="1124" y="1222"/>
                    <a:pt x="1152" y="1208"/>
                    <a:pt x="1180" y="1180"/>
                  </a:cubicBezTo>
                  <a:cubicBezTo>
                    <a:pt x="1236" y="1124"/>
                    <a:pt x="1236" y="1068"/>
                    <a:pt x="1180" y="101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1" name="Google Shape;12721;p27"/>
            <p:cNvSpPr/>
            <p:nvPr/>
          </p:nvSpPr>
          <p:spPr>
            <a:xfrm>
              <a:off x="3745375" y="2570350"/>
              <a:ext cx="22500" cy="35125"/>
            </a:xfrm>
            <a:custGeom>
              <a:avLst/>
              <a:gdLst/>
              <a:ahLst/>
              <a:cxnLst/>
              <a:rect l="l" t="t" r="r" b="b"/>
              <a:pathLst>
                <a:path w="900" h="1405" extrusionOk="0">
                  <a:moveTo>
                    <a:pt x="169" y="0"/>
                  </a:moveTo>
                  <a:lnTo>
                    <a:pt x="1" y="113"/>
                  </a:lnTo>
                  <a:lnTo>
                    <a:pt x="675" y="1348"/>
                  </a:lnTo>
                  <a:cubicBezTo>
                    <a:pt x="675" y="1404"/>
                    <a:pt x="731" y="1404"/>
                    <a:pt x="787" y="1404"/>
                  </a:cubicBezTo>
                  <a:lnTo>
                    <a:pt x="843" y="1404"/>
                  </a:lnTo>
                  <a:cubicBezTo>
                    <a:pt x="900" y="1404"/>
                    <a:pt x="900" y="1292"/>
                    <a:pt x="843" y="129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2" name="Google Shape;12722;p27"/>
            <p:cNvSpPr/>
            <p:nvPr/>
          </p:nvSpPr>
          <p:spPr>
            <a:xfrm>
              <a:off x="3666750" y="2602650"/>
              <a:ext cx="15475" cy="39325"/>
            </a:xfrm>
            <a:custGeom>
              <a:avLst/>
              <a:gdLst/>
              <a:ahLst/>
              <a:cxnLst/>
              <a:rect l="l" t="t" r="r" b="b"/>
              <a:pathLst>
                <a:path w="619" h="1573" extrusionOk="0">
                  <a:moveTo>
                    <a:pt x="225" y="0"/>
                  </a:moveTo>
                  <a:lnTo>
                    <a:pt x="1" y="56"/>
                  </a:lnTo>
                  <a:lnTo>
                    <a:pt x="394" y="1460"/>
                  </a:lnTo>
                  <a:cubicBezTo>
                    <a:pt x="394" y="1517"/>
                    <a:pt x="450" y="1573"/>
                    <a:pt x="506" y="1573"/>
                  </a:cubicBezTo>
                  <a:lnTo>
                    <a:pt x="562" y="1573"/>
                  </a:lnTo>
                  <a:cubicBezTo>
                    <a:pt x="619" y="1517"/>
                    <a:pt x="619" y="1460"/>
                    <a:pt x="619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3" name="Google Shape;12723;p27"/>
            <p:cNvSpPr/>
            <p:nvPr/>
          </p:nvSpPr>
          <p:spPr>
            <a:xfrm>
              <a:off x="3624625" y="2613875"/>
              <a:ext cx="12675" cy="37925"/>
            </a:xfrm>
            <a:custGeom>
              <a:avLst/>
              <a:gdLst/>
              <a:ahLst/>
              <a:cxnLst/>
              <a:rect l="l" t="t" r="r" b="b"/>
              <a:pathLst>
                <a:path w="507" h="1517" extrusionOk="0">
                  <a:moveTo>
                    <a:pt x="1" y="0"/>
                  </a:moveTo>
                  <a:lnTo>
                    <a:pt x="282" y="1405"/>
                  </a:lnTo>
                  <a:cubicBezTo>
                    <a:pt x="282" y="1461"/>
                    <a:pt x="338" y="1517"/>
                    <a:pt x="394" y="1517"/>
                  </a:cubicBezTo>
                  <a:cubicBezTo>
                    <a:pt x="450" y="1517"/>
                    <a:pt x="506" y="1461"/>
                    <a:pt x="450" y="140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4" name="Google Shape;12724;p27"/>
            <p:cNvSpPr/>
            <p:nvPr/>
          </p:nvSpPr>
          <p:spPr>
            <a:xfrm>
              <a:off x="3706075" y="2588600"/>
              <a:ext cx="18275" cy="36525"/>
            </a:xfrm>
            <a:custGeom>
              <a:avLst/>
              <a:gdLst/>
              <a:ahLst/>
              <a:cxnLst/>
              <a:rect l="l" t="t" r="r" b="b"/>
              <a:pathLst>
                <a:path w="731" h="1461" extrusionOk="0">
                  <a:moveTo>
                    <a:pt x="169" y="0"/>
                  </a:moveTo>
                  <a:lnTo>
                    <a:pt x="0" y="57"/>
                  </a:lnTo>
                  <a:lnTo>
                    <a:pt x="506" y="1405"/>
                  </a:lnTo>
                  <a:cubicBezTo>
                    <a:pt x="562" y="1461"/>
                    <a:pt x="562" y="1461"/>
                    <a:pt x="618" y="1461"/>
                  </a:cubicBezTo>
                  <a:lnTo>
                    <a:pt x="674" y="1461"/>
                  </a:lnTo>
                  <a:cubicBezTo>
                    <a:pt x="730" y="1461"/>
                    <a:pt x="730" y="1405"/>
                    <a:pt x="730" y="1348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5" name="Google Shape;12725;p27"/>
            <p:cNvSpPr/>
            <p:nvPr/>
          </p:nvSpPr>
          <p:spPr>
            <a:xfrm>
              <a:off x="3875975" y="24622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3" y="1"/>
                  </a:moveTo>
                  <a:lnTo>
                    <a:pt x="0" y="169"/>
                  </a:lnTo>
                  <a:lnTo>
                    <a:pt x="1124" y="1124"/>
                  </a:lnTo>
                  <a:lnTo>
                    <a:pt x="1180" y="1124"/>
                  </a:lnTo>
                  <a:cubicBezTo>
                    <a:pt x="1180" y="1124"/>
                    <a:pt x="1236" y="1068"/>
                    <a:pt x="1236" y="1068"/>
                  </a:cubicBezTo>
                  <a:cubicBezTo>
                    <a:pt x="1292" y="1012"/>
                    <a:pt x="1292" y="955"/>
                    <a:pt x="1236" y="89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6" name="Google Shape;12726;p27"/>
            <p:cNvSpPr/>
            <p:nvPr/>
          </p:nvSpPr>
          <p:spPr>
            <a:xfrm>
              <a:off x="3975650" y="22305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" y="1"/>
                  </a:moveTo>
                  <a:lnTo>
                    <a:pt x="1" y="225"/>
                  </a:lnTo>
                  <a:lnTo>
                    <a:pt x="1405" y="394"/>
                  </a:lnTo>
                  <a:cubicBezTo>
                    <a:pt x="1461" y="394"/>
                    <a:pt x="1517" y="338"/>
                    <a:pt x="1517" y="281"/>
                  </a:cubicBezTo>
                  <a:cubicBezTo>
                    <a:pt x="1517" y="225"/>
                    <a:pt x="1461" y="169"/>
                    <a:pt x="1405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7" name="Google Shape;12727;p27"/>
            <p:cNvSpPr/>
            <p:nvPr/>
          </p:nvSpPr>
          <p:spPr>
            <a:xfrm>
              <a:off x="3901250" y="2428525"/>
              <a:ext cx="35125" cy="25300"/>
            </a:xfrm>
            <a:custGeom>
              <a:avLst/>
              <a:gdLst/>
              <a:ahLst/>
              <a:cxnLst/>
              <a:rect l="l" t="t" r="r" b="b"/>
              <a:pathLst>
                <a:path w="1405" h="1012" extrusionOk="0">
                  <a:moveTo>
                    <a:pt x="113" y="1"/>
                  </a:moveTo>
                  <a:lnTo>
                    <a:pt x="0" y="225"/>
                  </a:lnTo>
                  <a:lnTo>
                    <a:pt x="1180" y="1012"/>
                  </a:lnTo>
                  <a:lnTo>
                    <a:pt x="1236" y="1012"/>
                  </a:lnTo>
                  <a:cubicBezTo>
                    <a:pt x="1348" y="1012"/>
                    <a:pt x="1404" y="843"/>
                    <a:pt x="1292" y="84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8" name="Google Shape;12728;p27"/>
            <p:cNvSpPr/>
            <p:nvPr/>
          </p:nvSpPr>
          <p:spPr>
            <a:xfrm>
              <a:off x="3967225" y="2274075"/>
              <a:ext cx="37950" cy="12675"/>
            </a:xfrm>
            <a:custGeom>
              <a:avLst/>
              <a:gdLst/>
              <a:ahLst/>
              <a:cxnLst/>
              <a:rect l="l" t="t" r="r" b="b"/>
              <a:pathLst>
                <a:path w="1518" h="507" extrusionOk="0">
                  <a:moveTo>
                    <a:pt x="57" y="1"/>
                  </a:moveTo>
                  <a:lnTo>
                    <a:pt x="1" y="169"/>
                  </a:lnTo>
                  <a:lnTo>
                    <a:pt x="1405" y="506"/>
                  </a:lnTo>
                  <a:cubicBezTo>
                    <a:pt x="1461" y="450"/>
                    <a:pt x="1517" y="450"/>
                    <a:pt x="1517" y="394"/>
                  </a:cubicBezTo>
                  <a:cubicBezTo>
                    <a:pt x="1517" y="338"/>
                    <a:pt x="1461" y="281"/>
                    <a:pt x="1461" y="281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29" name="Google Shape;12729;p27"/>
            <p:cNvSpPr/>
            <p:nvPr/>
          </p:nvSpPr>
          <p:spPr>
            <a:xfrm>
              <a:off x="3977075" y="2189825"/>
              <a:ext cx="37925" cy="5650"/>
            </a:xfrm>
            <a:custGeom>
              <a:avLst/>
              <a:gdLst/>
              <a:ahLst/>
              <a:cxnLst/>
              <a:rect l="l" t="t" r="r" b="b"/>
              <a:pathLst>
                <a:path w="1517" h="226" extrusionOk="0">
                  <a:moveTo>
                    <a:pt x="0" y="1"/>
                  </a:moveTo>
                  <a:lnTo>
                    <a:pt x="0" y="57"/>
                  </a:lnTo>
                  <a:cubicBezTo>
                    <a:pt x="0" y="113"/>
                    <a:pt x="0" y="169"/>
                    <a:pt x="0" y="225"/>
                  </a:cubicBezTo>
                  <a:lnTo>
                    <a:pt x="1404" y="225"/>
                  </a:lnTo>
                  <a:cubicBezTo>
                    <a:pt x="1460" y="225"/>
                    <a:pt x="1517" y="169"/>
                    <a:pt x="1517" y="113"/>
                  </a:cubicBezTo>
                  <a:cubicBezTo>
                    <a:pt x="1517" y="57"/>
                    <a:pt x="1460" y="1"/>
                    <a:pt x="140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0" name="Google Shape;12730;p27"/>
            <p:cNvSpPr/>
            <p:nvPr/>
          </p:nvSpPr>
          <p:spPr>
            <a:xfrm>
              <a:off x="3923700" y="2392025"/>
              <a:ext cx="36550" cy="22500"/>
            </a:xfrm>
            <a:custGeom>
              <a:avLst/>
              <a:gdLst/>
              <a:ahLst/>
              <a:cxnLst/>
              <a:rect l="l" t="t" r="r" b="b"/>
              <a:pathLst>
                <a:path w="1462" h="900" extrusionOk="0">
                  <a:moveTo>
                    <a:pt x="113" y="0"/>
                  </a:moveTo>
                  <a:lnTo>
                    <a:pt x="1" y="169"/>
                  </a:lnTo>
                  <a:lnTo>
                    <a:pt x="1236" y="899"/>
                  </a:lnTo>
                  <a:lnTo>
                    <a:pt x="1293" y="899"/>
                  </a:lnTo>
                  <a:cubicBezTo>
                    <a:pt x="1349" y="899"/>
                    <a:pt x="1405" y="843"/>
                    <a:pt x="1405" y="843"/>
                  </a:cubicBezTo>
                  <a:cubicBezTo>
                    <a:pt x="1461" y="787"/>
                    <a:pt x="1405" y="731"/>
                    <a:pt x="1349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1" name="Google Shape;12731;p27"/>
            <p:cNvSpPr/>
            <p:nvPr/>
          </p:nvSpPr>
          <p:spPr>
            <a:xfrm>
              <a:off x="3956000" y="2313400"/>
              <a:ext cx="37950" cy="15475"/>
            </a:xfrm>
            <a:custGeom>
              <a:avLst/>
              <a:gdLst/>
              <a:ahLst/>
              <a:cxnLst/>
              <a:rect l="l" t="t" r="r" b="b"/>
              <a:pathLst>
                <a:path w="1518" h="619" extrusionOk="0">
                  <a:moveTo>
                    <a:pt x="57" y="0"/>
                  </a:moveTo>
                  <a:lnTo>
                    <a:pt x="1" y="225"/>
                  </a:lnTo>
                  <a:lnTo>
                    <a:pt x="1405" y="618"/>
                  </a:lnTo>
                  <a:cubicBezTo>
                    <a:pt x="1461" y="618"/>
                    <a:pt x="1517" y="618"/>
                    <a:pt x="1517" y="562"/>
                  </a:cubicBezTo>
                  <a:cubicBezTo>
                    <a:pt x="1517" y="506"/>
                    <a:pt x="1517" y="450"/>
                    <a:pt x="1461" y="45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2" name="Google Shape;12732;p27"/>
            <p:cNvSpPr/>
            <p:nvPr/>
          </p:nvSpPr>
          <p:spPr>
            <a:xfrm>
              <a:off x="3941950" y="2354125"/>
              <a:ext cx="36550" cy="19675"/>
            </a:xfrm>
            <a:custGeom>
              <a:avLst/>
              <a:gdLst/>
              <a:ahLst/>
              <a:cxnLst/>
              <a:rect l="l" t="t" r="r" b="b"/>
              <a:pathLst>
                <a:path w="1462" h="787" extrusionOk="0">
                  <a:moveTo>
                    <a:pt x="57" y="0"/>
                  </a:moveTo>
                  <a:lnTo>
                    <a:pt x="1" y="225"/>
                  </a:lnTo>
                  <a:lnTo>
                    <a:pt x="1293" y="786"/>
                  </a:lnTo>
                  <a:lnTo>
                    <a:pt x="1349" y="786"/>
                  </a:lnTo>
                  <a:cubicBezTo>
                    <a:pt x="1405" y="786"/>
                    <a:pt x="1405" y="730"/>
                    <a:pt x="1461" y="730"/>
                  </a:cubicBezTo>
                  <a:cubicBezTo>
                    <a:pt x="1461" y="618"/>
                    <a:pt x="1461" y="562"/>
                    <a:pt x="1405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3" name="Google Shape;12733;p27"/>
            <p:cNvSpPr/>
            <p:nvPr/>
          </p:nvSpPr>
          <p:spPr>
            <a:xfrm>
              <a:off x="3152850" y="2427125"/>
              <a:ext cx="32325" cy="23900"/>
            </a:xfrm>
            <a:custGeom>
              <a:avLst/>
              <a:gdLst/>
              <a:ahLst/>
              <a:cxnLst/>
              <a:rect l="l" t="t" r="r" b="b"/>
              <a:pathLst>
                <a:path w="1293" h="956" extrusionOk="0">
                  <a:moveTo>
                    <a:pt x="1236" y="1"/>
                  </a:moveTo>
                  <a:lnTo>
                    <a:pt x="1" y="787"/>
                  </a:lnTo>
                  <a:cubicBezTo>
                    <a:pt x="1" y="787"/>
                    <a:pt x="1" y="899"/>
                    <a:pt x="1" y="899"/>
                  </a:cubicBezTo>
                  <a:cubicBezTo>
                    <a:pt x="57" y="955"/>
                    <a:pt x="57" y="955"/>
                    <a:pt x="113" y="955"/>
                  </a:cubicBezTo>
                  <a:lnTo>
                    <a:pt x="169" y="955"/>
                  </a:lnTo>
                  <a:lnTo>
                    <a:pt x="1292" y="169"/>
                  </a:lnTo>
                  <a:lnTo>
                    <a:pt x="123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4" name="Google Shape;12734;p27"/>
            <p:cNvSpPr/>
            <p:nvPr/>
          </p:nvSpPr>
          <p:spPr>
            <a:xfrm>
              <a:off x="3077025" y="2229150"/>
              <a:ext cx="37950" cy="9850"/>
            </a:xfrm>
            <a:custGeom>
              <a:avLst/>
              <a:gdLst/>
              <a:ahLst/>
              <a:cxnLst/>
              <a:rect l="l" t="t" r="r" b="b"/>
              <a:pathLst>
                <a:path w="1518" h="394" extrusionOk="0">
                  <a:moveTo>
                    <a:pt x="1517" y="0"/>
                  </a:moveTo>
                  <a:lnTo>
                    <a:pt x="113" y="169"/>
                  </a:lnTo>
                  <a:cubicBezTo>
                    <a:pt x="57" y="169"/>
                    <a:pt x="1" y="225"/>
                    <a:pt x="57" y="281"/>
                  </a:cubicBezTo>
                  <a:cubicBezTo>
                    <a:pt x="57" y="337"/>
                    <a:pt x="57" y="394"/>
                    <a:pt x="113" y="394"/>
                  </a:cubicBezTo>
                  <a:lnTo>
                    <a:pt x="1517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5" name="Google Shape;12735;p27"/>
            <p:cNvSpPr/>
            <p:nvPr/>
          </p:nvSpPr>
          <p:spPr>
            <a:xfrm>
              <a:off x="3179525" y="2460825"/>
              <a:ext cx="32325" cy="28100"/>
            </a:xfrm>
            <a:custGeom>
              <a:avLst/>
              <a:gdLst/>
              <a:ahLst/>
              <a:cxnLst/>
              <a:rect l="l" t="t" r="r" b="b"/>
              <a:pathLst>
                <a:path w="1293" h="1124" extrusionOk="0">
                  <a:moveTo>
                    <a:pt x="1180" y="1"/>
                  </a:moveTo>
                  <a:lnTo>
                    <a:pt x="57" y="955"/>
                  </a:lnTo>
                  <a:cubicBezTo>
                    <a:pt x="1" y="1011"/>
                    <a:pt x="1" y="1124"/>
                    <a:pt x="113" y="1124"/>
                  </a:cubicBezTo>
                  <a:lnTo>
                    <a:pt x="169" y="1124"/>
                  </a:lnTo>
                  <a:lnTo>
                    <a:pt x="1292" y="225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6" name="Google Shape;12736;p27"/>
            <p:cNvSpPr/>
            <p:nvPr/>
          </p:nvSpPr>
          <p:spPr>
            <a:xfrm>
              <a:off x="3128975" y="2390625"/>
              <a:ext cx="36550" cy="22475"/>
            </a:xfrm>
            <a:custGeom>
              <a:avLst/>
              <a:gdLst/>
              <a:ahLst/>
              <a:cxnLst/>
              <a:rect l="l" t="t" r="r" b="b"/>
              <a:pathLst>
                <a:path w="1462" h="899" extrusionOk="0">
                  <a:moveTo>
                    <a:pt x="1349" y="0"/>
                  </a:moveTo>
                  <a:lnTo>
                    <a:pt x="57" y="730"/>
                  </a:lnTo>
                  <a:cubicBezTo>
                    <a:pt x="1" y="730"/>
                    <a:pt x="1" y="787"/>
                    <a:pt x="1" y="843"/>
                  </a:cubicBezTo>
                  <a:cubicBezTo>
                    <a:pt x="57" y="899"/>
                    <a:pt x="57" y="899"/>
                    <a:pt x="113" y="899"/>
                  </a:cubicBezTo>
                  <a:lnTo>
                    <a:pt x="169" y="899"/>
                  </a:lnTo>
                  <a:lnTo>
                    <a:pt x="1461" y="225"/>
                  </a:lnTo>
                  <a:lnTo>
                    <a:pt x="13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7" name="Google Shape;12737;p27"/>
            <p:cNvSpPr/>
            <p:nvPr/>
          </p:nvSpPr>
          <p:spPr>
            <a:xfrm>
              <a:off x="3109325" y="2351300"/>
              <a:ext cx="36525" cy="19675"/>
            </a:xfrm>
            <a:custGeom>
              <a:avLst/>
              <a:gdLst/>
              <a:ahLst/>
              <a:cxnLst/>
              <a:rect l="l" t="t" r="r" b="b"/>
              <a:pathLst>
                <a:path w="1461" h="787" extrusionOk="0">
                  <a:moveTo>
                    <a:pt x="1405" y="1"/>
                  </a:moveTo>
                  <a:lnTo>
                    <a:pt x="57" y="562"/>
                  </a:lnTo>
                  <a:cubicBezTo>
                    <a:pt x="0" y="562"/>
                    <a:pt x="0" y="618"/>
                    <a:pt x="0" y="675"/>
                  </a:cubicBezTo>
                  <a:cubicBezTo>
                    <a:pt x="0" y="731"/>
                    <a:pt x="57" y="787"/>
                    <a:pt x="113" y="787"/>
                  </a:cubicBezTo>
                  <a:lnTo>
                    <a:pt x="169" y="787"/>
                  </a:lnTo>
                  <a:lnTo>
                    <a:pt x="1461" y="225"/>
                  </a:lnTo>
                  <a:cubicBezTo>
                    <a:pt x="1461" y="169"/>
                    <a:pt x="1405" y="57"/>
                    <a:pt x="140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8" name="Google Shape;12738;p27"/>
            <p:cNvSpPr/>
            <p:nvPr/>
          </p:nvSpPr>
          <p:spPr>
            <a:xfrm>
              <a:off x="3082650" y="2269875"/>
              <a:ext cx="37925" cy="12650"/>
            </a:xfrm>
            <a:custGeom>
              <a:avLst/>
              <a:gdLst/>
              <a:ahLst/>
              <a:cxnLst/>
              <a:rect l="l" t="t" r="r" b="b"/>
              <a:pathLst>
                <a:path w="1517" h="506" extrusionOk="0">
                  <a:moveTo>
                    <a:pt x="1517" y="0"/>
                  </a:moveTo>
                  <a:lnTo>
                    <a:pt x="113" y="281"/>
                  </a:lnTo>
                  <a:cubicBezTo>
                    <a:pt x="56" y="281"/>
                    <a:pt x="0" y="337"/>
                    <a:pt x="0" y="449"/>
                  </a:cubicBezTo>
                  <a:cubicBezTo>
                    <a:pt x="56" y="449"/>
                    <a:pt x="56" y="506"/>
                    <a:pt x="113" y="506"/>
                  </a:cubicBezTo>
                  <a:lnTo>
                    <a:pt x="1517" y="225"/>
                  </a:lnTo>
                  <a:cubicBezTo>
                    <a:pt x="1517" y="169"/>
                    <a:pt x="1517" y="112"/>
                    <a:pt x="151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39" name="Google Shape;12739;p27"/>
            <p:cNvSpPr/>
            <p:nvPr/>
          </p:nvSpPr>
          <p:spPr>
            <a:xfrm>
              <a:off x="3092475" y="2312000"/>
              <a:ext cx="39350" cy="16875"/>
            </a:xfrm>
            <a:custGeom>
              <a:avLst/>
              <a:gdLst/>
              <a:ahLst/>
              <a:cxnLst/>
              <a:rect l="l" t="t" r="r" b="b"/>
              <a:pathLst>
                <a:path w="1574" h="675" extrusionOk="0">
                  <a:moveTo>
                    <a:pt x="1517" y="0"/>
                  </a:moveTo>
                  <a:lnTo>
                    <a:pt x="113" y="449"/>
                  </a:lnTo>
                  <a:cubicBezTo>
                    <a:pt x="57" y="449"/>
                    <a:pt x="0" y="506"/>
                    <a:pt x="57" y="562"/>
                  </a:cubicBezTo>
                  <a:cubicBezTo>
                    <a:pt x="57" y="618"/>
                    <a:pt x="113" y="674"/>
                    <a:pt x="169" y="674"/>
                  </a:cubicBezTo>
                  <a:lnTo>
                    <a:pt x="1573" y="225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0" name="Google Shape;12740;p27"/>
            <p:cNvSpPr/>
            <p:nvPr/>
          </p:nvSpPr>
          <p:spPr>
            <a:xfrm>
              <a:off x="3210425" y="2491725"/>
              <a:ext cx="29500" cy="30550"/>
            </a:xfrm>
            <a:custGeom>
              <a:avLst/>
              <a:gdLst/>
              <a:ahLst/>
              <a:cxnLst/>
              <a:rect l="l" t="t" r="r" b="b"/>
              <a:pathLst>
                <a:path w="1180" h="1222" extrusionOk="0">
                  <a:moveTo>
                    <a:pt x="1067" y="0"/>
                  </a:moveTo>
                  <a:lnTo>
                    <a:pt x="0" y="1067"/>
                  </a:lnTo>
                  <a:cubicBezTo>
                    <a:pt x="0" y="1067"/>
                    <a:pt x="0" y="1180"/>
                    <a:pt x="0" y="1180"/>
                  </a:cubicBezTo>
                  <a:cubicBezTo>
                    <a:pt x="28" y="1208"/>
                    <a:pt x="56" y="1222"/>
                    <a:pt x="85" y="1222"/>
                  </a:cubicBezTo>
                  <a:cubicBezTo>
                    <a:pt x="113" y="1222"/>
                    <a:pt x="141" y="1208"/>
                    <a:pt x="169" y="1180"/>
                  </a:cubicBezTo>
                  <a:lnTo>
                    <a:pt x="1180" y="169"/>
                  </a:lnTo>
                  <a:cubicBezTo>
                    <a:pt x="1124" y="112"/>
                    <a:pt x="1067" y="56"/>
                    <a:pt x="1067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1" name="Google Shape;12741;p27"/>
            <p:cNvSpPr/>
            <p:nvPr/>
          </p:nvSpPr>
          <p:spPr>
            <a:xfrm>
              <a:off x="3540375" y="2622300"/>
              <a:ext cx="5650" cy="37925"/>
            </a:xfrm>
            <a:custGeom>
              <a:avLst/>
              <a:gdLst/>
              <a:ahLst/>
              <a:cxnLst/>
              <a:rect l="l" t="t" r="r" b="b"/>
              <a:pathLst>
                <a:path w="226" h="1517" extrusionOk="0">
                  <a:moveTo>
                    <a:pt x="1" y="0"/>
                  </a:moveTo>
                  <a:lnTo>
                    <a:pt x="1" y="1405"/>
                  </a:lnTo>
                  <a:cubicBezTo>
                    <a:pt x="1" y="1461"/>
                    <a:pt x="57" y="1517"/>
                    <a:pt x="113" y="1517"/>
                  </a:cubicBezTo>
                  <a:cubicBezTo>
                    <a:pt x="169" y="1517"/>
                    <a:pt x="226" y="1461"/>
                    <a:pt x="226" y="1405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2" name="Google Shape;12742;p27"/>
            <p:cNvSpPr/>
            <p:nvPr/>
          </p:nvSpPr>
          <p:spPr>
            <a:xfrm>
              <a:off x="3495450" y="2619500"/>
              <a:ext cx="8450" cy="39325"/>
            </a:xfrm>
            <a:custGeom>
              <a:avLst/>
              <a:gdLst/>
              <a:ahLst/>
              <a:cxnLst/>
              <a:rect l="l" t="t" r="r" b="b"/>
              <a:pathLst>
                <a:path w="338" h="1573" extrusionOk="0">
                  <a:moveTo>
                    <a:pt x="113" y="0"/>
                  </a:moveTo>
                  <a:lnTo>
                    <a:pt x="1" y="1460"/>
                  </a:lnTo>
                  <a:cubicBezTo>
                    <a:pt x="1" y="1517"/>
                    <a:pt x="1" y="1517"/>
                    <a:pt x="113" y="1573"/>
                  </a:cubicBezTo>
                  <a:cubicBezTo>
                    <a:pt x="113" y="1573"/>
                    <a:pt x="169" y="1517"/>
                    <a:pt x="169" y="1460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3" name="Google Shape;12743;p27"/>
            <p:cNvSpPr/>
            <p:nvPr/>
          </p:nvSpPr>
          <p:spPr>
            <a:xfrm>
              <a:off x="3449125" y="2612475"/>
              <a:ext cx="11250" cy="39325"/>
            </a:xfrm>
            <a:custGeom>
              <a:avLst/>
              <a:gdLst/>
              <a:ahLst/>
              <a:cxnLst/>
              <a:rect l="l" t="t" r="r" b="b"/>
              <a:pathLst>
                <a:path w="450" h="1573" extrusionOk="0">
                  <a:moveTo>
                    <a:pt x="281" y="0"/>
                  </a:moveTo>
                  <a:lnTo>
                    <a:pt x="0" y="1404"/>
                  </a:lnTo>
                  <a:cubicBezTo>
                    <a:pt x="0" y="1461"/>
                    <a:pt x="0" y="1517"/>
                    <a:pt x="56" y="1573"/>
                  </a:cubicBezTo>
                  <a:cubicBezTo>
                    <a:pt x="113" y="1573"/>
                    <a:pt x="169" y="1517"/>
                    <a:pt x="169" y="1461"/>
                  </a:cubicBezTo>
                  <a:lnTo>
                    <a:pt x="450" y="56"/>
                  </a:lnTo>
                  <a:cubicBezTo>
                    <a:pt x="393" y="56"/>
                    <a:pt x="337" y="56"/>
                    <a:pt x="28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4" name="Google Shape;12744;p27"/>
            <p:cNvSpPr/>
            <p:nvPr/>
          </p:nvSpPr>
          <p:spPr>
            <a:xfrm>
              <a:off x="3244125" y="2522600"/>
              <a:ext cx="28100" cy="31975"/>
            </a:xfrm>
            <a:custGeom>
              <a:avLst/>
              <a:gdLst/>
              <a:ahLst/>
              <a:cxnLst/>
              <a:rect l="l" t="t" r="r" b="b"/>
              <a:pathLst>
                <a:path w="1124" h="1279" extrusionOk="0">
                  <a:moveTo>
                    <a:pt x="955" y="1"/>
                  </a:moveTo>
                  <a:lnTo>
                    <a:pt x="56" y="1068"/>
                  </a:lnTo>
                  <a:cubicBezTo>
                    <a:pt x="0" y="1124"/>
                    <a:pt x="0" y="1180"/>
                    <a:pt x="56" y="1236"/>
                  </a:cubicBezTo>
                  <a:cubicBezTo>
                    <a:pt x="56" y="1264"/>
                    <a:pt x="84" y="1278"/>
                    <a:pt x="113" y="1278"/>
                  </a:cubicBezTo>
                  <a:cubicBezTo>
                    <a:pt x="141" y="1278"/>
                    <a:pt x="169" y="1264"/>
                    <a:pt x="169" y="1236"/>
                  </a:cubicBezTo>
                  <a:lnTo>
                    <a:pt x="1124" y="113"/>
                  </a:lnTo>
                  <a:lnTo>
                    <a:pt x="95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5" name="Google Shape;12745;p27"/>
            <p:cNvSpPr/>
            <p:nvPr/>
          </p:nvSpPr>
          <p:spPr>
            <a:xfrm>
              <a:off x="3583925" y="2619500"/>
              <a:ext cx="8450" cy="37925"/>
            </a:xfrm>
            <a:custGeom>
              <a:avLst/>
              <a:gdLst/>
              <a:ahLst/>
              <a:cxnLst/>
              <a:rect l="l" t="t" r="r" b="b"/>
              <a:pathLst>
                <a:path w="338" h="1517" extrusionOk="0">
                  <a:moveTo>
                    <a:pt x="0" y="0"/>
                  </a:moveTo>
                  <a:lnTo>
                    <a:pt x="112" y="1404"/>
                  </a:lnTo>
                  <a:cubicBezTo>
                    <a:pt x="112" y="1460"/>
                    <a:pt x="169" y="1517"/>
                    <a:pt x="225" y="1517"/>
                  </a:cubicBezTo>
                  <a:cubicBezTo>
                    <a:pt x="281" y="1517"/>
                    <a:pt x="337" y="1460"/>
                    <a:pt x="337" y="1404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6" name="Google Shape;12746;p27"/>
            <p:cNvSpPr/>
            <p:nvPr/>
          </p:nvSpPr>
          <p:spPr>
            <a:xfrm>
              <a:off x="3279225" y="2546475"/>
              <a:ext cx="25300" cy="33725"/>
            </a:xfrm>
            <a:custGeom>
              <a:avLst/>
              <a:gdLst/>
              <a:ahLst/>
              <a:cxnLst/>
              <a:rect l="l" t="t" r="r" b="b"/>
              <a:pathLst>
                <a:path w="1012" h="1349" extrusionOk="0">
                  <a:moveTo>
                    <a:pt x="899" y="1"/>
                  </a:moveTo>
                  <a:lnTo>
                    <a:pt x="57" y="1180"/>
                  </a:lnTo>
                  <a:cubicBezTo>
                    <a:pt x="0" y="1236"/>
                    <a:pt x="0" y="1292"/>
                    <a:pt x="57" y="1349"/>
                  </a:cubicBezTo>
                  <a:lnTo>
                    <a:pt x="113" y="1349"/>
                  </a:lnTo>
                  <a:cubicBezTo>
                    <a:pt x="169" y="1349"/>
                    <a:pt x="225" y="1349"/>
                    <a:pt x="225" y="1292"/>
                  </a:cubicBezTo>
                  <a:lnTo>
                    <a:pt x="1011" y="113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7" name="Google Shape;12747;p27"/>
            <p:cNvSpPr/>
            <p:nvPr/>
          </p:nvSpPr>
          <p:spPr>
            <a:xfrm>
              <a:off x="3405600" y="2601225"/>
              <a:ext cx="14050" cy="39350"/>
            </a:xfrm>
            <a:custGeom>
              <a:avLst/>
              <a:gdLst/>
              <a:ahLst/>
              <a:cxnLst/>
              <a:rect l="l" t="t" r="r" b="b"/>
              <a:pathLst>
                <a:path w="562" h="1574" extrusionOk="0">
                  <a:moveTo>
                    <a:pt x="393" y="1"/>
                  </a:moveTo>
                  <a:lnTo>
                    <a:pt x="0" y="1405"/>
                  </a:lnTo>
                  <a:cubicBezTo>
                    <a:pt x="0" y="1461"/>
                    <a:pt x="0" y="1517"/>
                    <a:pt x="56" y="1574"/>
                  </a:cubicBezTo>
                  <a:cubicBezTo>
                    <a:pt x="112" y="1574"/>
                    <a:pt x="169" y="1517"/>
                    <a:pt x="169" y="1461"/>
                  </a:cubicBezTo>
                  <a:lnTo>
                    <a:pt x="562" y="57"/>
                  </a:lnTo>
                  <a:lnTo>
                    <a:pt x="39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8" name="Google Shape;12748;p27"/>
            <p:cNvSpPr/>
            <p:nvPr/>
          </p:nvSpPr>
          <p:spPr>
            <a:xfrm>
              <a:off x="3360650" y="2587200"/>
              <a:ext cx="19700" cy="36525"/>
            </a:xfrm>
            <a:custGeom>
              <a:avLst/>
              <a:gdLst/>
              <a:ahLst/>
              <a:cxnLst/>
              <a:rect l="l" t="t" r="r" b="b"/>
              <a:pathLst>
                <a:path w="788" h="1461" extrusionOk="0">
                  <a:moveTo>
                    <a:pt x="563" y="0"/>
                  </a:moveTo>
                  <a:lnTo>
                    <a:pt x="1" y="1348"/>
                  </a:lnTo>
                  <a:cubicBezTo>
                    <a:pt x="1" y="1404"/>
                    <a:pt x="57" y="1461"/>
                    <a:pt x="113" y="1461"/>
                  </a:cubicBezTo>
                  <a:cubicBezTo>
                    <a:pt x="169" y="1461"/>
                    <a:pt x="226" y="1461"/>
                    <a:pt x="226" y="1404"/>
                  </a:cubicBezTo>
                  <a:lnTo>
                    <a:pt x="787" y="56"/>
                  </a:lnTo>
                  <a:lnTo>
                    <a:pt x="56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49" name="Google Shape;12749;p27"/>
            <p:cNvSpPr/>
            <p:nvPr/>
          </p:nvSpPr>
          <p:spPr>
            <a:xfrm>
              <a:off x="3301675" y="1786275"/>
              <a:ext cx="40750" cy="62375"/>
            </a:xfrm>
            <a:custGeom>
              <a:avLst/>
              <a:gdLst/>
              <a:ahLst/>
              <a:cxnLst/>
              <a:rect l="l" t="t" r="r" b="b"/>
              <a:pathLst>
                <a:path w="1630" h="2495" extrusionOk="0">
                  <a:moveTo>
                    <a:pt x="106" y="0"/>
                  </a:moveTo>
                  <a:cubicBezTo>
                    <a:pt x="90" y="0"/>
                    <a:pt x="74" y="7"/>
                    <a:pt x="57" y="24"/>
                  </a:cubicBezTo>
                  <a:cubicBezTo>
                    <a:pt x="1" y="24"/>
                    <a:pt x="1" y="136"/>
                    <a:pt x="57" y="192"/>
                  </a:cubicBezTo>
                  <a:lnTo>
                    <a:pt x="1461" y="2495"/>
                  </a:lnTo>
                  <a:lnTo>
                    <a:pt x="1630" y="2382"/>
                  </a:lnTo>
                  <a:lnTo>
                    <a:pt x="226" y="80"/>
                  </a:lnTo>
                  <a:cubicBezTo>
                    <a:pt x="186" y="40"/>
                    <a:pt x="146" y="0"/>
                    <a:pt x="1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0" name="Google Shape;12750;p27"/>
            <p:cNvSpPr/>
            <p:nvPr/>
          </p:nvSpPr>
          <p:spPr>
            <a:xfrm>
              <a:off x="3261650" y="1812575"/>
              <a:ext cx="47075" cy="58550"/>
            </a:xfrm>
            <a:custGeom>
              <a:avLst/>
              <a:gdLst/>
              <a:ahLst/>
              <a:cxnLst/>
              <a:rect l="l" t="t" r="r" b="b"/>
              <a:pathLst>
                <a:path w="1883" h="2342" extrusionOk="0">
                  <a:moveTo>
                    <a:pt x="191" y="1"/>
                  </a:moveTo>
                  <a:cubicBezTo>
                    <a:pt x="109" y="1"/>
                    <a:pt x="0" y="108"/>
                    <a:pt x="86" y="151"/>
                  </a:cubicBezTo>
                  <a:lnTo>
                    <a:pt x="1714" y="2341"/>
                  </a:lnTo>
                  <a:lnTo>
                    <a:pt x="1883" y="2229"/>
                  </a:lnTo>
                  <a:lnTo>
                    <a:pt x="254" y="39"/>
                  </a:lnTo>
                  <a:cubicBezTo>
                    <a:pt x="241" y="12"/>
                    <a:pt x="217" y="1"/>
                    <a:pt x="19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1" name="Google Shape;12751;p27"/>
            <p:cNvSpPr/>
            <p:nvPr/>
          </p:nvSpPr>
          <p:spPr>
            <a:xfrm>
              <a:off x="3341000" y="1765800"/>
              <a:ext cx="35125" cy="64600"/>
            </a:xfrm>
            <a:custGeom>
              <a:avLst/>
              <a:gdLst/>
              <a:ahLst/>
              <a:cxnLst/>
              <a:rect l="l" t="t" r="r" b="b"/>
              <a:pathLst>
                <a:path w="1405" h="2584" extrusionOk="0">
                  <a:moveTo>
                    <a:pt x="113" y="0"/>
                  </a:moveTo>
                  <a:cubicBezTo>
                    <a:pt x="57" y="0"/>
                    <a:pt x="1" y="112"/>
                    <a:pt x="57" y="169"/>
                  </a:cubicBezTo>
                  <a:lnTo>
                    <a:pt x="1236" y="2584"/>
                  </a:lnTo>
                  <a:lnTo>
                    <a:pt x="1405" y="2471"/>
                  </a:lnTo>
                  <a:lnTo>
                    <a:pt x="225" y="56"/>
                  </a:lnTo>
                  <a:cubicBezTo>
                    <a:pt x="225" y="0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2" name="Google Shape;12752;p27"/>
            <p:cNvSpPr/>
            <p:nvPr/>
          </p:nvSpPr>
          <p:spPr>
            <a:xfrm>
              <a:off x="3226525" y="1840675"/>
              <a:ext cx="52725" cy="55725"/>
            </a:xfrm>
            <a:custGeom>
              <a:avLst/>
              <a:gdLst/>
              <a:ahLst/>
              <a:cxnLst/>
              <a:rect l="l" t="t" r="r" b="b"/>
              <a:pathLst>
                <a:path w="2109" h="2229" extrusionOk="0">
                  <a:moveTo>
                    <a:pt x="195" y="1"/>
                  </a:moveTo>
                  <a:cubicBezTo>
                    <a:pt x="113" y="1"/>
                    <a:pt x="0" y="120"/>
                    <a:pt x="86" y="206"/>
                  </a:cubicBezTo>
                  <a:lnTo>
                    <a:pt x="1940" y="2228"/>
                  </a:lnTo>
                  <a:lnTo>
                    <a:pt x="2108" y="2060"/>
                  </a:lnTo>
                  <a:lnTo>
                    <a:pt x="255" y="38"/>
                  </a:lnTo>
                  <a:cubicBezTo>
                    <a:pt x="242" y="12"/>
                    <a:pt x="220" y="1"/>
                    <a:pt x="195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3" name="Google Shape;12753;p27"/>
            <p:cNvSpPr/>
            <p:nvPr/>
          </p:nvSpPr>
          <p:spPr>
            <a:xfrm>
              <a:off x="3384525" y="1747525"/>
              <a:ext cx="29525" cy="68825"/>
            </a:xfrm>
            <a:custGeom>
              <a:avLst/>
              <a:gdLst/>
              <a:ahLst/>
              <a:cxnLst/>
              <a:rect l="l" t="t" r="r" b="b"/>
              <a:pathLst>
                <a:path w="1181" h="2753" extrusionOk="0">
                  <a:moveTo>
                    <a:pt x="113" y="1"/>
                  </a:moveTo>
                  <a:cubicBezTo>
                    <a:pt x="57" y="57"/>
                    <a:pt x="1" y="113"/>
                    <a:pt x="57" y="169"/>
                  </a:cubicBezTo>
                  <a:lnTo>
                    <a:pt x="955" y="2753"/>
                  </a:lnTo>
                  <a:lnTo>
                    <a:pt x="1180" y="2641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4" name="Google Shape;12754;p27"/>
            <p:cNvSpPr/>
            <p:nvPr/>
          </p:nvSpPr>
          <p:spPr>
            <a:xfrm>
              <a:off x="3519325" y="1720850"/>
              <a:ext cx="8450" cy="71650"/>
            </a:xfrm>
            <a:custGeom>
              <a:avLst/>
              <a:gdLst/>
              <a:ahLst/>
              <a:cxnLst/>
              <a:rect l="l" t="t" r="r" b="b"/>
              <a:pathLst>
                <a:path w="338" h="2866" extrusionOk="0">
                  <a:moveTo>
                    <a:pt x="113" y="1"/>
                  </a:moveTo>
                  <a:cubicBezTo>
                    <a:pt x="57" y="1"/>
                    <a:pt x="0" y="57"/>
                    <a:pt x="0" y="113"/>
                  </a:cubicBezTo>
                  <a:lnTo>
                    <a:pt x="113" y="2865"/>
                  </a:lnTo>
                  <a:lnTo>
                    <a:pt x="337" y="2809"/>
                  </a:lnTo>
                  <a:lnTo>
                    <a:pt x="225" y="113"/>
                  </a:lnTo>
                  <a:cubicBezTo>
                    <a:pt x="225" y="57"/>
                    <a:pt x="169" y="1"/>
                    <a:pt x="11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5" name="Google Shape;12755;p27"/>
            <p:cNvSpPr/>
            <p:nvPr/>
          </p:nvSpPr>
          <p:spPr>
            <a:xfrm>
              <a:off x="3428050" y="1734325"/>
              <a:ext cx="22500" cy="69400"/>
            </a:xfrm>
            <a:custGeom>
              <a:avLst/>
              <a:gdLst/>
              <a:ahLst/>
              <a:cxnLst/>
              <a:rect l="l" t="t" r="r" b="b"/>
              <a:pathLst>
                <a:path w="900" h="2776" extrusionOk="0">
                  <a:moveTo>
                    <a:pt x="141" y="0"/>
                  </a:moveTo>
                  <a:cubicBezTo>
                    <a:pt x="118" y="0"/>
                    <a:pt x="90" y="7"/>
                    <a:pt x="57" y="23"/>
                  </a:cubicBezTo>
                  <a:cubicBezTo>
                    <a:pt x="1" y="23"/>
                    <a:pt x="1" y="80"/>
                    <a:pt x="1" y="136"/>
                  </a:cubicBezTo>
                  <a:lnTo>
                    <a:pt x="675" y="2775"/>
                  </a:lnTo>
                  <a:lnTo>
                    <a:pt x="899" y="2719"/>
                  </a:lnTo>
                  <a:lnTo>
                    <a:pt x="225" y="80"/>
                  </a:lnTo>
                  <a:cubicBezTo>
                    <a:pt x="225" y="40"/>
                    <a:pt x="197" y="0"/>
                    <a:pt x="14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6" name="Google Shape;12756;p27"/>
            <p:cNvSpPr/>
            <p:nvPr/>
          </p:nvSpPr>
          <p:spPr>
            <a:xfrm>
              <a:off x="3474400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113" y="0"/>
                  </a:moveTo>
                  <a:cubicBezTo>
                    <a:pt x="0" y="0"/>
                    <a:pt x="0" y="56"/>
                    <a:pt x="0" y="113"/>
                  </a:cubicBezTo>
                  <a:lnTo>
                    <a:pt x="393" y="2809"/>
                  </a:lnTo>
                  <a:lnTo>
                    <a:pt x="618" y="2809"/>
                  </a:lnTo>
                  <a:lnTo>
                    <a:pt x="225" y="113"/>
                  </a:lnTo>
                  <a:cubicBezTo>
                    <a:pt x="169" y="56"/>
                    <a:pt x="169" y="0"/>
                    <a:pt x="11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7" name="Google Shape;12757;p27"/>
            <p:cNvSpPr/>
            <p:nvPr/>
          </p:nvSpPr>
          <p:spPr>
            <a:xfrm>
              <a:off x="3100900" y="2030575"/>
              <a:ext cx="68825" cy="27300"/>
            </a:xfrm>
            <a:custGeom>
              <a:avLst/>
              <a:gdLst/>
              <a:ahLst/>
              <a:cxnLst/>
              <a:rect l="l" t="t" r="r" b="b"/>
              <a:pathLst>
                <a:path w="2753" h="109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0" y="136"/>
                    <a:pt x="57" y="193"/>
                    <a:pt x="113" y="193"/>
                  </a:cubicBezTo>
                  <a:lnTo>
                    <a:pt x="2696" y="1091"/>
                  </a:lnTo>
                  <a:lnTo>
                    <a:pt x="2753" y="923"/>
                  </a:lnTo>
                  <a:lnTo>
                    <a:pt x="169" y="24"/>
                  </a:lnTo>
                  <a:cubicBezTo>
                    <a:pt x="152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8" name="Google Shape;12758;p27"/>
            <p:cNvSpPr/>
            <p:nvPr/>
          </p:nvSpPr>
          <p:spPr>
            <a:xfrm>
              <a:off x="3194975" y="1874250"/>
              <a:ext cx="56200" cy="51625"/>
            </a:xfrm>
            <a:custGeom>
              <a:avLst/>
              <a:gdLst/>
              <a:ahLst/>
              <a:cxnLst/>
              <a:rect l="l" t="t" r="r" b="b"/>
              <a:pathLst>
                <a:path w="2248" h="2065" extrusionOk="0">
                  <a:moveTo>
                    <a:pt x="120" y="1"/>
                  </a:moveTo>
                  <a:cubicBezTo>
                    <a:pt x="85" y="1"/>
                    <a:pt x="57" y="15"/>
                    <a:pt x="57" y="43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2079" y="2065"/>
                  </a:lnTo>
                  <a:lnTo>
                    <a:pt x="2247" y="1896"/>
                  </a:lnTo>
                  <a:lnTo>
                    <a:pt x="225" y="43"/>
                  </a:lnTo>
                  <a:cubicBezTo>
                    <a:pt x="197" y="15"/>
                    <a:pt x="155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59" name="Google Shape;12759;p27"/>
            <p:cNvSpPr/>
            <p:nvPr/>
          </p:nvSpPr>
          <p:spPr>
            <a:xfrm>
              <a:off x="3078425" y="2118225"/>
              <a:ext cx="70250" cy="16875"/>
            </a:xfrm>
            <a:custGeom>
              <a:avLst/>
              <a:gdLst/>
              <a:ahLst/>
              <a:cxnLst/>
              <a:rect l="l" t="t" r="r" b="b"/>
              <a:pathLst>
                <a:path w="2810" h="675" extrusionOk="0">
                  <a:moveTo>
                    <a:pt x="169" y="0"/>
                  </a:moveTo>
                  <a:cubicBezTo>
                    <a:pt x="113" y="0"/>
                    <a:pt x="57" y="57"/>
                    <a:pt x="57" y="113"/>
                  </a:cubicBezTo>
                  <a:cubicBezTo>
                    <a:pt x="1" y="169"/>
                    <a:pt x="57" y="225"/>
                    <a:pt x="113" y="281"/>
                  </a:cubicBezTo>
                  <a:lnTo>
                    <a:pt x="2809" y="674"/>
                  </a:lnTo>
                  <a:lnTo>
                    <a:pt x="2809" y="45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0" name="Google Shape;12760;p27"/>
            <p:cNvSpPr/>
            <p:nvPr/>
          </p:nvSpPr>
          <p:spPr>
            <a:xfrm>
              <a:off x="3088250" y="2074100"/>
              <a:ext cx="70250" cy="21675"/>
            </a:xfrm>
            <a:custGeom>
              <a:avLst/>
              <a:gdLst/>
              <a:ahLst/>
              <a:cxnLst/>
              <a:rect l="l" t="t" r="r" b="b"/>
              <a:pathLst>
                <a:path w="2810" h="867" extrusionOk="0">
                  <a:moveTo>
                    <a:pt x="110" y="1"/>
                  </a:moveTo>
                  <a:cubicBezTo>
                    <a:pt x="57" y="1"/>
                    <a:pt x="1" y="41"/>
                    <a:pt x="1" y="80"/>
                  </a:cubicBezTo>
                  <a:cubicBezTo>
                    <a:pt x="1" y="137"/>
                    <a:pt x="57" y="137"/>
                    <a:pt x="113" y="193"/>
                  </a:cubicBezTo>
                  <a:lnTo>
                    <a:pt x="2753" y="867"/>
                  </a:lnTo>
                  <a:cubicBezTo>
                    <a:pt x="2753" y="811"/>
                    <a:pt x="2753" y="754"/>
                    <a:pt x="2809" y="642"/>
                  </a:cubicBezTo>
                  <a:lnTo>
                    <a:pt x="169" y="24"/>
                  </a:lnTo>
                  <a:cubicBezTo>
                    <a:pt x="153" y="8"/>
                    <a:pt x="132" y="1"/>
                    <a:pt x="11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1" name="Google Shape;12761;p27"/>
            <p:cNvSpPr/>
            <p:nvPr/>
          </p:nvSpPr>
          <p:spPr>
            <a:xfrm>
              <a:off x="3119150" y="1987050"/>
              <a:ext cx="66025" cy="34300"/>
            </a:xfrm>
            <a:custGeom>
              <a:avLst/>
              <a:gdLst/>
              <a:ahLst/>
              <a:cxnLst/>
              <a:rect l="l" t="t" r="r" b="b"/>
              <a:pathLst>
                <a:path w="2641" h="1372" extrusionOk="0">
                  <a:moveTo>
                    <a:pt x="121" y="1"/>
                  </a:moveTo>
                  <a:cubicBezTo>
                    <a:pt x="85" y="1"/>
                    <a:pt x="57" y="41"/>
                    <a:pt x="57" y="80"/>
                  </a:cubicBezTo>
                  <a:cubicBezTo>
                    <a:pt x="1" y="80"/>
                    <a:pt x="1" y="193"/>
                    <a:pt x="57" y="193"/>
                  </a:cubicBezTo>
                  <a:lnTo>
                    <a:pt x="2528" y="1372"/>
                  </a:lnTo>
                  <a:cubicBezTo>
                    <a:pt x="2584" y="1316"/>
                    <a:pt x="2584" y="1260"/>
                    <a:pt x="2640" y="1204"/>
                  </a:cubicBezTo>
                  <a:lnTo>
                    <a:pt x="169" y="24"/>
                  </a:lnTo>
                  <a:cubicBezTo>
                    <a:pt x="153" y="8"/>
                    <a:pt x="136" y="1"/>
                    <a:pt x="12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2" name="Google Shape;12762;p27"/>
            <p:cNvSpPr/>
            <p:nvPr/>
          </p:nvSpPr>
          <p:spPr>
            <a:xfrm>
              <a:off x="3166900" y="19079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84" y="1"/>
                  </a:moveTo>
                  <a:cubicBezTo>
                    <a:pt x="56" y="1"/>
                    <a:pt x="28" y="15"/>
                    <a:pt x="0" y="43"/>
                  </a:cubicBezTo>
                  <a:cubicBezTo>
                    <a:pt x="0" y="99"/>
                    <a:pt x="0" y="155"/>
                    <a:pt x="0" y="211"/>
                  </a:cubicBezTo>
                  <a:lnTo>
                    <a:pt x="2247" y="1840"/>
                  </a:lnTo>
                  <a:lnTo>
                    <a:pt x="2359" y="1672"/>
                  </a:lnTo>
                  <a:lnTo>
                    <a:pt x="169" y="43"/>
                  </a:lnTo>
                  <a:cubicBezTo>
                    <a:pt x="141" y="15"/>
                    <a:pt x="113" y="1"/>
                    <a:pt x="8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3" name="Google Shape;12763;p27"/>
            <p:cNvSpPr/>
            <p:nvPr/>
          </p:nvSpPr>
          <p:spPr>
            <a:xfrm>
              <a:off x="3140225" y="1947275"/>
              <a:ext cx="63200" cy="40400"/>
            </a:xfrm>
            <a:custGeom>
              <a:avLst/>
              <a:gdLst/>
              <a:ahLst/>
              <a:cxnLst/>
              <a:rect l="l" t="t" r="r" b="b"/>
              <a:pathLst>
                <a:path w="2528" h="1616" extrusionOk="0">
                  <a:moveTo>
                    <a:pt x="112" y="0"/>
                  </a:moveTo>
                  <a:cubicBezTo>
                    <a:pt x="84" y="0"/>
                    <a:pt x="56" y="14"/>
                    <a:pt x="56" y="42"/>
                  </a:cubicBezTo>
                  <a:cubicBezTo>
                    <a:pt x="0" y="42"/>
                    <a:pt x="0" y="155"/>
                    <a:pt x="56" y="155"/>
                  </a:cubicBezTo>
                  <a:lnTo>
                    <a:pt x="2415" y="1615"/>
                  </a:lnTo>
                  <a:lnTo>
                    <a:pt x="2527" y="1447"/>
                  </a:lnTo>
                  <a:lnTo>
                    <a:pt x="169" y="42"/>
                  </a:lnTo>
                  <a:cubicBezTo>
                    <a:pt x="169" y="14"/>
                    <a:pt x="140" y="0"/>
                    <a:pt x="11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4" name="Google Shape;12764;p27"/>
            <p:cNvSpPr/>
            <p:nvPr/>
          </p:nvSpPr>
          <p:spPr>
            <a:xfrm>
              <a:off x="3676575" y="1747525"/>
              <a:ext cx="28125" cy="67425"/>
            </a:xfrm>
            <a:custGeom>
              <a:avLst/>
              <a:gdLst/>
              <a:ahLst/>
              <a:cxnLst/>
              <a:rect l="l" t="t" r="r" b="b"/>
              <a:pathLst>
                <a:path w="1125" h="2697" extrusionOk="0">
                  <a:moveTo>
                    <a:pt x="1068" y="1"/>
                  </a:moveTo>
                  <a:cubicBezTo>
                    <a:pt x="1012" y="1"/>
                    <a:pt x="956" y="1"/>
                    <a:pt x="900" y="57"/>
                  </a:cubicBezTo>
                  <a:lnTo>
                    <a:pt x="1" y="2641"/>
                  </a:lnTo>
                  <a:lnTo>
                    <a:pt x="226" y="2697"/>
                  </a:lnTo>
                  <a:lnTo>
                    <a:pt x="1124" y="169"/>
                  </a:lnTo>
                  <a:cubicBezTo>
                    <a:pt x="1124" y="113"/>
                    <a:pt x="1124" y="57"/>
                    <a:pt x="1068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5" name="Google Shape;12765;p27"/>
            <p:cNvSpPr/>
            <p:nvPr/>
          </p:nvSpPr>
          <p:spPr>
            <a:xfrm>
              <a:off x="3919500" y="2031175"/>
              <a:ext cx="68825" cy="28100"/>
            </a:xfrm>
            <a:custGeom>
              <a:avLst/>
              <a:gdLst/>
              <a:ahLst/>
              <a:cxnLst/>
              <a:rect l="l" t="t" r="r" b="b"/>
              <a:pathLst>
                <a:path w="2753" h="1124" extrusionOk="0">
                  <a:moveTo>
                    <a:pt x="2584" y="0"/>
                  </a:moveTo>
                  <a:lnTo>
                    <a:pt x="0" y="899"/>
                  </a:lnTo>
                  <a:cubicBezTo>
                    <a:pt x="56" y="1011"/>
                    <a:pt x="56" y="1067"/>
                    <a:pt x="113" y="1123"/>
                  </a:cubicBezTo>
                  <a:lnTo>
                    <a:pt x="2640" y="225"/>
                  </a:lnTo>
                  <a:cubicBezTo>
                    <a:pt x="2696" y="169"/>
                    <a:pt x="2752" y="112"/>
                    <a:pt x="2696" y="56"/>
                  </a:cubicBezTo>
                  <a:cubicBezTo>
                    <a:pt x="2696" y="0"/>
                    <a:pt x="2640" y="0"/>
                    <a:pt x="258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6" name="Google Shape;12766;p27"/>
            <p:cNvSpPr/>
            <p:nvPr/>
          </p:nvSpPr>
          <p:spPr>
            <a:xfrm>
              <a:off x="3904050" y="1987650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472" y="0"/>
                  </a:moveTo>
                  <a:lnTo>
                    <a:pt x="1" y="1180"/>
                  </a:lnTo>
                  <a:lnTo>
                    <a:pt x="113" y="1404"/>
                  </a:lnTo>
                  <a:lnTo>
                    <a:pt x="2584" y="225"/>
                  </a:lnTo>
                  <a:cubicBezTo>
                    <a:pt x="2640" y="169"/>
                    <a:pt x="2640" y="112"/>
                    <a:pt x="2640" y="56"/>
                  </a:cubicBezTo>
                  <a:cubicBezTo>
                    <a:pt x="2584" y="0"/>
                    <a:pt x="2528" y="0"/>
                    <a:pt x="24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7" name="Google Shape;12767;p27"/>
            <p:cNvSpPr/>
            <p:nvPr/>
          </p:nvSpPr>
          <p:spPr>
            <a:xfrm>
              <a:off x="3885800" y="1948325"/>
              <a:ext cx="63200" cy="39350"/>
            </a:xfrm>
            <a:custGeom>
              <a:avLst/>
              <a:gdLst/>
              <a:ahLst/>
              <a:cxnLst/>
              <a:rect l="l" t="t" r="r" b="b"/>
              <a:pathLst>
                <a:path w="2528" h="1574" extrusionOk="0">
                  <a:moveTo>
                    <a:pt x="2359" y="0"/>
                  </a:moveTo>
                  <a:lnTo>
                    <a:pt x="0" y="1405"/>
                  </a:lnTo>
                  <a:lnTo>
                    <a:pt x="113" y="1573"/>
                  </a:lnTo>
                  <a:lnTo>
                    <a:pt x="2472" y="169"/>
                  </a:lnTo>
                  <a:cubicBezTo>
                    <a:pt x="2528" y="169"/>
                    <a:pt x="2528" y="113"/>
                    <a:pt x="2528" y="57"/>
                  </a:cubicBezTo>
                  <a:cubicBezTo>
                    <a:pt x="2472" y="0"/>
                    <a:pt x="2415" y="0"/>
                    <a:pt x="235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8" name="Google Shape;12768;p27"/>
            <p:cNvSpPr/>
            <p:nvPr/>
          </p:nvSpPr>
          <p:spPr>
            <a:xfrm>
              <a:off x="3863325" y="1909350"/>
              <a:ext cx="59000" cy="46025"/>
            </a:xfrm>
            <a:custGeom>
              <a:avLst/>
              <a:gdLst/>
              <a:ahLst/>
              <a:cxnLst/>
              <a:rect l="l" t="t" r="r" b="b"/>
              <a:pathLst>
                <a:path w="2360" h="1841" extrusionOk="0">
                  <a:moveTo>
                    <a:pt x="2254" y="1"/>
                  </a:moveTo>
                  <a:cubicBezTo>
                    <a:pt x="2219" y="1"/>
                    <a:pt x="2191" y="15"/>
                    <a:pt x="2191" y="43"/>
                  </a:cubicBezTo>
                  <a:lnTo>
                    <a:pt x="1" y="1672"/>
                  </a:lnTo>
                  <a:cubicBezTo>
                    <a:pt x="57" y="1728"/>
                    <a:pt x="113" y="1784"/>
                    <a:pt x="169" y="1840"/>
                  </a:cubicBezTo>
                  <a:lnTo>
                    <a:pt x="2360" y="211"/>
                  </a:lnTo>
                  <a:cubicBezTo>
                    <a:pt x="2360" y="155"/>
                    <a:pt x="2360" y="99"/>
                    <a:pt x="2360" y="43"/>
                  </a:cubicBezTo>
                  <a:cubicBezTo>
                    <a:pt x="2332" y="15"/>
                    <a:pt x="2289" y="1"/>
                    <a:pt x="2254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69" name="Google Shape;12769;p27"/>
            <p:cNvSpPr/>
            <p:nvPr/>
          </p:nvSpPr>
          <p:spPr>
            <a:xfrm>
              <a:off x="3941950" y="2164550"/>
              <a:ext cx="71650" cy="9850"/>
            </a:xfrm>
            <a:custGeom>
              <a:avLst/>
              <a:gdLst/>
              <a:ahLst/>
              <a:cxnLst/>
              <a:rect l="l" t="t" r="r" b="b"/>
              <a:pathLst>
                <a:path w="2866" h="394" extrusionOk="0">
                  <a:moveTo>
                    <a:pt x="2753" y="1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2753" y="225"/>
                  </a:lnTo>
                  <a:cubicBezTo>
                    <a:pt x="2809" y="225"/>
                    <a:pt x="2865" y="169"/>
                    <a:pt x="2865" y="113"/>
                  </a:cubicBezTo>
                  <a:cubicBezTo>
                    <a:pt x="2865" y="57"/>
                    <a:pt x="2809" y="1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0" name="Google Shape;12770;p27"/>
            <p:cNvSpPr/>
            <p:nvPr/>
          </p:nvSpPr>
          <p:spPr>
            <a:xfrm>
              <a:off x="3839450" y="1874250"/>
              <a:ext cx="54800" cy="51625"/>
            </a:xfrm>
            <a:custGeom>
              <a:avLst/>
              <a:gdLst/>
              <a:ahLst/>
              <a:cxnLst/>
              <a:rect l="l" t="t" r="r" b="b"/>
              <a:pathLst>
                <a:path w="2192" h="2065" extrusionOk="0">
                  <a:moveTo>
                    <a:pt x="2079" y="1"/>
                  </a:moveTo>
                  <a:cubicBezTo>
                    <a:pt x="2051" y="1"/>
                    <a:pt x="2023" y="15"/>
                    <a:pt x="2023" y="43"/>
                  </a:cubicBezTo>
                  <a:lnTo>
                    <a:pt x="1" y="1896"/>
                  </a:lnTo>
                  <a:lnTo>
                    <a:pt x="113" y="2065"/>
                  </a:lnTo>
                  <a:lnTo>
                    <a:pt x="2135" y="211"/>
                  </a:lnTo>
                  <a:cubicBezTo>
                    <a:pt x="2191" y="155"/>
                    <a:pt x="2191" y="99"/>
                    <a:pt x="2135" y="43"/>
                  </a:cubicBezTo>
                  <a:cubicBezTo>
                    <a:pt x="2135" y="15"/>
                    <a:pt x="2107" y="1"/>
                    <a:pt x="207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1" name="Google Shape;12771;p27"/>
            <p:cNvSpPr/>
            <p:nvPr/>
          </p:nvSpPr>
          <p:spPr>
            <a:xfrm>
              <a:off x="3930725" y="2074475"/>
              <a:ext cx="70200" cy="21300"/>
            </a:xfrm>
            <a:custGeom>
              <a:avLst/>
              <a:gdLst/>
              <a:ahLst/>
              <a:cxnLst/>
              <a:rect l="l" t="t" r="r" b="b"/>
              <a:pathLst>
                <a:path w="2808" h="852" extrusionOk="0">
                  <a:moveTo>
                    <a:pt x="2690" y="0"/>
                  </a:moveTo>
                  <a:cubicBezTo>
                    <a:pt x="2675" y="0"/>
                    <a:pt x="2659" y="3"/>
                    <a:pt x="2640" y="9"/>
                  </a:cubicBezTo>
                  <a:lnTo>
                    <a:pt x="1" y="627"/>
                  </a:lnTo>
                  <a:cubicBezTo>
                    <a:pt x="57" y="739"/>
                    <a:pt x="57" y="796"/>
                    <a:pt x="57" y="852"/>
                  </a:cubicBezTo>
                  <a:lnTo>
                    <a:pt x="2697" y="234"/>
                  </a:lnTo>
                  <a:cubicBezTo>
                    <a:pt x="2797" y="184"/>
                    <a:pt x="2808" y="0"/>
                    <a:pt x="26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2" name="Google Shape;12772;p27"/>
            <p:cNvSpPr/>
            <p:nvPr/>
          </p:nvSpPr>
          <p:spPr>
            <a:xfrm>
              <a:off x="3939150" y="2120450"/>
              <a:ext cx="71650" cy="16050"/>
            </a:xfrm>
            <a:custGeom>
              <a:avLst/>
              <a:gdLst/>
              <a:ahLst/>
              <a:cxnLst/>
              <a:rect l="l" t="t" r="r" b="b"/>
              <a:pathLst>
                <a:path w="2866" h="642" extrusionOk="0">
                  <a:moveTo>
                    <a:pt x="2746" y="0"/>
                  </a:moveTo>
                  <a:cubicBezTo>
                    <a:pt x="2729" y="0"/>
                    <a:pt x="2713" y="7"/>
                    <a:pt x="2697" y="24"/>
                  </a:cubicBezTo>
                  <a:lnTo>
                    <a:pt x="1" y="417"/>
                  </a:lnTo>
                  <a:cubicBezTo>
                    <a:pt x="1" y="473"/>
                    <a:pt x="57" y="529"/>
                    <a:pt x="57" y="641"/>
                  </a:cubicBezTo>
                  <a:lnTo>
                    <a:pt x="2753" y="248"/>
                  </a:lnTo>
                  <a:cubicBezTo>
                    <a:pt x="2809" y="192"/>
                    <a:pt x="2865" y="136"/>
                    <a:pt x="2865" y="80"/>
                  </a:cubicBezTo>
                  <a:cubicBezTo>
                    <a:pt x="2825" y="40"/>
                    <a:pt x="2786" y="0"/>
                    <a:pt x="274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3" name="Google Shape;12773;p27"/>
            <p:cNvSpPr/>
            <p:nvPr/>
          </p:nvSpPr>
          <p:spPr>
            <a:xfrm>
              <a:off x="3748200" y="1786850"/>
              <a:ext cx="39325" cy="63200"/>
            </a:xfrm>
            <a:custGeom>
              <a:avLst/>
              <a:gdLst/>
              <a:ahLst/>
              <a:cxnLst/>
              <a:rect l="l" t="t" r="r" b="b"/>
              <a:pathLst>
                <a:path w="1573" h="2528" extrusionOk="0">
                  <a:moveTo>
                    <a:pt x="1573" y="1"/>
                  </a:moveTo>
                  <a:cubicBezTo>
                    <a:pt x="1517" y="1"/>
                    <a:pt x="1461" y="1"/>
                    <a:pt x="1404" y="57"/>
                  </a:cubicBezTo>
                  <a:lnTo>
                    <a:pt x="0" y="2416"/>
                  </a:lnTo>
                  <a:lnTo>
                    <a:pt x="169" y="2528"/>
                  </a:lnTo>
                  <a:lnTo>
                    <a:pt x="1573" y="169"/>
                  </a:lnTo>
                  <a:cubicBezTo>
                    <a:pt x="1573" y="113"/>
                    <a:pt x="1573" y="57"/>
                    <a:pt x="157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4" name="Google Shape;12774;p27"/>
            <p:cNvSpPr/>
            <p:nvPr/>
          </p:nvSpPr>
          <p:spPr>
            <a:xfrm>
              <a:off x="3640075" y="1734900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843" y="0"/>
                  </a:moveTo>
                  <a:cubicBezTo>
                    <a:pt x="731" y="0"/>
                    <a:pt x="675" y="0"/>
                    <a:pt x="675" y="57"/>
                  </a:cubicBezTo>
                  <a:lnTo>
                    <a:pt x="1" y="2696"/>
                  </a:lnTo>
                  <a:lnTo>
                    <a:pt x="225" y="2752"/>
                  </a:lnTo>
                  <a:lnTo>
                    <a:pt x="899" y="113"/>
                  </a:lnTo>
                  <a:cubicBezTo>
                    <a:pt x="899" y="57"/>
                    <a:pt x="899" y="0"/>
                    <a:pt x="84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5" name="Google Shape;12775;p27"/>
            <p:cNvSpPr/>
            <p:nvPr/>
          </p:nvSpPr>
          <p:spPr>
            <a:xfrm>
              <a:off x="3600775" y="1725075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505" y="0"/>
                  </a:moveTo>
                  <a:cubicBezTo>
                    <a:pt x="449" y="0"/>
                    <a:pt x="393" y="56"/>
                    <a:pt x="393" y="113"/>
                  </a:cubicBezTo>
                  <a:lnTo>
                    <a:pt x="0" y="2809"/>
                  </a:lnTo>
                  <a:lnTo>
                    <a:pt x="225" y="2809"/>
                  </a:lnTo>
                  <a:lnTo>
                    <a:pt x="618" y="113"/>
                  </a:lnTo>
                  <a:cubicBezTo>
                    <a:pt x="618" y="56"/>
                    <a:pt x="562" y="0"/>
                    <a:pt x="50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6" name="Google Shape;12776;p27"/>
            <p:cNvSpPr/>
            <p:nvPr/>
          </p:nvSpPr>
          <p:spPr>
            <a:xfrm>
              <a:off x="3074225" y="2163150"/>
              <a:ext cx="71625" cy="9850"/>
            </a:xfrm>
            <a:custGeom>
              <a:avLst/>
              <a:gdLst/>
              <a:ahLst/>
              <a:cxnLst/>
              <a:rect l="l" t="t" r="r" b="b"/>
              <a:pathLst>
                <a:path w="2865" h="394" extrusionOk="0">
                  <a:moveTo>
                    <a:pt x="113" y="1"/>
                  </a:moveTo>
                  <a:cubicBezTo>
                    <a:pt x="56" y="1"/>
                    <a:pt x="0" y="57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2865" y="394"/>
                  </a:lnTo>
                  <a:lnTo>
                    <a:pt x="2865" y="169"/>
                  </a:ln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7" name="Google Shape;12777;p27"/>
            <p:cNvSpPr/>
            <p:nvPr/>
          </p:nvSpPr>
          <p:spPr>
            <a:xfrm>
              <a:off x="3781900" y="181352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29" y="1"/>
                  </a:moveTo>
                  <a:lnTo>
                    <a:pt x="0" y="2191"/>
                  </a:lnTo>
                  <a:lnTo>
                    <a:pt x="113" y="2360"/>
                  </a:lnTo>
                  <a:lnTo>
                    <a:pt x="1741" y="169"/>
                  </a:lnTo>
                  <a:cubicBezTo>
                    <a:pt x="1797" y="113"/>
                    <a:pt x="1797" y="57"/>
                    <a:pt x="174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8" name="Google Shape;12778;p27"/>
            <p:cNvSpPr/>
            <p:nvPr/>
          </p:nvSpPr>
          <p:spPr>
            <a:xfrm>
              <a:off x="3811375" y="1841600"/>
              <a:ext cx="50575" cy="54800"/>
            </a:xfrm>
            <a:custGeom>
              <a:avLst/>
              <a:gdLst/>
              <a:ahLst/>
              <a:cxnLst/>
              <a:rect l="l" t="t" r="r" b="b"/>
              <a:pathLst>
                <a:path w="2023" h="2192" extrusionOk="0">
                  <a:moveTo>
                    <a:pt x="1798" y="1"/>
                  </a:moveTo>
                  <a:lnTo>
                    <a:pt x="1" y="2023"/>
                  </a:lnTo>
                  <a:lnTo>
                    <a:pt x="113" y="2191"/>
                  </a:lnTo>
                  <a:lnTo>
                    <a:pt x="1966" y="169"/>
                  </a:lnTo>
                  <a:cubicBezTo>
                    <a:pt x="2023" y="113"/>
                    <a:pt x="2023" y="57"/>
                    <a:pt x="196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79" name="Google Shape;12779;p27"/>
            <p:cNvSpPr/>
            <p:nvPr/>
          </p:nvSpPr>
          <p:spPr>
            <a:xfrm>
              <a:off x="3713100" y="1765200"/>
              <a:ext cx="35125" cy="65200"/>
            </a:xfrm>
            <a:custGeom>
              <a:avLst/>
              <a:gdLst/>
              <a:ahLst/>
              <a:cxnLst/>
              <a:rect l="l" t="t" r="r" b="b"/>
              <a:pathLst>
                <a:path w="1405" h="2608" extrusionOk="0">
                  <a:moveTo>
                    <a:pt x="1299" y="1"/>
                  </a:moveTo>
                  <a:cubicBezTo>
                    <a:pt x="1259" y="1"/>
                    <a:pt x="1219" y="41"/>
                    <a:pt x="1180" y="80"/>
                  </a:cubicBezTo>
                  <a:lnTo>
                    <a:pt x="0" y="2551"/>
                  </a:lnTo>
                  <a:lnTo>
                    <a:pt x="225" y="2608"/>
                  </a:lnTo>
                  <a:lnTo>
                    <a:pt x="1404" y="193"/>
                  </a:lnTo>
                  <a:cubicBezTo>
                    <a:pt x="1404" y="136"/>
                    <a:pt x="1404" y="24"/>
                    <a:pt x="1348" y="24"/>
                  </a:cubicBezTo>
                  <a:cubicBezTo>
                    <a:pt x="1332" y="8"/>
                    <a:pt x="1315" y="1"/>
                    <a:pt x="129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0" name="Google Shape;12780;p27"/>
            <p:cNvSpPr/>
            <p:nvPr/>
          </p:nvSpPr>
          <p:spPr>
            <a:xfrm>
              <a:off x="3562850" y="1720850"/>
              <a:ext cx="9850" cy="70250"/>
            </a:xfrm>
            <a:custGeom>
              <a:avLst/>
              <a:gdLst/>
              <a:ahLst/>
              <a:cxnLst/>
              <a:rect l="l" t="t" r="r" b="b"/>
              <a:pathLst>
                <a:path w="394" h="2810" extrusionOk="0">
                  <a:moveTo>
                    <a:pt x="281" y="1"/>
                  </a:moveTo>
                  <a:cubicBezTo>
                    <a:pt x="169" y="1"/>
                    <a:pt x="169" y="57"/>
                    <a:pt x="169" y="113"/>
                  </a:cubicBezTo>
                  <a:lnTo>
                    <a:pt x="1" y="2809"/>
                  </a:lnTo>
                  <a:lnTo>
                    <a:pt x="225" y="2809"/>
                  </a:lnTo>
                  <a:lnTo>
                    <a:pt x="338" y="113"/>
                  </a:lnTo>
                  <a:cubicBezTo>
                    <a:pt x="394" y="57"/>
                    <a:pt x="338" y="1"/>
                    <a:pt x="28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1" name="Google Shape;12781;p27"/>
            <p:cNvSpPr/>
            <p:nvPr/>
          </p:nvSpPr>
          <p:spPr>
            <a:xfrm>
              <a:off x="3473000" y="2585800"/>
              <a:ext cx="15450" cy="70225"/>
            </a:xfrm>
            <a:custGeom>
              <a:avLst/>
              <a:gdLst/>
              <a:ahLst/>
              <a:cxnLst/>
              <a:rect l="l" t="t" r="r" b="b"/>
              <a:pathLst>
                <a:path w="618" h="2809" extrusionOk="0">
                  <a:moveTo>
                    <a:pt x="393" y="0"/>
                  </a:moveTo>
                  <a:lnTo>
                    <a:pt x="0" y="2640"/>
                  </a:lnTo>
                  <a:cubicBezTo>
                    <a:pt x="0" y="2696"/>
                    <a:pt x="56" y="2752"/>
                    <a:pt x="112" y="2808"/>
                  </a:cubicBezTo>
                  <a:cubicBezTo>
                    <a:pt x="169" y="2808"/>
                    <a:pt x="225" y="2752"/>
                    <a:pt x="225" y="2696"/>
                  </a:cubicBezTo>
                  <a:lnTo>
                    <a:pt x="61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2" name="Google Shape;12782;p27"/>
            <p:cNvSpPr/>
            <p:nvPr/>
          </p:nvSpPr>
          <p:spPr>
            <a:xfrm>
              <a:off x="3780500" y="2509975"/>
              <a:ext cx="44950" cy="59000"/>
            </a:xfrm>
            <a:custGeom>
              <a:avLst/>
              <a:gdLst/>
              <a:ahLst/>
              <a:cxnLst/>
              <a:rect l="l" t="t" r="r" b="b"/>
              <a:pathLst>
                <a:path w="1798" h="2360" extrusionOk="0">
                  <a:moveTo>
                    <a:pt x="169" y="0"/>
                  </a:moveTo>
                  <a:lnTo>
                    <a:pt x="0" y="113"/>
                  </a:lnTo>
                  <a:lnTo>
                    <a:pt x="1629" y="2303"/>
                  </a:lnTo>
                  <a:cubicBezTo>
                    <a:pt x="1629" y="2303"/>
                    <a:pt x="1685" y="2359"/>
                    <a:pt x="1685" y="2359"/>
                  </a:cubicBezTo>
                  <a:lnTo>
                    <a:pt x="1741" y="2359"/>
                  </a:lnTo>
                  <a:cubicBezTo>
                    <a:pt x="1797" y="2303"/>
                    <a:pt x="1797" y="2247"/>
                    <a:pt x="1741" y="219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3" name="Google Shape;12783;p27"/>
            <p:cNvSpPr/>
            <p:nvPr/>
          </p:nvSpPr>
          <p:spPr>
            <a:xfrm>
              <a:off x="3746800" y="2532425"/>
              <a:ext cx="40725" cy="61825"/>
            </a:xfrm>
            <a:custGeom>
              <a:avLst/>
              <a:gdLst/>
              <a:ahLst/>
              <a:cxnLst/>
              <a:rect l="l" t="t" r="r" b="b"/>
              <a:pathLst>
                <a:path w="1629" h="2473" extrusionOk="0">
                  <a:moveTo>
                    <a:pt x="169" y="1"/>
                  </a:moveTo>
                  <a:lnTo>
                    <a:pt x="0" y="113"/>
                  </a:lnTo>
                  <a:lnTo>
                    <a:pt x="1404" y="2416"/>
                  </a:lnTo>
                  <a:cubicBezTo>
                    <a:pt x="1404" y="2472"/>
                    <a:pt x="1460" y="2472"/>
                    <a:pt x="1517" y="2472"/>
                  </a:cubicBezTo>
                  <a:lnTo>
                    <a:pt x="1573" y="2472"/>
                  </a:lnTo>
                  <a:cubicBezTo>
                    <a:pt x="1573" y="2472"/>
                    <a:pt x="1629" y="2360"/>
                    <a:pt x="1573" y="2360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4" name="Google Shape;12784;p27"/>
            <p:cNvSpPr/>
            <p:nvPr/>
          </p:nvSpPr>
          <p:spPr>
            <a:xfrm>
              <a:off x="38099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69" y="0"/>
                  </a:moveTo>
                  <a:lnTo>
                    <a:pt x="1" y="169"/>
                  </a:lnTo>
                  <a:lnTo>
                    <a:pt x="1798" y="2191"/>
                  </a:lnTo>
                  <a:lnTo>
                    <a:pt x="1966" y="2191"/>
                  </a:lnTo>
                  <a:cubicBezTo>
                    <a:pt x="2022" y="2135"/>
                    <a:pt x="2022" y="2078"/>
                    <a:pt x="1966" y="2022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5" name="Google Shape;12785;p27"/>
            <p:cNvSpPr/>
            <p:nvPr/>
          </p:nvSpPr>
          <p:spPr>
            <a:xfrm>
              <a:off x="3713100" y="2550700"/>
              <a:ext cx="33725" cy="64600"/>
            </a:xfrm>
            <a:custGeom>
              <a:avLst/>
              <a:gdLst/>
              <a:ahLst/>
              <a:cxnLst/>
              <a:rect l="l" t="t" r="r" b="b"/>
              <a:pathLst>
                <a:path w="1349" h="2584" extrusionOk="0">
                  <a:moveTo>
                    <a:pt x="169" y="0"/>
                  </a:moveTo>
                  <a:lnTo>
                    <a:pt x="0" y="56"/>
                  </a:lnTo>
                  <a:lnTo>
                    <a:pt x="1123" y="2527"/>
                  </a:lnTo>
                  <a:cubicBezTo>
                    <a:pt x="1180" y="2584"/>
                    <a:pt x="1180" y="2584"/>
                    <a:pt x="1236" y="2584"/>
                  </a:cubicBezTo>
                  <a:lnTo>
                    <a:pt x="1292" y="2584"/>
                  </a:lnTo>
                  <a:cubicBezTo>
                    <a:pt x="1348" y="2584"/>
                    <a:pt x="1348" y="2527"/>
                    <a:pt x="1348" y="2471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6" name="Google Shape;12786;p27"/>
            <p:cNvSpPr/>
            <p:nvPr/>
          </p:nvSpPr>
          <p:spPr>
            <a:xfrm>
              <a:off x="3838050" y="2456625"/>
              <a:ext cx="56200" cy="50550"/>
            </a:xfrm>
            <a:custGeom>
              <a:avLst/>
              <a:gdLst/>
              <a:ahLst/>
              <a:cxnLst/>
              <a:rect l="l" t="t" r="r" b="b"/>
              <a:pathLst>
                <a:path w="2248" h="2022" extrusionOk="0">
                  <a:moveTo>
                    <a:pt x="169" y="0"/>
                  </a:moveTo>
                  <a:lnTo>
                    <a:pt x="1" y="169"/>
                  </a:lnTo>
                  <a:lnTo>
                    <a:pt x="2023" y="2022"/>
                  </a:lnTo>
                  <a:lnTo>
                    <a:pt x="2135" y="2022"/>
                  </a:lnTo>
                  <a:cubicBezTo>
                    <a:pt x="2191" y="2022"/>
                    <a:pt x="2247" y="1853"/>
                    <a:pt x="2191" y="179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7" name="Google Shape;12787;p27"/>
            <p:cNvSpPr/>
            <p:nvPr/>
          </p:nvSpPr>
          <p:spPr>
            <a:xfrm>
              <a:off x="3638675" y="2577375"/>
              <a:ext cx="21075" cy="68825"/>
            </a:xfrm>
            <a:custGeom>
              <a:avLst/>
              <a:gdLst/>
              <a:ahLst/>
              <a:cxnLst/>
              <a:rect l="l" t="t" r="r" b="b"/>
              <a:pathLst>
                <a:path w="843" h="2753" extrusionOk="0">
                  <a:moveTo>
                    <a:pt x="169" y="0"/>
                  </a:moveTo>
                  <a:lnTo>
                    <a:pt x="0" y="56"/>
                  </a:lnTo>
                  <a:lnTo>
                    <a:pt x="674" y="2696"/>
                  </a:lnTo>
                  <a:cubicBezTo>
                    <a:pt x="674" y="2752"/>
                    <a:pt x="731" y="2752"/>
                    <a:pt x="787" y="2752"/>
                  </a:cubicBezTo>
                  <a:cubicBezTo>
                    <a:pt x="843" y="2752"/>
                    <a:pt x="843" y="2696"/>
                    <a:pt x="843" y="2640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8" name="Google Shape;12788;p27"/>
            <p:cNvSpPr/>
            <p:nvPr/>
          </p:nvSpPr>
          <p:spPr>
            <a:xfrm>
              <a:off x="3675175" y="2566125"/>
              <a:ext cx="28100" cy="67425"/>
            </a:xfrm>
            <a:custGeom>
              <a:avLst/>
              <a:gdLst/>
              <a:ahLst/>
              <a:cxnLst/>
              <a:rect l="l" t="t" r="r" b="b"/>
              <a:pathLst>
                <a:path w="1124" h="2697" extrusionOk="0">
                  <a:moveTo>
                    <a:pt x="169" y="1"/>
                  </a:moveTo>
                  <a:lnTo>
                    <a:pt x="1" y="57"/>
                  </a:lnTo>
                  <a:lnTo>
                    <a:pt x="956" y="2641"/>
                  </a:lnTo>
                  <a:cubicBezTo>
                    <a:pt x="956" y="2697"/>
                    <a:pt x="1012" y="2697"/>
                    <a:pt x="1012" y="2697"/>
                  </a:cubicBezTo>
                  <a:cubicBezTo>
                    <a:pt x="1068" y="2697"/>
                    <a:pt x="1124" y="2584"/>
                    <a:pt x="1124" y="252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89" name="Google Shape;12789;p27"/>
            <p:cNvSpPr/>
            <p:nvPr/>
          </p:nvSpPr>
          <p:spPr>
            <a:xfrm>
              <a:off x="3863325" y="2427125"/>
              <a:ext cx="59000" cy="44950"/>
            </a:xfrm>
            <a:custGeom>
              <a:avLst/>
              <a:gdLst/>
              <a:ahLst/>
              <a:cxnLst/>
              <a:rect l="l" t="t" r="r" b="b"/>
              <a:pathLst>
                <a:path w="2360" h="1798" extrusionOk="0">
                  <a:moveTo>
                    <a:pt x="113" y="1"/>
                  </a:moveTo>
                  <a:cubicBezTo>
                    <a:pt x="57" y="57"/>
                    <a:pt x="57" y="113"/>
                    <a:pt x="1" y="169"/>
                  </a:cubicBezTo>
                  <a:lnTo>
                    <a:pt x="2191" y="1798"/>
                  </a:lnTo>
                  <a:lnTo>
                    <a:pt x="2247" y="1798"/>
                  </a:lnTo>
                  <a:cubicBezTo>
                    <a:pt x="2247" y="1798"/>
                    <a:pt x="2303" y="1798"/>
                    <a:pt x="2303" y="1742"/>
                  </a:cubicBezTo>
                  <a:cubicBezTo>
                    <a:pt x="2360" y="1686"/>
                    <a:pt x="2360" y="1629"/>
                    <a:pt x="2303" y="1573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0" name="Google Shape;12790;p27"/>
            <p:cNvSpPr/>
            <p:nvPr/>
          </p:nvSpPr>
          <p:spPr>
            <a:xfrm>
              <a:off x="3930725" y="2285300"/>
              <a:ext cx="68825" cy="22500"/>
            </a:xfrm>
            <a:custGeom>
              <a:avLst/>
              <a:gdLst/>
              <a:ahLst/>
              <a:cxnLst/>
              <a:rect l="l" t="t" r="r" b="b"/>
              <a:pathLst>
                <a:path w="2753" h="900" extrusionOk="0">
                  <a:moveTo>
                    <a:pt x="57" y="1"/>
                  </a:moveTo>
                  <a:cubicBezTo>
                    <a:pt x="57" y="113"/>
                    <a:pt x="1" y="169"/>
                    <a:pt x="1" y="226"/>
                  </a:cubicBezTo>
                  <a:lnTo>
                    <a:pt x="2640" y="900"/>
                  </a:lnTo>
                  <a:cubicBezTo>
                    <a:pt x="2697" y="900"/>
                    <a:pt x="2753" y="843"/>
                    <a:pt x="2753" y="787"/>
                  </a:cubicBezTo>
                  <a:cubicBezTo>
                    <a:pt x="2753" y="731"/>
                    <a:pt x="2753" y="731"/>
                    <a:pt x="2697" y="675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1" name="Google Shape;12791;p27"/>
            <p:cNvSpPr/>
            <p:nvPr/>
          </p:nvSpPr>
          <p:spPr>
            <a:xfrm>
              <a:off x="3940550" y="2246000"/>
              <a:ext cx="70250" cy="15475"/>
            </a:xfrm>
            <a:custGeom>
              <a:avLst/>
              <a:gdLst/>
              <a:ahLst/>
              <a:cxnLst/>
              <a:rect l="l" t="t" r="r" b="b"/>
              <a:pathLst>
                <a:path w="2810" h="619" extrusionOk="0">
                  <a:moveTo>
                    <a:pt x="1" y="0"/>
                  </a:moveTo>
                  <a:cubicBezTo>
                    <a:pt x="1" y="113"/>
                    <a:pt x="1" y="169"/>
                    <a:pt x="1" y="225"/>
                  </a:cubicBezTo>
                  <a:lnTo>
                    <a:pt x="2697" y="618"/>
                  </a:lnTo>
                  <a:cubicBezTo>
                    <a:pt x="2753" y="618"/>
                    <a:pt x="2809" y="618"/>
                    <a:pt x="2809" y="562"/>
                  </a:cubicBezTo>
                  <a:cubicBezTo>
                    <a:pt x="2809" y="450"/>
                    <a:pt x="2753" y="393"/>
                    <a:pt x="2697" y="39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2" name="Google Shape;12792;p27"/>
            <p:cNvSpPr/>
            <p:nvPr/>
          </p:nvSpPr>
          <p:spPr>
            <a:xfrm>
              <a:off x="3943375" y="2208075"/>
              <a:ext cx="70225" cy="8450"/>
            </a:xfrm>
            <a:custGeom>
              <a:avLst/>
              <a:gdLst/>
              <a:ahLst/>
              <a:cxnLst/>
              <a:rect l="l" t="t" r="r" b="b"/>
              <a:pathLst>
                <a:path w="2809" h="338" extrusionOk="0">
                  <a:moveTo>
                    <a:pt x="0" y="1"/>
                  </a:moveTo>
                  <a:lnTo>
                    <a:pt x="0" y="226"/>
                  </a:lnTo>
                  <a:lnTo>
                    <a:pt x="2696" y="338"/>
                  </a:lnTo>
                  <a:cubicBezTo>
                    <a:pt x="2808" y="338"/>
                    <a:pt x="2808" y="169"/>
                    <a:pt x="2696" y="169"/>
                  </a:cubicBezTo>
                  <a:lnTo>
                    <a:pt x="2752" y="16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3" name="Google Shape;12793;p27"/>
            <p:cNvSpPr/>
            <p:nvPr/>
          </p:nvSpPr>
          <p:spPr>
            <a:xfrm>
              <a:off x="3919500" y="2321825"/>
              <a:ext cx="68825" cy="29500"/>
            </a:xfrm>
            <a:custGeom>
              <a:avLst/>
              <a:gdLst/>
              <a:ahLst/>
              <a:cxnLst/>
              <a:rect l="l" t="t" r="r" b="b"/>
              <a:pathLst>
                <a:path w="2753" h="1180" extrusionOk="0">
                  <a:moveTo>
                    <a:pt x="56" y="0"/>
                  </a:moveTo>
                  <a:cubicBezTo>
                    <a:pt x="56" y="113"/>
                    <a:pt x="0" y="169"/>
                    <a:pt x="0" y="225"/>
                  </a:cubicBezTo>
                  <a:lnTo>
                    <a:pt x="2584" y="1180"/>
                  </a:lnTo>
                  <a:cubicBezTo>
                    <a:pt x="2696" y="1124"/>
                    <a:pt x="2752" y="1011"/>
                    <a:pt x="2640" y="955"/>
                  </a:cubicBez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4" name="Google Shape;12794;p27"/>
            <p:cNvSpPr/>
            <p:nvPr/>
          </p:nvSpPr>
          <p:spPr>
            <a:xfrm>
              <a:off x="3884400" y="2393425"/>
              <a:ext cx="64300" cy="39575"/>
            </a:xfrm>
            <a:custGeom>
              <a:avLst/>
              <a:gdLst/>
              <a:ahLst/>
              <a:cxnLst/>
              <a:rect l="l" t="t" r="r" b="b"/>
              <a:pathLst>
                <a:path w="2572" h="1583" extrusionOk="0">
                  <a:moveTo>
                    <a:pt x="113" y="1"/>
                  </a:moveTo>
                  <a:cubicBezTo>
                    <a:pt x="113" y="57"/>
                    <a:pt x="56" y="113"/>
                    <a:pt x="0" y="169"/>
                  </a:cubicBezTo>
                  <a:lnTo>
                    <a:pt x="2359" y="1573"/>
                  </a:lnTo>
                  <a:lnTo>
                    <a:pt x="2415" y="1573"/>
                  </a:lnTo>
                  <a:cubicBezTo>
                    <a:pt x="2428" y="1579"/>
                    <a:pt x="2440" y="1582"/>
                    <a:pt x="2451" y="1582"/>
                  </a:cubicBezTo>
                  <a:cubicBezTo>
                    <a:pt x="2538" y="1582"/>
                    <a:pt x="2571" y="1405"/>
                    <a:pt x="2471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5" name="Google Shape;12795;p27"/>
            <p:cNvSpPr/>
            <p:nvPr/>
          </p:nvSpPr>
          <p:spPr>
            <a:xfrm>
              <a:off x="3599350" y="2585800"/>
              <a:ext cx="15475" cy="70225"/>
            </a:xfrm>
            <a:custGeom>
              <a:avLst/>
              <a:gdLst/>
              <a:ahLst/>
              <a:cxnLst/>
              <a:rect l="l" t="t" r="r" b="b"/>
              <a:pathLst>
                <a:path w="619" h="2809" extrusionOk="0">
                  <a:moveTo>
                    <a:pt x="1" y="0"/>
                  </a:moveTo>
                  <a:lnTo>
                    <a:pt x="394" y="2696"/>
                  </a:lnTo>
                  <a:cubicBezTo>
                    <a:pt x="394" y="2752"/>
                    <a:pt x="450" y="2808"/>
                    <a:pt x="506" y="2808"/>
                  </a:cubicBezTo>
                  <a:cubicBezTo>
                    <a:pt x="562" y="2808"/>
                    <a:pt x="619" y="2752"/>
                    <a:pt x="619" y="2696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6" name="Google Shape;12796;p27"/>
            <p:cNvSpPr/>
            <p:nvPr/>
          </p:nvSpPr>
          <p:spPr>
            <a:xfrm>
              <a:off x="3904050" y="2359725"/>
              <a:ext cx="66025" cy="33725"/>
            </a:xfrm>
            <a:custGeom>
              <a:avLst/>
              <a:gdLst/>
              <a:ahLst/>
              <a:cxnLst/>
              <a:rect l="l" t="t" r="r" b="b"/>
              <a:pathLst>
                <a:path w="2641" h="1349" extrusionOk="0">
                  <a:moveTo>
                    <a:pt x="113" y="1"/>
                  </a:moveTo>
                  <a:cubicBezTo>
                    <a:pt x="113" y="57"/>
                    <a:pt x="1" y="113"/>
                    <a:pt x="1" y="169"/>
                  </a:cubicBezTo>
                  <a:lnTo>
                    <a:pt x="2472" y="1349"/>
                  </a:lnTo>
                  <a:cubicBezTo>
                    <a:pt x="2528" y="1349"/>
                    <a:pt x="2584" y="1349"/>
                    <a:pt x="2584" y="1292"/>
                  </a:cubicBezTo>
                  <a:cubicBezTo>
                    <a:pt x="2640" y="1236"/>
                    <a:pt x="2584" y="1180"/>
                    <a:pt x="2528" y="1124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7" name="Google Shape;12797;p27"/>
            <p:cNvSpPr/>
            <p:nvPr/>
          </p:nvSpPr>
          <p:spPr>
            <a:xfrm>
              <a:off x="3100900" y="2321825"/>
              <a:ext cx="67425" cy="28100"/>
            </a:xfrm>
            <a:custGeom>
              <a:avLst/>
              <a:gdLst/>
              <a:ahLst/>
              <a:cxnLst/>
              <a:rect l="l" t="t" r="r" b="b"/>
              <a:pathLst>
                <a:path w="2697" h="1124" extrusionOk="0">
                  <a:moveTo>
                    <a:pt x="2640" y="0"/>
                  </a:moveTo>
                  <a:lnTo>
                    <a:pt x="113" y="899"/>
                  </a:lnTo>
                  <a:cubicBezTo>
                    <a:pt x="57" y="899"/>
                    <a:pt x="0" y="1011"/>
                    <a:pt x="0" y="1067"/>
                  </a:cubicBezTo>
                  <a:cubicBezTo>
                    <a:pt x="57" y="1067"/>
                    <a:pt x="57" y="1124"/>
                    <a:pt x="113" y="1124"/>
                  </a:cubicBezTo>
                  <a:lnTo>
                    <a:pt x="169" y="1124"/>
                  </a:lnTo>
                  <a:lnTo>
                    <a:pt x="2696" y="225"/>
                  </a:lnTo>
                  <a:cubicBezTo>
                    <a:pt x="2696" y="113"/>
                    <a:pt x="2696" y="56"/>
                    <a:pt x="264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8" name="Google Shape;12798;p27"/>
            <p:cNvSpPr/>
            <p:nvPr/>
          </p:nvSpPr>
          <p:spPr>
            <a:xfrm>
              <a:off x="3140225" y="2392025"/>
              <a:ext cx="63200" cy="40750"/>
            </a:xfrm>
            <a:custGeom>
              <a:avLst/>
              <a:gdLst/>
              <a:ahLst/>
              <a:cxnLst/>
              <a:rect l="l" t="t" r="r" b="b"/>
              <a:pathLst>
                <a:path w="2528" h="1630" extrusionOk="0">
                  <a:moveTo>
                    <a:pt x="2415" y="0"/>
                  </a:moveTo>
                  <a:lnTo>
                    <a:pt x="56" y="1405"/>
                  </a:lnTo>
                  <a:cubicBezTo>
                    <a:pt x="0" y="1461"/>
                    <a:pt x="0" y="1517"/>
                    <a:pt x="0" y="1573"/>
                  </a:cubicBezTo>
                  <a:cubicBezTo>
                    <a:pt x="56" y="1629"/>
                    <a:pt x="56" y="1629"/>
                    <a:pt x="112" y="1629"/>
                  </a:cubicBezTo>
                  <a:lnTo>
                    <a:pt x="169" y="1629"/>
                  </a:lnTo>
                  <a:lnTo>
                    <a:pt x="2527" y="225"/>
                  </a:lnTo>
                  <a:lnTo>
                    <a:pt x="241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799" name="Google Shape;12799;p27"/>
            <p:cNvSpPr/>
            <p:nvPr/>
          </p:nvSpPr>
          <p:spPr>
            <a:xfrm>
              <a:off x="3119150" y="2358325"/>
              <a:ext cx="66025" cy="35125"/>
            </a:xfrm>
            <a:custGeom>
              <a:avLst/>
              <a:gdLst/>
              <a:ahLst/>
              <a:cxnLst/>
              <a:rect l="l" t="t" r="r" b="b"/>
              <a:pathLst>
                <a:path w="2641" h="1405" extrusionOk="0">
                  <a:moveTo>
                    <a:pt x="2528" y="1"/>
                  </a:moveTo>
                  <a:lnTo>
                    <a:pt x="57" y="1180"/>
                  </a:lnTo>
                  <a:cubicBezTo>
                    <a:pt x="1" y="1180"/>
                    <a:pt x="1" y="1236"/>
                    <a:pt x="1" y="1348"/>
                  </a:cubicBezTo>
                  <a:cubicBezTo>
                    <a:pt x="1" y="1348"/>
                    <a:pt x="57" y="1405"/>
                    <a:pt x="113" y="1405"/>
                  </a:cubicBezTo>
                  <a:lnTo>
                    <a:pt x="169" y="1405"/>
                  </a:lnTo>
                  <a:lnTo>
                    <a:pt x="2640" y="225"/>
                  </a:lnTo>
                  <a:lnTo>
                    <a:pt x="252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0" name="Google Shape;12800;p27"/>
            <p:cNvSpPr/>
            <p:nvPr/>
          </p:nvSpPr>
          <p:spPr>
            <a:xfrm>
              <a:off x="3166900" y="2425725"/>
              <a:ext cx="60400" cy="46350"/>
            </a:xfrm>
            <a:custGeom>
              <a:avLst/>
              <a:gdLst/>
              <a:ahLst/>
              <a:cxnLst/>
              <a:rect l="l" t="t" r="r" b="b"/>
              <a:pathLst>
                <a:path w="2416" h="1854" extrusionOk="0">
                  <a:moveTo>
                    <a:pt x="2191" y="0"/>
                  </a:moveTo>
                  <a:lnTo>
                    <a:pt x="56" y="1629"/>
                  </a:lnTo>
                  <a:cubicBezTo>
                    <a:pt x="0" y="1685"/>
                    <a:pt x="0" y="1742"/>
                    <a:pt x="56" y="1798"/>
                  </a:cubicBezTo>
                  <a:cubicBezTo>
                    <a:pt x="56" y="1798"/>
                    <a:pt x="113" y="1854"/>
                    <a:pt x="169" y="1854"/>
                  </a:cubicBezTo>
                  <a:lnTo>
                    <a:pt x="225" y="1854"/>
                  </a:lnTo>
                  <a:lnTo>
                    <a:pt x="2415" y="225"/>
                  </a:lnTo>
                  <a:lnTo>
                    <a:pt x="219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1" name="Google Shape;12801;p27"/>
            <p:cNvSpPr/>
            <p:nvPr/>
          </p:nvSpPr>
          <p:spPr>
            <a:xfrm>
              <a:off x="3078425" y="2246000"/>
              <a:ext cx="71650" cy="15475"/>
            </a:xfrm>
            <a:custGeom>
              <a:avLst/>
              <a:gdLst/>
              <a:ahLst/>
              <a:cxnLst/>
              <a:rect l="l" t="t" r="r" b="b"/>
              <a:pathLst>
                <a:path w="2866" h="619" extrusionOk="0">
                  <a:moveTo>
                    <a:pt x="2809" y="0"/>
                  </a:moveTo>
                  <a:lnTo>
                    <a:pt x="113" y="393"/>
                  </a:lnTo>
                  <a:cubicBezTo>
                    <a:pt x="57" y="393"/>
                    <a:pt x="1" y="450"/>
                    <a:pt x="57" y="506"/>
                  </a:cubicBezTo>
                  <a:cubicBezTo>
                    <a:pt x="57" y="562"/>
                    <a:pt x="57" y="618"/>
                    <a:pt x="169" y="618"/>
                  </a:cubicBezTo>
                  <a:lnTo>
                    <a:pt x="2865" y="225"/>
                  </a:lnTo>
                  <a:cubicBezTo>
                    <a:pt x="2865" y="113"/>
                    <a:pt x="2809" y="56"/>
                    <a:pt x="28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2" name="Google Shape;12802;p27"/>
            <p:cNvSpPr/>
            <p:nvPr/>
          </p:nvSpPr>
          <p:spPr>
            <a:xfrm>
              <a:off x="3194975" y="2455200"/>
              <a:ext cx="54775" cy="50575"/>
            </a:xfrm>
            <a:custGeom>
              <a:avLst/>
              <a:gdLst/>
              <a:ahLst/>
              <a:cxnLst/>
              <a:rect l="l" t="t" r="r" b="b"/>
              <a:pathLst>
                <a:path w="2191" h="2023" extrusionOk="0">
                  <a:moveTo>
                    <a:pt x="2022" y="1"/>
                  </a:moveTo>
                  <a:lnTo>
                    <a:pt x="0" y="1854"/>
                  </a:lnTo>
                  <a:cubicBezTo>
                    <a:pt x="0" y="1910"/>
                    <a:pt x="0" y="1967"/>
                    <a:pt x="0" y="2023"/>
                  </a:cubicBezTo>
                  <a:lnTo>
                    <a:pt x="169" y="2023"/>
                  </a:lnTo>
                  <a:lnTo>
                    <a:pt x="2191" y="169"/>
                  </a:lnTo>
                  <a:lnTo>
                    <a:pt x="202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3" name="Google Shape;12803;p27"/>
            <p:cNvSpPr/>
            <p:nvPr/>
          </p:nvSpPr>
          <p:spPr>
            <a:xfrm>
              <a:off x="3088250" y="2285300"/>
              <a:ext cx="68850" cy="22500"/>
            </a:xfrm>
            <a:custGeom>
              <a:avLst/>
              <a:gdLst/>
              <a:ahLst/>
              <a:cxnLst/>
              <a:rect l="l" t="t" r="r" b="b"/>
              <a:pathLst>
                <a:path w="2754" h="900" extrusionOk="0">
                  <a:moveTo>
                    <a:pt x="2753" y="1"/>
                  </a:moveTo>
                  <a:lnTo>
                    <a:pt x="113" y="675"/>
                  </a:lnTo>
                  <a:cubicBezTo>
                    <a:pt x="1" y="675"/>
                    <a:pt x="1" y="731"/>
                    <a:pt x="1" y="787"/>
                  </a:cubicBezTo>
                  <a:cubicBezTo>
                    <a:pt x="1" y="843"/>
                    <a:pt x="57" y="900"/>
                    <a:pt x="113" y="900"/>
                  </a:cubicBezTo>
                  <a:lnTo>
                    <a:pt x="2753" y="226"/>
                  </a:lnTo>
                  <a:cubicBezTo>
                    <a:pt x="2753" y="169"/>
                    <a:pt x="2753" y="57"/>
                    <a:pt x="2753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4" name="Google Shape;12804;p27"/>
            <p:cNvSpPr/>
            <p:nvPr/>
          </p:nvSpPr>
          <p:spPr>
            <a:xfrm>
              <a:off x="3561450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225" y="0"/>
                  </a:moveTo>
                  <a:lnTo>
                    <a:pt x="0" y="57"/>
                  </a:lnTo>
                  <a:lnTo>
                    <a:pt x="113" y="2753"/>
                  </a:lnTo>
                  <a:cubicBezTo>
                    <a:pt x="113" y="2809"/>
                    <a:pt x="169" y="2865"/>
                    <a:pt x="225" y="2865"/>
                  </a:cubicBezTo>
                  <a:cubicBezTo>
                    <a:pt x="281" y="2865"/>
                    <a:pt x="337" y="2809"/>
                    <a:pt x="337" y="2753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5" name="Google Shape;12805;p27"/>
            <p:cNvSpPr/>
            <p:nvPr/>
          </p:nvSpPr>
          <p:spPr>
            <a:xfrm>
              <a:off x="3075625" y="2206675"/>
              <a:ext cx="70225" cy="9850"/>
            </a:xfrm>
            <a:custGeom>
              <a:avLst/>
              <a:gdLst/>
              <a:ahLst/>
              <a:cxnLst/>
              <a:rect l="l" t="t" r="r" b="b"/>
              <a:pathLst>
                <a:path w="2809" h="394" extrusionOk="0">
                  <a:moveTo>
                    <a:pt x="2809" y="1"/>
                  </a:moveTo>
                  <a:lnTo>
                    <a:pt x="113" y="169"/>
                  </a:lnTo>
                  <a:cubicBezTo>
                    <a:pt x="0" y="169"/>
                    <a:pt x="0" y="225"/>
                    <a:pt x="0" y="282"/>
                  </a:cubicBezTo>
                  <a:cubicBezTo>
                    <a:pt x="0" y="338"/>
                    <a:pt x="57" y="394"/>
                    <a:pt x="113" y="394"/>
                  </a:cubicBezTo>
                  <a:lnTo>
                    <a:pt x="2809" y="225"/>
                  </a:lnTo>
                  <a:lnTo>
                    <a:pt x="280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6" name="Google Shape;12806;p27"/>
            <p:cNvSpPr/>
            <p:nvPr/>
          </p:nvSpPr>
          <p:spPr>
            <a:xfrm>
              <a:off x="3426650" y="2577375"/>
              <a:ext cx="22500" cy="68825"/>
            </a:xfrm>
            <a:custGeom>
              <a:avLst/>
              <a:gdLst/>
              <a:ahLst/>
              <a:cxnLst/>
              <a:rect l="l" t="t" r="r" b="b"/>
              <a:pathLst>
                <a:path w="900" h="2753" extrusionOk="0">
                  <a:moveTo>
                    <a:pt x="675" y="0"/>
                  </a:moveTo>
                  <a:lnTo>
                    <a:pt x="1" y="2640"/>
                  </a:lnTo>
                  <a:cubicBezTo>
                    <a:pt x="1" y="2696"/>
                    <a:pt x="57" y="2752"/>
                    <a:pt x="113" y="2752"/>
                  </a:cubicBezTo>
                  <a:cubicBezTo>
                    <a:pt x="169" y="2752"/>
                    <a:pt x="169" y="2696"/>
                    <a:pt x="225" y="2696"/>
                  </a:cubicBezTo>
                  <a:lnTo>
                    <a:pt x="899" y="56"/>
                  </a:lnTo>
                  <a:lnTo>
                    <a:pt x="67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7" name="Google Shape;12807;p27"/>
            <p:cNvSpPr/>
            <p:nvPr/>
          </p:nvSpPr>
          <p:spPr>
            <a:xfrm>
              <a:off x="3384525" y="2566125"/>
              <a:ext cx="26700" cy="67425"/>
            </a:xfrm>
            <a:custGeom>
              <a:avLst/>
              <a:gdLst/>
              <a:ahLst/>
              <a:cxnLst/>
              <a:rect l="l" t="t" r="r" b="b"/>
              <a:pathLst>
                <a:path w="1068" h="2697" extrusionOk="0">
                  <a:moveTo>
                    <a:pt x="899" y="1"/>
                  </a:moveTo>
                  <a:lnTo>
                    <a:pt x="1" y="2528"/>
                  </a:lnTo>
                  <a:cubicBezTo>
                    <a:pt x="1" y="2584"/>
                    <a:pt x="1" y="2641"/>
                    <a:pt x="57" y="2697"/>
                  </a:cubicBezTo>
                  <a:cubicBezTo>
                    <a:pt x="113" y="2697"/>
                    <a:pt x="169" y="2641"/>
                    <a:pt x="169" y="2584"/>
                  </a:cubicBezTo>
                  <a:lnTo>
                    <a:pt x="1068" y="57"/>
                  </a:lnTo>
                  <a:lnTo>
                    <a:pt x="89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8" name="Google Shape;12808;p27"/>
            <p:cNvSpPr/>
            <p:nvPr/>
          </p:nvSpPr>
          <p:spPr>
            <a:xfrm>
              <a:off x="3227275" y="2484700"/>
              <a:ext cx="50575" cy="54775"/>
            </a:xfrm>
            <a:custGeom>
              <a:avLst/>
              <a:gdLst/>
              <a:ahLst/>
              <a:cxnLst/>
              <a:rect l="l" t="t" r="r" b="b"/>
              <a:pathLst>
                <a:path w="2023" h="2191" extrusionOk="0">
                  <a:moveTo>
                    <a:pt x="1854" y="0"/>
                  </a:moveTo>
                  <a:lnTo>
                    <a:pt x="0" y="2022"/>
                  </a:lnTo>
                  <a:cubicBezTo>
                    <a:pt x="0" y="2078"/>
                    <a:pt x="0" y="2135"/>
                    <a:pt x="0" y="2191"/>
                  </a:cubicBezTo>
                  <a:lnTo>
                    <a:pt x="169" y="2191"/>
                  </a:lnTo>
                  <a:lnTo>
                    <a:pt x="2022" y="113"/>
                  </a:lnTo>
                  <a:lnTo>
                    <a:pt x="185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09" name="Google Shape;12809;p27"/>
            <p:cNvSpPr/>
            <p:nvPr/>
          </p:nvSpPr>
          <p:spPr>
            <a:xfrm>
              <a:off x="3517925" y="2588600"/>
              <a:ext cx="8450" cy="71625"/>
            </a:xfrm>
            <a:custGeom>
              <a:avLst/>
              <a:gdLst/>
              <a:ahLst/>
              <a:cxnLst/>
              <a:rect l="l" t="t" r="r" b="b"/>
              <a:pathLst>
                <a:path w="338" h="2865" extrusionOk="0">
                  <a:moveTo>
                    <a:pt x="113" y="0"/>
                  </a:moveTo>
                  <a:lnTo>
                    <a:pt x="0" y="2753"/>
                  </a:lnTo>
                  <a:cubicBezTo>
                    <a:pt x="0" y="2809"/>
                    <a:pt x="56" y="2865"/>
                    <a:pt x="113" y="2865"/>
                  </a:cubicBezTo>
                  <a:cubicBezTo>
                    <a:pt x="169" y="2865"/>
                    <a:pt x="225" y="2809"/>
                    <a:pt x="225" y="2753"/>
                  </a:cubicBez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0" name="Google Shape;12810;p27"/>
            <p:cNvSpPr/>
            <p:nvPr/>
          </p:nvSpPr>
          <p:spPr>
            <a:xfrm>
              <a:off x="3341000" y="2549275"/>
              <a:ext cx="33725" cy="66025"/>
            </a:xfrm>
            <a:custGeom>
              <a:avLst/>
              <a:gdLst/>
              <a:ahLst/>
              <a:cxnLst/>
              <a:rect l="l" t="t" r="r" b="b"/>
              <a:pathLst>
                <a:path w="1349" h="2641" extrusionOk="0">
                  <a:moveTo>
                    <a:pt x="1180" y="1"/>
                  </a:moveTo>
                  <a:lnTo>
                    <a:pt x="1" y="2472"/>
                  </a:lnTo>
                  <a:cubicBezTo>
                    <a:pt x="1" y="2528"/>
                    <a:pt x="1" y="2584"/>
                    <a:pt x="57" y="2641"/>
                  </a:cubicBezTo>
                  <a:lnTo>
                    <a:pt x="113" y="2641"/>
                  </a:lnTo>
                  <a:cubicBezTo>
                    <a:pt x="169" y="2641"/>
                    <a:pt x="169" y="2584"/>
                    <a:pt x="225" y="2584"/>
                  </a:cubicBezTo>
                  <a:lnTo>
                    <a:pt x="1349" y="113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1" name="Google Shape;12811;p27"/>
            <p:cNvSpPr/>
            <p:nvPr/>
          </p:nvSpPr>
          <p:spPr>
            <a:xfrm>
              <a:off x="3262375" y="2508575"/>
              <a:ext cx="46350" cy="59000"/>
            </a:xfrm>
            <a:custGeom>
              <a:avLst/>
              <a:gdLst/>
              <a:ahLst/>
              <a:cxnLst/>
              <a:rect l="l" t="t" r="r" b="b"/>
              <a:pathLst>
                <a:path w="1854" h="2360" extrusionOk="0">
                  <a:moveTo>
                    <a:pt x="1629" y="0"/>
                  </a:moveTo>
                  <a:lnTo>
                    <a:pt x="0" y="2191"/>
                  </a:lnTo>
                  <a:cubicBezTo>
                    <a:pt x="0" y="2247"/>
                    <a:pt x="0" y="2303"/>
                    <a:pt x="0" y="2359"/>
                  </a:cubicBezTo>
                  <a:lnTo>
                    <a:pt x="113" y="2359"/>
                  </a:lnTo>
                  <a:cubicBezTo>
                    <a:pt x="113" y="2359"/>
                    <a:pt x="169" y="2359"/>
                    <a:pt x="169" y="2303"/>
                  </a:cubicBezTo>
                  <a:lnTo>
                    <a:pt x="1854" y="169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2" name="Google Shape;12812;p27"/>
            <p:cNvSpPr/>
            <p:nvPr/>
          </p:nvSpPr>
          <p:spPr>
            <a:xfrm>
              <a:off x="3300275" y="2531025"/>
              <a:ext cx="40750" cy="63225"/>
            </a:xfrm>
            <a:custGeom>
              <a:avLst/>
              <a:gdLst/>
              <a:ahLst/>
              <a:cxnLst/>
              <a:rect l="l" t="t" r="r" b="b"/>
              <a:pathLst>
                <a:path w="1630" h="2529" extrusionOk="0">
                  <a:moveTo>
                    <a:pt x="1461" y="1"/>
                  </a:moveTo>
                  <a:lnTo>
                    <a:pt x="57" y="2360"/>
                  </a:lnTo>
                  <a:cubicBezTo>
                    <a:pt x="1" y="2416"/>
                    <a:pt x="1" y="2472"/>
                    <a:pt x="57" y="2528"/>
                  </a:cubicBezTo>
                  <a:lnTo>
                    <a:pt x="113" y="2528"/>
                  </a:lnTo>
                  <a:cubicBezTo>
                    <a:pt x="169" y="2528"/>
                    <a:pt x="169" y="2472"/>
                    <a:pt x="225" y="2472"/>
                  </a:cubicBezTo>
                  <a:lnTo>
                    <a:pt x="1630" y="113"/>
                  </a:lnTo>
                  <a:lnTo>
                    <a:pt x="14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3" name="Google Shape;12813;p27"/>
            <p:cNvSpPr/>
            <p:nvPr/>
          </p:nvSpPr>
          <p:spPr>
            <a:xfrm>
              <a:off x="3065800" y="1831775"/>
              <a:ext cx="836875" cy="718050"/>
            </a:xfrm>
            <a:custGeom>
              <a:avLst/>
              <a:gdLst/>
              <a:ahLst/>
              <a:cxnLst/>
              <a:rect l="l" t="t" r="r" b="b"/>
              <a:pathLst>
                <a:path w="33475" h="28722" extrusionOk="0">
                  <a:moveTo>
                    <a:pt x="19038" y="344"/>
                  </a:moveTo>
                  <a:cubicBezTo>
                    <a:pt x="26234" y="344"/>
                    <a:pt x="33137" y="5917"/>
                    <a:pt x="33137" y="14323"/>
                  </a:cubicBezTo>
                  <a:cubicBezTo>
                    <a:pt x="33081" y="22073"/>
                    <a:pt x="26847" y="28308"/>
                    <a:pt x="19152" y="28308"/>
                  </a:cubicBezTo>
                  <a:cubicBezTo>
                    <a:pt x="6684" y="28308"/>
                    <a:pt x="450" y="13256"/>
                    <a:pt x="9267" y="4438"/>
                  </a:cubicBezTo>
                  <a:cubicBezTo>
                    <a:pt x="12114" y="1610"/>
                    <a:pt x="15609" y="344"/>
                    <a:pt x="19038" y="344"/>
                  </a:cubicBezTo>
                  <a:close/>
                  <a:moveTo>
                    <a:pt x="19152" y="1"/>
                  </a:moveTo>
                  <a:cubicBezTo>
                    <a:pt x="6347" y="1"/>
                    <a:pt x="0" y="15446"/>
                    <a:pt x="8987" y="24489"/>
                  </a:cubicBezTo>
                  <a:cubicBezTo>
                    <a:pt x="11910" y="27412"/>
                    <a:pt x="15503" y="28721"/>
                    <a:pt x="19027" y="28721"/>
                  </a:cubicBezTo>
                  <a:cubicBezTo>
                    <a:pt x="26402" y="28721"/>
                    <a:pt x="33474" y="22988"/>
                    <a:pt x="33474" y="14323"/>
                  </a:cubicBezTo>
                  <a:cubicBezTo>
                    <a:pt x="33474" y="6404"/>
                    <a:pt x="27072" y="1"/>
                    <a:pt x="1915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4" name="Google Shape;12814;p27"/>
            <p:cNvSpPr/>
            <p:nvPr/>
          </p:nvSpPr>
          <p:spPr>
            <a:xfrm>
              <a:off x="3427300" y="2075175"/>
              <a:ext cx="42900" cy="41675"/>
            </a:xfrm>
            <a:custGeom>
              <a:avLst/>
              <a:gdLst/>
              <a:ahLst/>
              <a:cxnLst/>
              <a:rect l="l" t="t" r="r" b="b"/>
              <a:pathLst>
                <a:path w="1716" h="1667" extrusionOk="0">
                  <a:moveTo>
                    <a:pt x="172" y="0"/>
                  </a:moveTo>
                  <a:cubicBezTo>
                    <a:pt x="80" y="0"/>
                    <a:pt x="1" y="120"/>
                    <a:pt x="87" y="206"/>
                  </a:cubicBezTo>
                  <a:lnTo>
                    <a:pt x="1547" y="1666"/>
                  </a:lnTo>
                  <a:lnTo>
                    <a:pt x="1716" y="1498"/>
                  </a:lnTo>
                  <a:lnTo>
                    <a:pt x="255" y="37"/>
                  </a:lnTo>
                  <a:cubicBezTo>
                    <a:pt x="229" y="11"/>
                    <a:pt x="200" y="0"/>
                    <a:pt x="1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5" name="Google Shape;12815;p27"/>
            <p:cNvSpPr/>
            <p:nvPr/>
          </p:nvSpPr>
          <p:spPr>
            <a:xfrm>
              <a:off x="3329775" y="2185625"/>
              <a:ext cx="106725" cy="5625"/>
            </a:xfrm>
            <a:custGeom>
              <a:avLst/>
              <a:gdLst/>
              <a:ahLst/>
              <a:cxnLst/>
              <a:rect l="l" t="t" r="r" b="b"/>
              <a:pathLst>
                <a:path w="4269" h="225" extrusionOk="0">
                  <a:moveTo>
                    <a:pt x="113" y="0"/>
                  </a:moveTo>
                  <a:cubicBezTo>
                    <a:pt x="56" y="0"/>
                    <a:pt x="0" y="56"/>
                    <a:pt x="0" y="113"/>
                  </a:cubicBezTo>
                  <a:cubicBezTo>
                    <a:pt x="0" y="169"/>
                    <a:pt x="56" y="225"/>
                    <a:pt x="113" y="225"/>
                  </a:cubicBezTo>
                  <a:lnTo>
                    <a:pt x="4269" y="225"/>
                  </a:lnTo>
                  <a:lnTo>
                    <a:pt x="4269" y="169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6" name="Google Shape;12816;p27"/>
            <p:cNvSpPr/>
            <p:nvPr/>
          </p:nvSpPr>
          <p:spPr>
            <a:xfrm>
              <a:off x="3539675" y="1977100"/>
              <a:ext cx="6350" cy="106050"/>
            </a:xfrm>
            <a:custGeom>
              <a:avLst/>
              <a:gdLst/>
              <a:ahLst/>
              <a:cxnLst/>
              <a:rect l="l" t="t" r="r" b="b"/>
              <a:pathLst>
                <a:path w="254" h="4242" extrusionOk="0">
                  <a:moveTo>
                    <a:pt x="120" y="1"/>
                  </a:moveTo>
                  <a:cubicBezTo>
                    <a:pt x="57" y="1"/>
                    <a:pt x="1" y="29"/>
                    <a:pt x="29" y="85"/>
                  </a:cubicBezTo>
                  <a:lnTo>
                    <a:pt x="29" y="4241"/>
                  </a:lnTo>
                  <a:lnTo>
                    <a:pt x="254" y="4241"/>
                  </a:lnTo>
                  <a:lnTo>
                    <a:pt x="254" y="85"/>
                  </a:lnTo>
                  <a:cubicBezTo>
                    <a:pt x="254" y="29"/>
                    <a:pt x="183" y="1"/>
                    <a:pt x="12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7" name="Google Shape;12817;p27"/>
            <p:cNvSpPr/>
            <p:nvPr/>
          </p:nvSpPr>
          <p:spPr>
            <a:xfrm>
              <a:off x="3390150" y="2036775"/>
              <a:ext cx="366500" cy="365100"/>
            </a:xfrm>
            <a:custGeom>
              <a:avLst/>
              <a:gdLst/>
              <a:ahLst/>
              <a:cxnLst/>
              <a:rect l="l" t="t" r="r" b="b"/>
              <a:pathLst>
                <a:path w="14660" h="14604" extrusionOk="0">
                  <a:moveTo>
                    <a:pt x="7976" y="1"/>
                  </a:moveTo>
                  <a:lnTo>
                    <a:pt x="7751" y="731"/>
                  </a:lnTo>
                  <a:cubicBezTo>
                    <a:pt x="8593" y="1012"/>
                    <a:pt x="9324" y="1461"/>
                    <a:pt x="9998" y="2079"/>
                  </a:cubicBezTo>
                  <a:lnTo>
                    <a:pt x="9099" y="2978"/>
                  </a:lnTo>
                  <a:cubicBezTo>
                    <a:pt x="9155" y="2978"/>
                    <a:pt x="9211" y="3034"/>
                    <a:pt x="9267" y="3090"/>
                  </a:cubicBezTo>
                  <a:lnTo>
                    <a:pt x="10166" y="2247"/>
                  </a:lnTo>
                  <a:cubicBezTo>
                    <a:pt x="11121" y="3258"/>
                    <a:pt x="11683" y="4550"/>
                    <a:pt x="11739" y="5954"/>
                  </a:cubicBezTo>
                  <a:lnTo>
                    <a:pt x="10503" y="5954"/>
                  </a:lnTo>
                  <a:lnTo>
                    <a:pt x="10503" y="6123"/>
                  </a:lnTo>
                  <a:lnTo>
                    <a:pt x="10503" y="6179"/>
                  </a:lnTo>
                  <a:lnTo>
                    <a:pt x="11739" y="6179"/>
                  </a:lnTo>
                  <a:cubicBezTo>
                    <a:pt x="11683" y="7583"/>
                    <a:pt x="11121" y="8931"/>
                    <a:pt x="10166" y="9998"/>
                  </a:cubicBezTo>
                  <a:lnTo>
                    <a:pt x="9324" y="9099"/>
                  </a:lnTo>
                  <a:lnTo>
                    <a:pt x="9155" y="9268"/>
                  </a:lnTo>
                  <a:lnTo>
                    <a:pt x="9998" y="10110"/>
                  </a:lnTo>
                  <a:cubicBezTo>
                    <a:pt x="8987" y="11121"/>
                    <a:pt x="7639" y="11683"/>
                    <a:pt x="6235" y="11683"/>
                  </a:cubicBezTo>
                  <a:lnTo>
                    <a:pt x="6235" y="10447"/>
                  </a:lnTo>
                  <a:lnTo>
                    <a:pt x="6010" y="10447"/>
                  </a:lnTo>
                  <a:lnTo>
                    <a:pt x="6010" y="11683"/>
                  </a:lnTo>
                  <a:cubicBezTo>
                    <a:pt x="4550" y="11683"/>
                    <a:pt x="3202" y="11121"/>
                    <a:pt x="2191" y="10110"/>
                  </a:cubicBezTo>
                  <a:lnTo>
                    <a:pt x="3146" y="9212"/>
                  </a:lnTo>
                  <a:lnTo>
                    <a:pt x="2977" y="9043"/>
                  </a:lnTo>
                  <a:lnTo>
                    <a:pt x="2022" y="9942"/>
                  </a:lnTo>
                  <a:cubicBezTo>
                    <a:pt x="1461" y="9324"/>
                    <a:pt x="1011" y="8594"/>
                    <a:pt x="730" y="7752"/>
                  </a:cubicBezTo>
                  <a:lnTo>
                    <a:pt x="0" y="7976"/>
                  </a:lnTo>
                  <a:cubicBezTo>
                    <a:pt x="787" y="10616"/>
                    <a:pt x="3202" y="12469"/>
                    <a:pt x="6010" y="12469"/>
                  </a:cubicBezTo>
                  <a:lnTo>
                    <a:pt x="6010" y="14491"/>
                  </a:lnTo>
                  <a:cubicBezTo>
                    <a:pt x="6010" y="14547"/>
                    <a:pt x="6066" y="14547"/>
                    <a:pt x="6122" y="14604"/>
                  </a:cubicBezTo>
                  <a:cubicBezTo>
                    <a:pt x="6178" y="14604"/>
                    <a:pt x="6178" y="14547"/>
                    <a:pt x="6235" y="14491"/>
                  </a:cubicBezTo>
                  <a:lnTo>
                    <a:pt x="6235" y="12526"/>
                  </a:lnTo>
                  <a:cubicBezTo>
                    <a:pt x="9661" y="12469"/>
                    <a:pt x="12469" y="9661"/>
                    <a:pt x="12525" y="6179"/>
                  </a:cubicBezTo>
                  <a:lnTo>
                    <a:pt x="14547" y="6179"/>
                  </a:lnTo>
                  <a:cubicBezTo>
                    <a:pt x="14603" y="6179"/>
                    <a:pt x="14659" y="6123"/>
                    <a:pt x="14659" y="6067"/>
                  </a:cubicBezTo>
                  <a:cubicBezTo>
                    <a:pt x="14659" y="6010"/>
                    <a:pt x="14603" y="5954"/>
                    <a:pt x="14547" y="5954"/>
                  </a:cubicBezTo>
                  <a:lnTo>
                    <a:pt x="12525" y="5954"/>
                  </a:lnTo>
                  <a:cubicBezTo>
                    <a:pt x="12469" y="4325"/>
                    <a:pt x="11795" y="2753"/>
                    <a:pt x="10672" y="1630"/>
                  </a:cubicBezTo>
                  <a:lnTo>
                    <a:pt x="10672" y="1573"/>
                  </a:lnTo>
                  <a:cubicBezTo>
                    <a:pt x="9885" y="843"/>
                    <a:pt x="8987" y="282"/>
                    <a:pt x="7976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8" name="Google Shape;12818;p27"/>
            <p:cNvSpPr/>
            <p:nvPr/>
          </p:nvSpPr>
          <p:spPr>
            <a:xfrm>
              <a:off x="3238500" y="1894975"/>
              <a:ext cx="659950" cy="590600"/>
            </a:xfrm>
            <a:custGeom>
              <a:avLst/>
              <a:gdLst/>
              <a:ahLst/>
              <a:cxnLst/>
              <a:rect l="l" t="t" r="r" b="b"/>
              <a:pathLst>
                <a:path w="26398" h="23624" extrusionOk="0">
                  <a:moveTo>
                    <a:pt x="12244" y="0"/>
                  </a:moveTo>
                  <a:lnTo>
                    <a:pt x="12244" y="1067"/>
                  </a:lnTo>
                  <a:lnTo>
                    <a:pt x="12076" y="1067"/>
                  </a:lnTo>
                  <a:cubicBezTo>
                    <a:pt x="11177" y="1067"/>
                    <a:pt x="10223" y="1180"/>
                    <a:pt x="9380" y="1404"/>
                  </a:cubicBezTo>
                  <a:lnTo>
                    <a:pt x="9436" y="1685"/>
                  </a:lnTo>
                  <a:cubicBezTo>
                    <a:pt x="8706" y="1854"/>
                    <a:pt x="7976" y="2134"/>
                    <a:pt x="7302" y="2471"/>
                  </a:cubicBezTo>
                  <a:lnTo>
                    <a:pt x="7190" y="2191"/>
                  </a:lnTo>
                  <a:cubicBezTo>
                    <a:pt x="2303" y="4662"/>
                    <a:pt x="1" y="10334"/>
                    <a:pt x="1798" y="15445"/>
                  </a:cubicBezTo>
                  <a:lnTo>
                    <a:pt x="2079" y="15389"/>
                  </a:lnTo>
                  <a:cubicBezTo>
                    <a:pt x="3580" y="19561"/>
                    <a:pt x="7506" y="22411"/>
                    <a:pt x="11946" y="22411"/>
                  </a:cubicBezTo>
                  <a:cubicBezTo>
                    <a:pt x="11989" y="22411"/>
                    <a:pt x="12033" y="22410"/>
                    <a:pt x="12076" y="22410"/>
                  </a:cubicBezTo>
                  <a:lnTo>
                    <a:pt x="12076" y="20837"/>
                  </a:lnTo>
                  <a:cubicBezTo>
                    <a:pt x="7807" y="20837"/>
                    <a:pt x="4157" y="17861"/>
                    <a:pt x="3314" y="13704"/>
                  </a:cubicBezTo>
                  <a:cubicBezTo>
                    <a:pt x="3202" y="13087"/>
                    <a:pt x="3146" y="12469"/>
                    <a:pt x="3146" y="11907"/>
                  </a:cubicBezTo>
                  <a:lnTo>
                    <a:pt x="2416" y="11907"/>
                  </a:lnTo>
                  <a:cubicBezTo>
                    <a:pt x="2416" y="9380"/>
                    <a:pt x="3427" y="6965"/>
                    <a:pt x="5168" y="5167"/>
                  </a:cubicBezTo>
                  <a:lnTo>
                    <a:pt x="5673" y="5617"/>
                  </a:lnTo>
                  <a:cubicBezTo>
                    <a:pt x="7419" y="3871"/>
                    <a:pt x="9729" y="2952"/>
                    <a:pt x="12141" y="2952"/>
                  </a:cubicBezTo>
                  <a:cubicBezTo>
                    <a:pt x="12677" y="2952"/>
                    <a:pt x="13219" y="2997"/>
                    <a:pt x="13761" y="3089"/>
                  </a:cubicBezTo>
                  <a:lnTo>
                    <a:pt x="13873" y="2415"/>
                  </a:lnTo>
                  <a:cubicBezTo>
                    <a:pt x="14659" y="2528"/>
                    <a:pt x="15390" y="2808"/>
                    <a:pt x="16120" y="3089"/>
                  </a:cubicBezTo>
                  <a:lnTo>
                    <a:pt x="15839" y="3763"/>
                  </a:lnTo>
                  <a:cubicBezTo>
                    <a:pt x="16569" y="4100"/>
                    <a:pt x="17299" y="4550"/>
                    <a:pt x="17917" y="5167"/>
                  </a:cubicBezTo>
                  <a:lnTo>
                    <a:pt x="18366" y="4606"/>
                  </a:lnTo>
                  <a:cubicBezTo>
                    <a:pt x="21624" y="7414"/>
                    <a:pt x="22635" y="12076"/>
                    <a:pt x="20838" y="15951"/>
                  </a:cubicBezTo>
                  <a:lnTo>
                    <a:pt x="21905" y="16456"/>
                  </a:lnTo>
                  <a:cubicBezTo>
                    <a:pt x="22579" y="15052"/>
                    <a:pt x="22916" y="13480"/>
                    <a:pt x="22916" y="11907"/>
                  </a:cubicBezTo>
                  <a:cubicBezTo>
                    <a:pt x="22916" y="6571"/>
                    <a:pt x="19040" y="2078"/>
                    <a:pt x="13817" y="1236"/>
                  </a:cubicBezTo>
                  <a:lnTo>
                    <a:pt x="13817" y="1236"/>
                  </a:lnTo>
                  <a:cubicBezTo>
                    <a:pt x="21006" y="2247"/>
                    <a:pt x="25106" y="10110"/>
                    <a:pt x="21849" y="16625"/>
                  </a:cubicBezTo>
                  <a:cubicBezTo>
                    <a:pt x="19925" y="20505"/>
                    <a:pt x="16083" y="22583"/>
                    <a:pt x="12195" y="22583"/>
                  </a:cubicBezTo>
                  <a:cubicBezTo>
                    <a:pt x="9498" y="22583"/>
                    <a:pt x="6779" y="21583"/>
                    <a:pt x="4662" y="19489"/>
                  </a:cubicBezTo>
                  <a:lnTo>
                    <a:pt x="3876" y="20163"/>
                  </a:lnTo>
                  <a:cubicBezTo>
                    <a:pt x="6229" y="22516"/>
                    <a:pt x="9231" y="23623"/>
                    <a:pt x="12200" y="23623"/>
                  </a:cubicBezTo>
                  <a:cubicBezTo>
                    <a:pt x="16742" y="23623"/>
                    <a:pt x="21204" y="21031"/>
                    <a:pt x="23140" y="16344"/>
                  </a:cubicBezTo>
                  <a:cubicBezTo>
                    <a:pt x="26398" y="8537"/>
                    <a:pt x="20669" y="0"/>
                    <a:pt x="12244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19" name="Google Shape;12819;p27"/>
            <p:cNvSpPr/>
            <p:nvPr/>
          </p:nvSpPr>
          <p:spPr>
            <a:xfrm>
              <a:off x="3560050" y="2137875"/>
              <a:ext cx="33725" cy="33725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067" y="1"/>
                  </a:moveTo>
                  <a:lnTo>
                    <a:pt x="0" y="1068"/>
                  </a:lnTo>
                  <a:cubicBezTo>
                    <a:pt x="113" y="1124"/>
                    <a:pt x="225" y="1236"/>
                    <a:pt x="281" y="1349"/>
                  </a:cubicBezTo>
                  <a:lnTo>
                    <a:pt x="1348" y="281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0" name="Google Shape;12820;p27"/>
            <p:cNvSpPr/>
            <p:nvPr/>
          </p:nvSpPr>
          <p:spPr>
            <a:xfrm>
              <a:off x="3489850" y="2208075"/>
              <a:ext cx="32300" cy="33725"/>
            </a:xfrm>
            <a:custGeom>
              <a:avLst/>
              <a:gdLst/>
              <a:ahLst/>
              <a:cxnLst/>
              <a:rect l="l" t="t" r="r" b="b"/>
              <a:pathLst>
                <a:path w="1292" h="1349" extrusionOk="0">
                  <a:moveTo>
                    <a:pt x="1011" y="1"/>
                  </a:moveTo>
                  <a:lnTo>
                    <a:pt x="0" y="1068"/>
                  </a:lnTo>
                  <a:lnTo>
                    <a:pt x="281" y="1349"/>
                  </a:lnTo>
                  <a:lnTo>
                    <a:pt x="1292" y="282"/>
                  </a:lnTo>
                  <a:cubicBezTo>
                    <a:pt x="1179" y="226"/>
                    <a:pt x="1067" y="113"/>
                    <a:pt x="1011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1" name="Google Shape;12821;p27"/>
            <p:cNvSpPr/>
            <p:nvPr/>
          </p:nvSpPr>
          <p:spPr>
            <a:xfrm>
              <a:off x="3561450" y="2208075"/>
              <a:ext cx="32325" cy="33725"/>
            </a:xfrm>
            <a:custGeom>
              <a:avLst/>
              <a:gdLst/>
              <a:ahLst/>
              <a:cxnLst/>
              <a:rect l="l" t="t" r="r" b="b"/>
              <a:pathLst>
                <a:path w="1293" h="1349" extrusionOk="0">
                  <a:moveTo>
                    <a:pt x="281" y="1"/>
                  </a:moveTo>
                  <a:cubicBezTo>
                    <a:pt x="169" y="113"/>
                    <a:pt x="57" y="226"/>
                    <a:pt x="0" y="338"/>
                  </a:cubicBezTo>
                  <a:lnTo>
                    <a:pt x="1011" y="1349"/>
                  </a:lnTo>
                  <a:lnTo>
                    <a:pt x="1292" y="1068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2" name="Google Shape;12822;p27"/>
            <p:cNvSpPr/>
            <p:nvPr/>
          </p:nvSpPr>
          <p:spPr>
            <a:xfrm>
              <a:off x="3489850" y="2137875"/>
              <a:ext cx="33700" cy="33725"/>
            </a:xfrm>
            <a:custGeom>
              <a:avLst/>
              <a:gdLst/>
              <a:ahLst/>
              <a:cxnLst/>
              <a:rect l="l" t="t" r="r" b="b"/>
              <a:pathLst>
                <a:path w="1348" h="1349" extrusionOk="0">
                  <a:moveTo>
                    <a:pt x="281" y="1"/>
                  </a:moveTo>
                  <a:lnTo>
                    <a:pt x="0" y="281"/>
                  </a:lnTo>
                  <a:lnTo>
                    <a:pt x="1067" y="1349"/>
                  </a:lnTo>
                  <a:cubicBezTo>
                    <a:pt x="1123" y="1236"/>
                    <a:pt x="1236" y="1124"/>
                    <a:pt x="1348" y="1068"/>
                  </a:cubicBezTo>
                  <a:lnTo>
                    <a:pt x="28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3" name="Google Shape;12823;p27"/>
            <p:cNvSpPr/>
            <p:nvPr/>
          </p:nvSpPr>
          <p:spPr>
            <a:xfrm>
              <a:off x="3519325" y="2168775"/>
              <a:ext cx="51975" cy="44500"/>
            </a:xfrm>
            <a:custGeom>
              <a:avLst/>
              <a:gdLst/>
              <a:ahLst/>
              <a:cxnLst/>
              <a:rect l="l" t="t" r="r" b="b"/>
              <a:pathLst>
                <a:path w="2079" h="1780" extrusionOk="0">
                  <a:moveTo>
                    <a:pt x="899" y="0"/>
                  </a:moveTo>
                  <a:cubicBezTo>
                    <a:pt x="394" y="0"/>
                    <a:pt x="0" y="393"/>
                    <a:pt x="0" y="843"/>
                  </a:cubicBezTo>
                  <a:cubicBezTo>
                    <a:pt x="0" y="1414"/>
                    <a:pt x="440" y="1779"/>
                    <a:pt x="898" y="1779"/>
                  </a:cubicBezTo>
                  <a:cubicBezTo>
                    <a:pt x="1115" y="1779"/>
                    <a:pt x="1336" y="1697"/>
                    <a:pt x="1517" y="1517"/>
                  </a:cubicBezTo>
                  <a:cubicBezTo>
                    <a:pt x="2079" y="955"/>
                    <a:pt x="1685" y="0"/>
                    <a:pt x="89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4" name="Google Shape;12824;p27"/>
            <p:cNvSpPr/>
            <p:nvPr/>
          </p:nvSpPr>
          <p:spPr>
            <a:xfrm>
              <a:off x="2634725" y="2247400"/>
              <a:ext cx="370725" cy="209250"/>
            </a:xfrm>
            <a:custGeom>
              <a:avLst/>
              <a:gdLst/>
              <a:ahLst/>
              <a:cxnLst/>
              <a:rect l="l" t="t" r="r" b="b"/>
              <a:pathLst>
                <a:path w="14829" h="8370" extrusionOk="0">
                  <a:moveTo>
                    <a:pt x="11627" y="0"/>
                  </a:moveTo>
                  <a:lnTo>
                    <a:pt x="6965" y="8201"/>
                  </a:lnTo>
                  <a:lnTo>
                    <a:pt x="1" y="8201"/>
                  </a:lnTo>
                  <a:lnTo>
                    <a:pt x="1" y="8369"/>
                  </a:lnTo>
                  <a:lnTo>
                    <a:pt x="7078" y="8369"/>
                  </a:lnTo>
                  <a:lnTo>
                    <a:pt x="11739" y="169"/>
                  </a:lnTo>
                  <a:lnTo>
                    <a:pt x="14828" y="169"/>
                  </a:lnTo>
                  <a:lnTo>
                    <a:pt x="1482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5" name="Google Shape;12825;p27"/>
            <p:cNvSpPr/>
            <p:nvPr/>
          </p:nvSpPr>
          <p:spPr>
            <a:xfrm>
              <a:off x="2624900" y="2438350"/>
              <a:ext cx="28100" cy="28125"/>
            </a:xfrm>
            <a:custGeom>
              <a:avLst/>
              <a:gdLst/>
              <a:ahLst/>
              <a:cxnLst/>
              <a:rect l="l" t="t" r="r" b="b"/>
              <a:pathLst>
                <a:path w="1124" h="1125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6" name="Google Shape;12826;p27"/>
            <p:cNvSpPr/>
            <p:nvPr/>
          </p:nvSpPr>
          <p:spPr>
            <a:xfrm>
              <a:off x="2997000" y="2236175"/>
              <a:ext cx="26700" cy="26700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0" y="0"/>
                  </a:moveTo>
                  <a:lnTo>
                    <a:pt x="0" y="1067"/>
                  </a:lnTo>
                  <a:lnTo>
                    <a:pt x="1067" y="1067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7" name="Google Shape;12827;p27"/>
            <p:cNvSpPr/>
            <p:nvPr/>
          </p:nvSpPr>
          <p:spPr>
            <a:xfrm>
              <a:off x="4052875" y="1882325"/>
              <a:ext cx="754050" cy="563075"/>
            </a:xfrm>
            <a:custGeom>
              <a:avLst/>
              <a:gdLst/>
              <a:ahLst/>
              <a:cxnLst/>
              <a:rect l="l" t="t" r="r" b="b"/>
              <a:pathLst>
                <a:path w="30162" h="22523" extrusionOk="0">
                  <a:moveTo>
                    <a:pt x="26960" y="1"/>
                  </a:moveTo>
                  <a:lnTo>
                    <a:pt x="12750" y="22354"/>
                  </a:lnTo>
                  <a:lnTo>
                    <a:pt x="1" y="22354"/>
                  </a:lnTo>
                  <a:lnTo>
                    <a:pt x="1" y="22523"/>
                  </a:lnTo>
                  <a:lnTo>
                    <a:pt x="12863" y="22523"/>
                  </a:lnTo>
                  <a:lnTo>
                    <a:pt x="27072" y="225"/>
                  </a:lnTo>
                  <a:lnTo>
                    <a:pt x="30161" y="225"/>
                  </a:lnTo>
                  <a:lnTo>
                    <a:pt x="3016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8" name="Google Shape;12828;p27"/>
            <p:cNvSpPr/>
            <p:nvPr/>
          </p:nvSpPr>
          <p:spPr>
            <a:xfrm>
              <a:off x="4044450" y="2427125"/>
              <a:ext cx="26725" cy="28100"/>
            </a:xfrm>
            <a:custGeom>
              <a:avLst/>
              <a:gdLst/>
              <a:ahLst/>
              <a:cxnLst/>
              <a:rect l="l" t="t" r="r" b="b"/>
              <a:pathLst>
                <a:path w="1069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068" y="1124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29" name="Google Shape;12829;p27"/>
            <p:cNvSpPr/>
            <p:nvPr/>
          </p:nvSpPr>
          <p:spPr>
            <a:xfrm>
              <a:off x="4798475" y="187110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0" y="0"/>
                  </a:moveTo>
                  <a:lnTo>
                    <a:pt x="0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0" name="Google Shape;12830;p27"/>
            <p:cNvSpPr/>
            <p:nvPr/>
          </p:nvSpPr>
          <p:spPr>
            <a:xfrm>
              <a:off x="2660000" y="1812125"/>
              <a:ext cx="91300" cy="636100"/>
            </a:xfrm>
            <a:custGeom>
              <a:avLst/>
              <a:gdLst/>
              <a:ahLst/>
              <a:cxnLst/>
              <a:rect l="l" t="t" r="r" b="b"/>
              <a:pathLst>
                <a:path w="3652" h="25444" extrusionOk="0">
                  <a:moveTo>
                    <a:pt x="1" y="0"/>
                  </a:moveTo>
                  <a:lnTo>
                    <a:pt x="1" y="14322"/>
                  </a:lnTo>
                  <a:lnTo>
                    <a:pt x="3483" y="18085"/>
                  </a:lnTo>
                  <a:lnTo>
                    <a:pt x="3483" y="25443"/>
                  </a:lnTo>
                  <a:lnTo>
                    <a:pt x="3652" y="25443"/>
                  </a:lnTo>
                  <a:lnTo>
                    <a:pt x="3652" y="18029"/>
                  </a:lnTo>
                  <a:lnTo>
                    <a:pt x="169" y="14210"/>
                  </a:ln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1" name="Google Shape;12831;p27"/>
            <p:cNvSpPr/>
            <p:nvPr/>
          </p:nvSpPr>
          <p:spPr>
            <a:xfrm>
              <a:off x="2735825" y="2436950"/>
              <a:ext cx="28100" cy="28100"/>
            </a:xfrm>
            <a:custGeom>
              <a:avLst/>
              <a:gdLst/>
              <a:ahLst/>
              <a:cxnLst/>
              <a:rect l="l" t="t" r="r" b="b"/>
              <a:pathLst>
                <a:path w="1124" h="1124" extrusionOk="0">
                  <a:moveTo>
                    <a:pt x="1" y="1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2" name="Google Shape;12832;p27"/>
            <p:cNvSpPr/>
            <p:nvPr/>
          </p:nvSpPr>
          <p:spPr>
            <a:xfrm>
              <a:off x="4229800" y="1924450"/>
              <a:ext cx="61800" cy="520950"/>
            </a:xfrm>
            <a:custGeom>
              <a:avLst/>
              <a:gdLst/>
              <a:ahLst/>
              <a:cxnLst/>
              <a:rect l="l" t="t" r="r" b="b"/>
              <a:pathLst>
                <a:path w="2472" h="20838" extrusionOk="0">
                  <a:moveTo>
                    <a:pt x="1" y="1"/>
                  </a:moveTo>
                  <a:lnTo>
                    <a:pt x="1" y="169"/>
                  </a:lnTo>
                  <a:lnTo>
                    <a:pt x="2303" y="169"/>
                  </a:lnTo>
                  <a:lnTo>
                    <a:pt x="2303" y="20838"/>
                  </a:lnTo>
                  <a:lnTo>
                    <a:pt x="2472" y="20838"/>
                  </a:lnTo>
                  <a:lnTo>
                    <a:pt x="247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3" name="Google Shape;12833;p27"/>
            <p:cNvSpPr/>
            <p:nvPr/>
          </p:nvSpPr>
          <p:spPr>
            <a:xfrm>
              <a:off x="4205925" y="19104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3"/>
                  </a:lnTo>
                  <a:lnTo>
                    <a:pt x="1124" y="1123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4" name="Google Shape;12834;p27"/>
            <p:cNvSpPr/>
            <p:nvPr/>
          </p:nvSpPr>
          <p:spPr>
            <a:xfrm>
              <a:off x="4274725" y="2425725"/>
              <a:ext cx="28125" cy="28100"/>
            </a:xfrm>
            <a:custGeom>
              <a:avLst/>
              <a:gdLst/>
              <a:ahLst/>
              <a:cxnLst/>
              <a:rect l="l" t="t" r="r" b="b"/>
              <a:pathLst>
                <a:path w="1125" h="1124" extrusionOk="0">
                  <a:moveTo>
                    <a:pt x="1" y="0"/>
                  </a:moveTo>
                  <a:lnTo>
                    <a:pt x="1" y="1124"/>
                  </a:lnTo>
                  <a:lnTo>
                    <a:pt x="1124" y="112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5" name="Google Shape;12835;p27"/>
            <p:cNvSpPr/>
            <p:nvPr/>
          </p:nvSpPr>
          <p:spPr>
            <a:xfrm>
              <a:off x="3641475" y="2257225"/>
              <a:ext cx="35125" cy="47775"/>
            </a:xfrm>
            <a:custGeom>
              <a:avLst/>
              <a:gdLst/>
              <a:ahLst/>
              <a:cxnLst/>
              <a:rect l="l" t="t" r="r" b="b"/>
              <a:pathLst>
                <a:path w="1405" h="1911" extrusionOk="0">
                  <a:moveTo>
                    <a:pt x="1405" y="955"/>
                  </a:moveTo>
                  <a:cubicBezTo>
                    <a:pt x="1405" y="1910"/>
                    <a:pt x="1" y="1910"/>
                    <a:pt x="1" y="955"/>
                  </a:cubicBezTo>
                  <a:cubicBezTo>
                    <a:pt x="1" y="1"/>
                    <a:pt x="1405" y="1"/>
                    <a:pt x="1405" y="955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6" name="Google Shape;12836;p27"/>
            <p:cNvSpPr/>
            <p:nvPr/>
          </p:nvSpPr>
          <p:spPr>
            <a:xfrm>
              <a:off x="3645700" y="2272675"/>
              <a:ext cx="22475" cy="22500"/>
            </a:xfrm>
            <a:custGeom>
              <a:avLst/>
              <a:gdLst/>
              <a:ahLst/>
              <a:cxnLst/>
              <a:rect l="l" t="t" r="r" b="b"/>
              <a:pathLst>
                <a:path w="899" h="900" extrusionOk="0">
                  <a:moveTo>
                    <a:pt x="899" y="337"/>
                  </a:moveTo>
                  <a:cubicBezTo>
                    <a:pt x="899" y="899"/>
                    <a:pt x="0" y="0"/>
                    <a:pt x="562" y="0"/>
                  </a:cubicBezTo>
                  <a:cubicBezTo>
                    <a:pt x="730" y="0"/>
                    <a:pt x="899" y="169"/>
                    <a:pt x="899" y="337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7" name="Google Shape;12837;p27"/>
            <p:cNvSpPr/>
            <p:nvPr/>
          </p:nvSpPr>
          <p:spPr>
            <a:xfrm>
              <a:off x="3238500" y="2196850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extrusionOk="0">
                  <a:moveTo>
                    <a:pt x="2640" y="1686"/>
                  </a:moveTo>
                  <a:cubicBezTo>
                    <a:pt x="2753" y="675"/>
                    <a:pt x="1573" y="1"/>
                    <a:pt x="787" y="675"/>
                  </a:cubicBezTo>
                  <a:cubicBezTo>
                    <a:pt x="1" y="1292"/>
                    <a:pt x="394" y="2584"/>
                    <a:pt x="1405" y="2696"/>
                  </a:cubicBezTo>
                  <a:cubicBezTo>
                    <a:pt x="2022" y="2753"/>
                    <a:pt x="2584" y="2303"/>
                    <a:pt x="2696" y="1686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8" name="Google Shape;12838;p27"/>
            <p:cNvSpPr/>
            <p:nvPr/>
          </p:nvSpPr>
          <p:spPr>
            <a:xfrm>
              <a:off x="3253950" y="2216500"/>
              <a:ext cx="42150" cy="37950"/>
            </a:xfrm>
            <a:custGeom>
              <a:avLst/>
              <a:gdLst/>
              <a:ahLst/>
              <a:cxnLst/>
              <a:rect l="l" t="t" r="r" b="b"/>
              <a:pathLst>
                <a:path w="1686" h="1518" extrusionOk="0">
                  <a:moveTo>
                    <a:pt x="1629" y="843"/>
                  </a:moveTo>
                  <a:cubicBezTo>
                    <a:pt x="1685" y="394"/>
                    <a:pt x="1404" y="57"/>
                    <a:pt x="955" y="1"/>
                  </a:cubicBezTo>
                  <a:lnTo>
                    <a:pt x="899" y="1"/>
                  </a:lnTo>
                  <a:cubicBezTo>
                    <a:pt x="0" y="113"/>
                    <a:pt x="0" y="1405"/>
                    <a:pt x="899" y="1517"/>
                  </a:cubicBezTo>
                  <a:lnTo>
                    <a:pt x="955" y="1517"/>
                  </a:lnTo>
                  <a:cubicBezTo>
                    <a:pt x="1292" y="1461"/>
                    <a:pt x="1573" y="1180"/>
                    <a:pt x="1629" y="843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39" name="Google Shape;12839;p27"/>
            <p:cNvSpPr/>
            <p:nvPr/>
          </p:nvSpPr>
          <p:spPr>
            <a:xfrm>
              <a:off x="3266575" y="2224925"/>
              <a:ext cx="19700" cy="21100"/>
            </a:xfrm>
            <a:custGeom>
              <a:avLst/>
              <a:gdLst/>
              <a:ahLst/>
              <a:cxnLst/>
              <a:rect l="l" t="t" r="r" b="b"/>
              <a:pathLst>
                <a:path w="788" h="844" extrusionOk="0">
                  <a:moveTo>
                    <a:pt x="787" y="450"/>
                  </a:moveTo>
                  <a:cubicBezTo>
                    <a:pt x="787" y="226"/>
                    <a:pt x="619" y="57"/>
                    <a:pt x="450" y="57"/>
                  </a:cubicBezTo>
                  <a:cubicBezTo>
                    <a:pt x="226" y="1"/>
                    <a:pt x="1" y="169"/>
                    <a:pt x="1" y="394"/>
                  </a:cubicBezTo>
                  <a:cubicBezTo>
                    <a:pt x="1" y="619"/>
                    <a:pt x="113" y="787"/>
                    <a:pt x="338" y="787"/>
                  </a:cubicBezTo>
                  <a:cubicBezTo>
                    <a:pt x="563" y="843"/>
                    <a:pt x="731" y="675"/>
                    <a:pt x="787" y="45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0" name="Google Shape;12840;p27"/>
            <p:cNvSpPr/>
            <p:nvPr/>
          </p:nvSpPr>
          <p:spPr>
            <a:xfrm>
              <a:off x="3269400" y="2234775"/>
              <a:ext cx="5625" cy="7025"/>
            </a:xfrm>
            <a:custGeom>
              <a:avLst/>
              <a:gdLst/>
              <a:ahLst/>
              <a:cxnLst/>
              <a:rect l="l" t="t" r="r" b="b"/>
              <a:pathLst>
                <a:path w="225" h="281" extrusionOk="0">
                  <a:moveTo>
                    <a:pt x="225" y="112"/>
                  </a:moveTo>
                  <a:cubicBezTo>
                    <a:pt x="169" y="0"/>
                    <a:pt x="0" y="0"/>
                    <a:pt x="0" y="112"/>
                  </a:cubicBezTo>
                  <a:cubicBezTo>
                    <a:pt x="0" y="225"/>
                    <a:pt x="0" y="281"/>
                    <a:pt x="113" y="281"/>
                  </a:cubicBezTo>
                  <a:cubicBezTo>
                    <a:pt x="169" y="281"/>
                    <a:pt x="225" y="225"/>
                    <a:pt x="225" y="169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841" name="Google Shape;12841;p27"/>
          <p:cNvGrpSpPr/>
          <p:nvPr/>
        </p:nvGrpSpPr>
        <p:grpSpPr>
          <a:xfrm rot="10800000" flipH="1">
            <a:off x="41785" y="2974626"/>
            <a:ext cx="9143721" cy="2251922"/>
            <a:chOff x="-347225" y="-1310325"/>
            <a:chExt cx="7672194" cy="1889514"/>
          </a:xfrm>
        </p:grpSpPr>
        <p:sp>
          <p:nvSpPr>
            <p:cNvPr id="12842" name="Google Shape;12842;p27"/>
            <p:cNvSpPr/>
            <p:nvPr/>
          </p:nvSpPr>
          <p:spPr>
            <a:xfrm>
              <a:off x="1908395" y="18533"/>
              <a:ext cx="98243" cy="116656"/>
            </a:xfrm>
            <a:custGeom>
              <a:avLst/>
              <a:gdLst/>
              <a:ahLst/>
              <a:cxnLst/>
              <a:rect l="l" t="t" r="r" b="b"/>
              <a:pathLst>
                <a:path w="179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797" y="2134"/>
                  </a:lnTo>
                  <a:lnTo>
                    <a:pt x="179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3" name="Google Shape;12843;p27"/>
            <p:cNvSpPr/>
            <p:nvPr/>
          </p:nvSpPr>
          <p:spPr>
            <a:xfrm>
              <a:off x="2046472" y="18533"/>
              <a:ext cx="92123" cy="116656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85" y="2134"/>
                  </a:lnTo>
                  <a:lnTo>
                    <a:pt x="168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4" name="Google Shape;12844;p27"/>
            <p:cNvSpPr/>
            <p:nvPr/>
          </p:nvSpPr>
          <p:spPr>
            <a:xfrm>
              <a:off x="2184549" y="18533"/>
              <a:ext cx="89063" cy="116656"/>
            </a:xfrm>
            <a:custGeom>
              <a:avLst/>
              <a:gdLst/>
              <a:ahLst/>
              <a:cxnLst/>
              <a:rect l="l" t="t" r="r" b="b"/>
              <a:pathLst>
                <a:path w="1630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630" y="2134"/>
                  </a:lnTo>
                  <a:lnTo>
                    <a:pt x="163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5" name="Google Shape;12845;p27"/>
            <p:cNvSpPr/>
            <p:nvPr/>
          </p:nvSpPr>
          <p:spPr>
            <a:xfrm>
              <a:off x="2319620" y="18533"/>
              <a:ext cx="89009" cy="116656"/>
            </a:xfrm>
            <a:custGeom>
              <a:avLst/>
              <a:gdLst/>
              <a:ahLst/>
              <a:cxnLst/>
              <a:rect l="l" t="t" r="r" b="b"/>
              <a:pathLst>
                <a:path w="1629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629" y="2134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6" name="Google Shape;12846;p27"/>
            <p:cNvSpPr/>
            <p:nvPr/>
          </p:nvSpPr>
          <p:spPr>
            <a:xfrm>
              <a:off x="2457697" y="18533"/>
              <a:ext cx="82889" cy="116656"/>
            </a:xfrm>
            <a:custGeom>
              <a:avLst/>
              <a:gdLst/>
              <a:ahLst/>
              <a:cxnLst/>
              <a:rect l="l" t="t" r="r" b="b"/>
              <a:pathLst>
                <a:path w="1517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517" y="2134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7" name="Google Shape;12847;p27"/>
            <p:cNvSpPr/>
            <p:nvPr/>
          </p:nvSpPr>
          <p:spPr>
            <a:xfrm>
              <a:off x="2595774" y="18533"/>
              <a:ext cx="79884" cy="116656"/>
            </a:xfrm>
            <a:custGeom>
              <a:avLst/>
              <a:gdLst/>
              <a:ahLst/>
              <a:cxnLst/>
              <a:rect l="l" t="t" r="r" b="b"/>
              <a:pathLst>
                <a:path w="146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461" y="2134"/>
                  </a:lnTo>
                  <a:lnTo>
                    <a:pt x="146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8" name="Google Shape;12848;p27"/>
            <p:cNvSpPr/>
            <p:nvPr/>
          </p:nvSpPr>
          <p:spPr>
            <a:xfrm>
              <a:off x="2730846" y="18533"/>
              <a:ext cx="76769" cy="116656"/>
            </a:xfrm>
            <a:custGeom>
              <a:avLst/>
              <a:gdLst/>
              <a:ahLst/>
              <a:cxnLst/>
              <a:rect l="l" t="t" r="r" b="b"/>
              <a:pathLst>
                <a:path w="1405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404" y="2134"/>
                  </a:lnTo>
                  <a:lnTo>
                    <a:pt x="140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49" name="Google Shape;12849;p27"/>
            <p:cNvSpPr/>
            <p:nvPr/>
          </p:nvSpPr>
          <p:spPr>
            <a:xfrm>
              <a:off x="2868922" y="18533"/>
              <a:ext cx="73709" cy="116656"/>
            </a:xfrm>
            <a:custGeom>
              <a:avLst/>
              <a:gdLst/>
              <a:ahLst/>
              <a:cxnLst/>
              <a:rect l="l" t="t" r="r" b="b"/>
              <a:pathLst>
                <a:path w="1349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348" y="2134"/>
                  </a:lnTo>
                  <a:lnTo>
                    <a:pt x="134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0" name="Google Shape;12850;p27"/>
            <p:cNvSpPr/>
            <p:nvPr/>
          </p:nvSpPr>
          <p:spPr>
            <a:xfrm>
              <a:off x="3003939" y="18533"/>
              <a:ext cx="70650" cy="116656"/>
            </a:xfrm>
            <a:custGeom>
              <a:avLst/>
              <a:gdLst/>
              <a:ahLst/>
              <a:cxnLst/>
              <a:rect l="l" t="t" r="r" b="b"/>
              <a:pathLst>
                <a:path w="1293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293" y="2134"/>
                  </a:lnTo>
                  <a:lnTo>
                    <a:pt x="129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1" name="Google Shape;12851;p27"/>
            <p:cNvSpPr/>
            <p:nvPr/>
          </p:nvSpPr>
          <p:spPr>
            <a:xfrm>
              <a:off x="3142071" y="18533"/>
              <a:ext cx="67535" cy="116656"/>
            </a:xfrm>
            <a:custGeom>
              <a:avLst/>
              <a:gdLst/>
              <a:ahLst/>
              <a:cxnLst/>
              <a:rect l="l" t="t" r="r" b="b"/>
              <a:pathLst>
                <a:path w="1236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236" y="2134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2" name="Google Shape;12852;p27"/>
            <p:cNvSpPr/>
            <p:nvPr/>
          </p:nvSpPr>
          <p:spPr>
            <a:xfrm>
              <a:off x="3280148" y="18533"/>
              <a:ext cx="61415" cy="116656"/>
            </a:xfrm>
            <a:custGeom>
              <a:avLst/>
              <a:gdLst/>
              <a:ahLst/>
              <a:cxnLst/>
              <a:rect l="l" t="t" r="r" b="b"/>
              <a:pathLst>
                <a:path w="1124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3" name="Google Shape;12853;p27"/>
            <p:cNvSpPr/>
            <p:nvPr/>
          </p:nvSpPr>
          <p:spPr>
            <a:xfrm>
              <a:off x="3415165" y="18533"/>
              <a:ext cx="61470" cy="116656"/>
            </a:xfrm>
            <a:custGeom>
              <a:avLst/>
              <a:gdLst/>
              <a:ahLst/>
              <a:cxnLst/>
              <a:rect l="l" t="t" r="r" b="b"/>
              <a:pathLst>
                <a:path w="1125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1124" y="2134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4" name="Google Shape;12854;p27"/>
            <p:cNvSpPr/>
            <p:nvPr/>
          </p:nvSpPr>
          <p:spPr>
            <a:xfrm>
              <a:off x="3553296" y="18533"/>
              <a:ext cx="58356" cy="116656"/>
            </a:xfrm>
            <a:custGeom>
              <a:avLst/>
              <a:gdLst/>
              <a:ahLst/>
              <a:cxnLst/>
              <a:rect l="l" t="t" r="r" b="b"/>
              <a:pathLst>
                <a:path w="1068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1067" y="2134"/>
                  </a:lnTo>
                  <a:lnTo>
                    <a:pt x="106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5" name="Google Shape;12855;p27"/>
            <p:cNvSpPr/>
            <p:nvPr/>
          </p:nvSpPr>
          <p:spPr>
            <a:xfrm>
              <a:off x="3691373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5" y="2134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6" name="Google Shape;12856;p27"/>
            <p:cNvSpPr/>
            <p:nvPr/>
          </p:nvSpPr>
          <p:spPr>
            <a:xfrm>
              <a:off x="3826390" y="18533"/>
              <a:ext cx="52236" cy="116656"/>
            </a:xfrm>
            <a:custGeom>
              <a:avLst/>
              <a:gdLst/>
              <a:ahLst/>
              <a:cxnLst/>
              <a:rect l="l" t="t" r="r" b="b"/>
              <a:pathLst>
                <a:path w="956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956" y="2134"/>
                  </a:lnTo>
                  <a:lnTo>
                    <a:pt x="9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7" name="Google Shape;12857;p27"/>
            <p:cNvSpPr/>
            <p:nvPr/>
          </p:nvSpPr>
          <p:spPr>
            <a:xfrm>
              <a:off x="3964522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8" name="Google Shape;12858;p27"/>
            <p:cNvSpPr/>
            <p:nvPr/>
          </p:nvSpPr>
          <p:spPr>
            <a:xfrm>
              <a:off x="4099539" y="18533"/>
              <a:ext cx="46062" cy="116656"/>
            </a:xfrm>
            <a:custGeom>
              <a:avLst/>
              <a:gdLst/>
              <a:ahLst/>
              <a:cxnLst/>
              <a:rect l="l" t="t" r="r" b="b"/>
              <a:pathLst>
                <a:path w="843" h="2135" extrusionOk="0">
                  <a:moveTo>
                    <a:pt x="0" y="0"/>
                  </a:moveTo>
                  <a:lnTo>
                    <a:pt x="0" y="2134"/>
                  </a:lnTo>
                  <a:lnTo>
                    <a:pt x="843" y="2134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59" name="Google Shape;12859;p27"/>
            <p:cNvSpPr/>
            <p:nvPr/>
          </p:nvSpPr>
          <p:spPr>
            <a:xfrm>
              <a:off x="4237616" y="18533"/>
              <a:ext cx="39996" cy="116656"/>
            </a:xfrm>
            <a:custGeom>
              <a:avLst/>
              <a:gdLst/>
              <a:ahLst/>
              <a:cxnLst/>
              <a:rect l="l" t="t" r="r" b="b"/>
              <a:pathLst>
                <a:path w="732" h="2135" extrusionOk="0">
                  <a:moveTo>
                    <a:pt x="1" y="0"/>
                  </a:moveTo>
                  <a:lnTo>
                    <a:pt x="1" y="2134"/>
                  </a:lnTo>
                  <a:lnTo>
                    <a:pt x="731" y="2134"/>
                  </a:lnTo>
                  <a:lnTo>
                    <a:pt x="73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0" name="Google Shape;12860;p27"/>
            <p:cNvSpPr/>
            <p:nvPr/>
          </p:nvSpPr>
          <p:spPr>
            <a:xfrm>
              <a:off x="2362568" y="-1307210"/>
              <a:ext cx="15408" cy="6174"/>
            </a:xfrm>
            <a:custGeom>
              <a:avLst/>
              <a:gdLst/>
              <a:ahLst/>
              <a:cxnLst/>
              <a:rect l="l" t="t" r="r" b="b"/>
              <a:pathLst>
                <a:path w="282" h="113" extrusionOk="0">
                  <a:moveTo>
                    <a:pt x="0" y="0"/>
                  </a:moveTo>
                  <a:lnTo>
                    <a:pt x="169" y="112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1" name="Google Shape;12861;p27"/>
            <p:cNvSpPr/>
            <p:nvPr/>
          </p:nvSpPr>
          <p:spPr>
            <a:xfrm>
              <a:off x="2221376" y="-1294971"/>
              <a:ext cx="95183" cy="73709"/>
            </a:xfrm>
            <a:custGeom>
              <a:avLst/>
              <a:gdLst/>
              <a:ahLst/>
              <a:cxnLst/>
              <a:rect l="l" t="t" r="r" b="b"/>
              <a:pathLst>
                <a:path w="1742" h="1349" extrusionOk="0">
                  <a:moveTo>
                    <a:pt x="169" y="1"/>
                  </a:moveTo>
                  <a:cubicBezTo>
                    <a:pt x="113" y="113"/>
                    <a:pt x="57" y="169"/>
                    <a:pt x="1" y="282"/>
                  </a:cubicBezTo>
                  <a:lnTo>
                    <a:pt x="1573" y="1349"/>
                  </a:lnTo>
                  <a:cubicBezTo>
                    <a:pt x="1630" y="1236"/>
                    <a:pt x="1686" y="1124"/>
                    <a:pt x="1742" y="1068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2" name="Google Shape;12862;p27"/>
            <p:cNvSpPr/>
            <p:nvPr/>
          </p:nvSpPr>
          <p:spPr>
            <a:xfrm>
              <a:off x="2132421" y="-1080124"/>
              <a:ext cx="104362" cy="36882"/>
            </a:xfrm>
            <a:custGeom>
              <a:avLst/>
              <a:gdLst/>
              <a:ahLst/>
              <a:cxnLst/>
              <a:rect l="l" t="t" r="r" b="b"/>
              <a:pathLst>
                <a:path w="1910" h="675" extrusionOk="0">
                  <a:moveTo>
                    <a:pt x="56" y="0"/>
                  </a:moveTo>
                  <a:cubicBezTo>
                    <a:pt x="0" y="113"/>
                    <a:pt x="0" y="169"/>
                    <a:pt x="0" y="281"/>
                  </a:cubicBezTo>
                  <a:lnTo>
                    <a:pt x="1854" y="674"/>
                  </a:lnTo>
                  <a:cubicBezTo>
                    <a:pt x="1854" y="618"/>
                    <a:pt x="1910" y="562"/>
                    <a:pt x="1910" y="506"/>
                  </a:cubicBezTo>
                  <a:lnTo>
                    <a:pt x="1910" y="393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3" name="Google Shape;12863;p27"/>
            <p:cNvSpPr/>
            <p:nvPr/>
          </p:nvSpPr>
          <p:spPr>
            <a:xfrm>
              <a:off x="2147721" y="-1135366"/>
              <a:ext cx="104417" cy="46062"/>
            </a:xfrm>
            <a:custGeom>
              <a:avLst/>
              <a:gdLst/>
              <a:ahLst/>
              <a:cxnLst/>
              <a:rect l="l" t="t" r="r" b="b"/>
              <a:pathLst>
                <a:path w="1911" h="843" extrusionOk="0">
                  <a:moveTo>
                    <a:pt x="57" y="0"/>
                  </a:moveTo>
                  <a:lnTo>
                    <a:pt x="57" y="56"/>
                  </a:lnTo>
                  <a:cubicBezTo>
                    <a:pt x="57" y="113"/>
                    <a:pt x="57" y="225"/>
                    <a:pt x="1" y="281"/>
                  </a:cubicBezTo>
                  <a:lnTo>
                    <a:pt x="1854" y="843"/>
                  </a:lnTo>
                  <a:cubicBezTo>
                    <a:pt x="1854" y="730"/>
                    <a:pt x="1854" y="618"/>
                    <a:pt x="1910" y="562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4" name="Google Shape;12864;p27"/>
            <p:cNvSpPr/>
            <p:nvPr/>
          </p:nvSpPr>
          <p:spPr>
            <a:xfrm>
              <a:off x="2282792" y="-1307210"/>
              <a:ext cx="64475" cy="43002"/>
            </a:xfrm>
            <a:custGeom>
              <a:avLst/>
              <a:gdLst/>
              <a:ahLst/>
              <a:cxnLst/>
              <a:rect l="l" t="t" r="r" b="b"/>
              <a:pathLst>
                <a:path w="1180" h="787" extrusionOk="0">
                  <a:moveTo>
                    <a:pt x="0" y="0"/>
                  </a:moveTo>
                  <a:lnTo>
                    <a:pt x="955" y="786"/>
                  </a:lnTo>
                  <a:lnTo>
                    <a:pt x="1180" y="562"/>
                  </a:lnTo>
                  <a:lnTo>
                    <a:pt x="44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5" name="Google Shape;12865;p27"/>
            <p:cNvSpPr/>
            <p:nvPr/>
          </p:nvSpPr>
          <p:spPr>
            <a:xfrm>
              <a:off x="2126247" y="-1021823"/>
              <a:ext cx="104417" cy="27648"/>
            </a:xfrm>
            <a:custGeom>
              <a:avLst/>
              <a:gdLst/>
              <a:ahLst/>
              <a:cxnLst/>
              <a:rect l="l" t="t" r="r" b="b"/>
              <a:pathLst>
                <a:path w="1911" h="506" extrusionOk="0">
                  <a:moveTo>
                    <a:pt x="1" y="0"/>
                  </a:moveTo>
                  <a:lnTo>
                    <a:pt x="1" y="337"/>
                  </a:lnTo>
                  <a:lnTo>
                    <a:pt x="1910" y="506"/>
                  </a:lnTo>
                  <a:cubicBezTo>
                    <a:pt x="1910" y="394"/>
                    <a:pt x="1910" y="337"/>
                    <a:pt x="1910" y="225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6" name="Google Shape;12866;p27"/>
            <p:cNvSpPr/>
            <p:nvPr/>
          </p:nvSpPr>
          <p:spPr>
            <a:xfrm>
              <a:off x="2166135" y="-1193667"/>
              <a:ext cx="101357" cy="55296"/>
            </a:xfrm>
            <a:custGeom>
              <a:avLst/>
              <a:gdLst/>
              <a:ahLst/>
              <a:cxnLst/>
              <a:rect l="l" t="t" r="r" b="b"/>
              <a:pathLst>
                <a:path w="1855" h="1012" extrusionOk="0">
                  <a:moveTo>
                    <a:pt x="113" y="0"/>
                  </a:moveTo>
                  <a:cubicBezTo>
                    <a:pt x="57" y="113"/>
                    <a:pt x="57" y="225"/>
                    <a:pt x="1" y="281"/>
                  </a:cubicBezTo>
                  <a:lnTo>
                    <a:pt x="1742" y="1011"/>
                  </a:lnTo>
                  <a:cubicBezTo>
                    <a:pt x="1798" y="955"/>
                    <a:pt x="1854" y="843"/>
                    <a:pt x="1854" y="73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7" name="Google Shape;12867;p27"/>
            <p:cNvSpPr/>
            <p:nvPr/>
          </p:nvSpPr>
          <p:spPr>
            <a:xfrm>
              <a:off x="2190723" y="-1245849"/>
              <a:ext cx="98243" cy="67535"/>
            </a:xfrm>
            <a:custGeom>
              <a:avLst/>
              <a:gdLst/>
              <a:ahLst/>
              <a:cxnLst/>
              <a:rect l="l" t="t" r="r" b="b"/>
              <a:pathLst>
                <a:path w="1798" h="1236" extrusionOk="0">
                  <a:moveTo>
                    <a:pt x="113" y="0"/>
                  </a:moveTo>
                  <a:lnTo>
                    <a:pt x="0" y="281"/>
                  </a:lnTo>
                  <a:lnTo>
                    <a:pt x="1685" y="1236"/>
                  </a:lnTo>
                  <a:lnTo>
                    <a:pt x="1797" y="899"/>
                  </a:ln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8" name="Google Shape;12868;p27"/>
            <p:cNvSpPr/>
            <p:nvPr/>
          </p:nvSpPr>
          <p:spPr>
            <a:xfrm>
              <a:off x="2123187" y="-1307210"/>
              <a:ext cx="1206123" cy="957511"/>
            </a:xfrm>
            <a:custGeom>
              <a:avLst/>
              <a:gdLst/>
              <a:ahLst/>
              <a:cxnLst/>
              <a:rect l="l" t="t" r="r" b="b"/>
              <a:pathLst>
                <a:path w="22074" h="17524" extrusionOk="0">
                  <a:moveTo>
                    <a:pt x="18310" y="0"/>
                  </a:moveTo>
                  <a:cubicBezTo>
                    <a:pt x="18366" y="56"/>
                    <a:pt x="18423" y="112"/>
                    <a:pt x="18479" y="225"/>
                  </a:cubicBezTo>
                  <a:lnTo>
                    <a:pt x="18029" y="618"/>
                  </a:lnTo>
                  <a:cubicBezTo>
                    <a:pt x="18086" y="674"/>
                    <a:pt x="18142" y="786"/>
                    <a:pt x="18198" y="843"/>
                  </a:cubicBezTo>
                  <a:lnTo>
                    <a:pt x="18703" y="449"/>
                  </a:lnTo>
                  <a:cubicBezTo>
                    <a:pt x="18816" y="618"/>
                    <a:pt x="18928" y="843"/>
                    <a:pt x="19097" y="1011"/>
                  </a:cubicBezTo>
                  <a:lnTo>
                    <a:pt x="18591" y="1348"/>
                  </a:lnTo>
                  <a:lnTo>
                    <a:pt x="18760" y="1573"/>
                  </a:lnTo>
                  <a:lnTo>
                    <a:pt x="19265" y="1236"/>
                  </a:lnTo>
                  <a:cubicBezTo>
                    <a:pt x="19377" y="1460"/>
                    <a:pt x="19490" y="1629"/>
                    <a:pt x="19546" y="1797"/>
                  </a:cubicBezTo>
                  <a:lnTo>
                    <a:pt x="19040" y="2078"/>
                  </a:lnTo>
                  <a:lnTo>
                    <a:pt x="19153" y="2359"/>
                  </a:lnTo>
                  <a:lnTo>
                    <a:pt x="19714" y="2078"/>
                  </a:lnTo>
                  <a:cubicBezTo>
                    <a:pt x="19827" y="2247"/>
                    <a:pt x="19939" y="2471"/>
                    <a:pt x="19995" y="2696"/>
                  </a:cubicBezTo>
                  <a:lnTo>
                    <a:pt x="19433" y="2921"/>
                  </a:lnTo>
                  <a:cubicBezTo>
                    <a:pt x="19433" y="2977"/>
                    <a:pt x="19546" y="3089"/>
                    <a:pt x="19546" y="3201"/>
                  </a:cubicBezTo>
                  <a:lnTo>
                    <a:pt x="20107" y="2977"/>
                  </a:lnTo>
                  <a:cubicBezTo>
                    <a:pt x="20164" y="3145"/>
                    <a:pt x="20276" y="3370"/>
                    <a:pt x="20332" y="3538"/>
                  </a:cubicBezTo>
                  <a:lnTo>
                    <a:pt x="19770" y="3707"/>
                  </a:lnTo>
                  <a:lnTo>
                    <a:pt x="19827" y="4044"/>
                  </a:lnTo>
                  <a:lnTo>
                    <a:pt x="20388" y="3819"/>
                  </a:lnTo>
                  <a:cubicBezTo>
                    <a:pt x="20501" y="4044"/>
                    <a:pt x="20557" y="4269"/>
                    <a:pt x="20557" y="4493"/>
                  </a:cubicBezTo>
                  <a:lnTo>
                    <a:pt x="19995" y="4606"/>
                  </a:lnTo>
                  <a:cubicBezTo>
                    <a:pt x="19995" y="4718"/>
                    <a:pt x="20051" y="4830"/>
                    <a:pt x="20051" y="4886"/>
                  </a:cubicBezTo>
                  <a:lnTo>
                    <a:pt x="20613" y="4774"/>
                  </a:lnTo>
                  <a:cubicBezTo>
                    <a:pt x="20613" y="4999"/>
                    <a:pt x="20725" y="5223"/>
                    <a:pt x="20725" y="5392"/>
                  </a:cubicBezTo>
                  <a:lnTo>
                    <a:pt x="20107" y="5448"/>
                  </a:lnTo>
                  <a:lnTo>
                    <a:pt x="20107" y="5785"/>
                  </a:lnTo>
                  <a:lnTo>
                    <a:pt x="20725" y="5729"/>
                  </a:lnTo>
                  <a:lnTo>
                    <a:pt x="20725" y="6403"/>
                  </a:lnTo>
                  <a:lnTo>
                    <a:pt x="20107" y="6403"/>
                  </a:lnTo>
                  <a:lnTo>
                    <a:pt x="20107" y="6684"/>
                  </a:lnTo>
                  <a:lnTo>
                    <a:pt x="20781" y="6684"/>
                  </a:lnTo>
                  <a:lnTo>
                    <a:pt x="20781" y="7301"/>
                  </a:lnTo>
                  <a:lnTo>
                    <a:pt x="20220" y="7245"/>
                  </a:lnTo>
                  <a:lnTo>
                    <a:pt x="20220" y="7582"/>
                  </a:lnTo>
                  <a:lnTo>
                    <a:pt x="20838" y="7638"/>
                  </a:lnTo>
                  <a:cubicBezTo>
                    <a:pt x="20838" y="7863"/>
                    <a:pt x="20725" y="8088"/>
                    <a:pt x="20725" y="8312"/>
                  </a:cubicBezTo>
                  <a:lnTo>
                    <a:pt x="20107" y="8144"/>
                  </a:lnTo>
                  <a:cubicBezTo>
                    <a:pt x="20107" y="8200"/>
                    <a:pt x="20107" y="8256"/>
                    <a:pt x="20107" y="8312"/>
                  </a:cubicBezTo>
                  <a:lnTo>
                    <a:pt x="20107" y="8481"/>
                  </a:lnTo>
                  <a:lnTo>
                    <a:pt x="20725" y="8593"/>
                  </a:lnTo>
                  <a:cubicBezTo>
                    <a:pt x="20669" y="8818"/>
                    <a:pt x="20613" y="8986"/>
                    <a:pt x="20557" y="9211"/>
                  </a:cubicBezTo>
                  <a:lnTo>
                    <a:pt x="19995" y="9043"/>
                  </a:lnTo>
                  <a:cubicBezTo>
                    <a:pt x="19995" y="9099"/>
                    <a:pt x="19939" y="9211"/>
                    <a:pt x="19883" y="9323"/>
                  </a:cubicBezTo>
                  <a:lnTo>
                    <a:pt x="20444" y="9492"/>
                  </a:lnTo>
                  <a:cubicBezTo>
                    <a:pt x="20388" y="9717"/>
                    <a:pt x="20332" y="9941"/>
                    <a:pt x="20220" y="10110"/>
                  </a:cubicBezTo>
                  <a:lnTo>
                    <a:pt x="19658" y="9885"/>
                  </a:lnTo>
                  <a:cubicBezTo>
                    <a:pt x="19658" y="9997"/>
                    <a:pt x="19602" y="10110"/>
                    <a:pt x="19546" y="10166"/>
                  </a:cubicBezTo>
                  <a:lnTo>
                    <a:pt x="20107" y="10391"/>
                  </a:lnTo>
                  <a:cubicBezTo>
                    <a:pt x="20051" y="10615"/>
                    <a:pt x="19939" y="10784"/>
                    <a:pt x="19827" y="10952"/>
                  </a:cubicBezTo>
                  <a:lnTo>
                    <a:pt x="19321" y="10671"/>
                  </a:lnTo>
                  <a:cubicBezTo>
                    <a:pt x="19265" y="10784"/>
                    <a:pt x="19209" y="10896"/>
                    <a:pt x="19153" y="10952"/>
                  </a:cubicBezTo>
                  <a:lnTo>
                    <a:pt x="19714" y="11233"/>
                  </a:lnTo>
                  <a:cubicBezTo>
                    <a:pt x="19602" y="11458"/>
                    <a:pt x="19490" y="11626"/>
                    <a:pt x="19377" y="11795"/>
                  </a:cubicBezTo>
                  <a:lnTo>
                    <a:pt x="18703" y="11458"/>
                  </a:lnTo>
                  <a:cubicBezTo>
                    <a:pt x="18647" y="11570"/>
                    <a:pt x="18591" y="11626"/>
                    <a:pt x="18535" y="11738"/>
                  </a:cubicBezTo>
                  <a:lnTo>
                    <a:pt x="19040" y="12075"/>
                  </a:lnTo>
                  <a:cubicBezTo>
                    <a:pt x="18928" y="12244"/>
                    <a:pt x="18760" y="12412"/>
                    <a:pt x="18647" y="12581"/>
                  </a:cubicBezTo>
                  <a:lnTo>
                    <a:pt x="18198" y="12188"/>
                  </a:lnTo>
                  <a:lnTo>
                    <a:pt x="17973" y="12412"/>
                  </a:lnTo>
                  <a:lnTo>
                    <a:pt x="18479" y="12806"/>
                  </a:lnTo>
                  <a:cubicBezTo>
                    <a:pt x="18310" y="12974"/>
                    <a:pt x="18142" y="13143"/>
                    <a:pt x="18029" y="13311"/>
                  </a:cubicBezTo>
                  <a:lnTo>
                    <a:pt x="17580" y="12862"/>
                  </a:lnTo>
                  <a:lnTo>
                    <a:pt x="17355" y="13086"/>
                  </a:lnTo>
                  <a:lnTo>
                    <a:pt x="17805" y="13480"/>
                  </a:lnTo>
                  <a:cubicBezTo>
                    <a:pt x="17636" y="13648"/>
                    <a:pt x="17468" y="13760"/>
                    <a:pt x="17299" y="13929"/>
                  </a:cubicBezTo>
                  <a:lnTo>
                    <a:pt x="16906" y="13480"/>
                  </a:lnTo>
                  <a:lnTo>
                    <a:pt x="16681" y="13648"/>
                  </a:lnTo>
                  <a:lnTo>
                    <a:pt x="17075" y="14097"/>
                  </a:lnTo>
                  <a:cubicBezTo>
                    <a:pt x="16906" y="14266"/>
                    <a:pt x="16738" y="14378"/>
                    <a:pt x="16569" y="14547"/>
                  </a:cubicBezTo>
                  <a:lnTo>
                    <a:pt x="16232" y="14041"/>
                  </a:lnTo>
                  <a:lnTo>
                    <a:pt x="15951" y="14210"/>
                  </a:lnTo>
                  <a:lnTo>
                    <a:pt x="16288" y="14715"/>
                  </a:lnTo>
                  <a:cubicBezTo>
                    <a:pt x="16120" y="14828"/>
                    <a:pt x="15951" y="14940"/>
                    <a:pt x="15727" y="14996"/>
                  </a:cubicBezTo>
                  <a:lnTo>
                    <a:pt x="15446" y="14491"/>
                  </a:lnTo>
                  <a:lnTo>
                    <a:pt x="15165" y="14603"/>
                  </a:lnTo>
                  <a:lnTo>
                    <a:pt x="15502" y="15165"/>
                  </a:lnTo>
                  <a:cubicBezTo>
                    <a:pt x="15277" y="15277"/>
                    <a:pt x="15109" y="15333"/>
                    <a:pt x="14884" y="15445"/>
                  </a:cubicBezTo>
                  <a:lnTo>
                    <a:pt x="14660" y="14884"/>
                  </a:lnTo>
                  <a:lnTo>
                    <a:pt x="14379" y="14996"/>
                  </a:lnTo>
                  <a:lnTo>
                    <a:pt x="14603" y="15558"/>
                  </a:lnTo>
                  <a:cubicBezTo>
                    <a:pt x="14379" y="15614"/>
                    <a:pt x="14210" y="15726"/>
                    <a:pt x="13986" y="15782"/>
                  </a:cubicBezTo>
                  <a:lnTo>
                    <a:pt x="13817" y="15165"/>
                  </a:lnTo>
                  <a:lnTo>
                    <a:pt x="13536" y="15277"/>
                  </a:lnTo>
                  <a:lnTo>
                    <a:pt x="13705" y="15839"/>
                  </a:lnTo>
                  <a:cubicBezTo>
                    <a:pt x="13480" y="15895"/>
                    <a:pt x="13255" y="15951"/>
                    <a:pt x="13031" y="16007"/>
                  </a:cubicBezTo>
                  <a:lnTo>
                    <a:pt x="12918" y="15445"/>
                  </a:lnTo>
                  <a:lnTo>
                    <a:pt x="12638" y="15502"/>
                  </a:lnTo>
                  <a:lnTo>
                    <a:pt x="12750" y="16063"/>
                  </a:lnTo>
                  <a:cubicBezTo>
                    <a:pt x="12525" y="16063"/>
                    <a:pt x="12357" y="16119"/>
                    <a:pt x="12132" y="16175"/>
                  </a:cubicBezTo>
                  <a:lnTo>
                    <a:pt x="12076" y="15558"/>
                  </a:lnTo>
                  <a:lnTo>
                    <a:pt x="11739" y="15558"/>
                  </a:lnTo>
                  <a:lnTo>
                    <a:pt x="11851" y="16175"/>
                  </a:lnTo>
                  <a:lnTo>
                    <a:pt x="11121" y="16175"/>
                  </a:lnTo>
                  <a:lnTo>
                    <a:pt x="11121" y="15670"/>
                  </a:lnTo>
                  <a:lnTo>
                    <a:pt x="10840" y="15670"/>
                  </a:lnTo>
                  <a:lnTo>
                    <a:pt x="10840" y="16288"/>
                  </a:lnTo>
                  <a:lnTo>
                    <a:pt x="10166" y="16288"/>
                  </a:lnTo>
                  <a:lnTo>
                    <a:pt x="10223" y="15670"/>
                  </a:lnTo>
                  <a:lnTo>
                    <a:pt x="9942" y="15670"/>
                  </a:lnTo>
                  <a:lnTo>
                    <a:pt x="9886" y="16288"/>
                  </a:lnTo>
                  <a:cubicBezTo>
                    <a:pt x="9661" y="16288"/>
                    <a:pt x="9436" y="16232"/>
                    <a:pt x="9155" y="16175"/>
                  </a:cubicBezTo>
                  <a:lnTo>
                    <a:pt x="9324" y="15558"/>
                  </a:lnTo>
                  <a:lnTo>
                    <a:pt x="8987" y="15558"/>
                  </a:lnTo>
                  <a:lnTo>
                    <a:pt x="8875" y="16119"/>
                  </a:lnTo>
                  <a:cubicBezTo>
                    <a:pt x="8650" y="16119"/>
                    <a:pt x="8481" y="16063"/>
                    <a:pt x="8257" y="16007"/>
                  </a:cubicBezTo>
                  <a:lnTo>
                    <a:pt x="8425" y="15389"/>
                  </a:lnTo>
                  <a:cubicBezTo>
                    <a:pt x="8369" y="15389"/>
                    <a:pt x="8257" y="15333"/>
                    <a:pt x="8144" y="15333"/>
                  </a:cubicBezTo>
                  <a:lnTo>
                    <a:pt x="7976" y="15895"/>
                  </a:lnTo>
                  <a:cubicBezTo>
                    <a:pt x="7751" y="15839"/>
                    <a:pt x="7527" y="15726"/>
                    <a:pt x="7358" y="15670"/>
                  </a:cubicBezTo>
                  <a:lnTo>
                    <a:pt x="7583" y="15108"/>
                  </a:lnTo>
                  <a:lnTo>
                    <a:pt x="7302" y="14996"/>
                  </a:lnTo>
                  <a:lnTo>
                    <a:pt x="7077" y="15558"/>
                  </a:lnTo>
                  <a:cubicBezTo>
                    <a:pt x="6853" y="15445"/>
                    <a:pt x="6684" y="15389"/>
                    <a:pt x="6516" y="15277"/>
                  </a:cubicBezTo>
                  <a:lnTo>
                    <a:pt x="6796" y="14715"/>
                  </a:lnTo>
                  <a:lnTo>
                    <a:pt x="6516" y="14603"/>
                  </a:lnTo>
                  <a:lnTo>
                    <a:pt x="6235" y="15108"/>
                  </a:lnTo>
                  <a:cubicBezTo>
                    <a:pt x="6010" y="14996"/>
                    <a:pt x="5842" y="14884"/>
                    <a:pt x="5673" y="14771"/>
                  </a:cubicBezTo>
                  <a:lnTo>
                    <a:pt x="6010" y="14266"/>
                  </a:lnTo>
                  <a:cubicBezTo>
                    <a:pt x="5898" y="14210"/>
                    <a:pt x="5842" y="14154"/>
                    <a:pt x="5729" y="14097"/>
                  </a:cubicBezTo>
                  <a:lnTo>
                    <a:pt x="5392" y="14603"/>
                  </a:lnTo>
                  <a:cubicBezTo>
                    <a:pt x="5224" y="14491"/>
                    <a:pt x="5055" y="14378"/>
                    <a:pt x="4887" y="14210"/>
                  </a:cubicBezTo>
                  <a:lnTo>
                    <a:pt x="5280" y="13760"/>
                  </a:lnTo>
                  <a:lnTo>
                    <a:pt x="5055" y="13592"/>
                  </a:lnTo>
                  <a:lnTo>
                    <a:pt x="4662" y="14041"/>
                  </a:lnTo>
                  <a:cubicBezTo>
                    <a:pt x="4494" y="13873"/>
                    <a:pt x="4325" y="13760"/>
                    <a:pt x="4157" y="13592"/>
                  </a:cubicBezTo>
                  <a:lnTo>
                    <a:pt x="4606" y="13143"/>
                  </a:lnTo>
                  <a:lnTo>
                    <a:pt x="4438" y="12862"/>
                  </a:lnTo>
                  <a:lnTo>
                    <a:pt x="4044" y="13311"/>
                  </a:lnTo>
                  <a:cubicBezTo>
                    <a:pt x="3876" y="13143"/>
                    <a:pt x="3764" y="12974"/>
                    <a:pt x="3595" y="12806"/>
                  </a:cubicBezTo>
                  <a:lnTo>
                    <a:pt x="4044" y="12412"/>
                  </a:lnTo>
                  <a:lnTo>
                    <a:pt x="3876" y="12188"/>
                  </a:lnTo>
                  <a:lnTo>
                    <a:pt x="3427" y="12581"/>
                  </a:lnTo>
                  <a:cubicBezTo>
                    <a:pt x="3258" y="12412"/>
                    <a:pt x="3146" y="12244"/>
                    <a:pt x="3033" y="12019"/>
                  </a:cubicBezTo>
                  <a:lnTo>
                    <a:pt x="3539" y="11682"/>
                  </a:lnTo>
                  <a:lnTo>
                    <a:pt x="3370" y="11458"/>
                  </a:lnTo>
                  <a:lnTo>
                    <a:pt x="2865" y="11795"/>
                  </a:lnTo>
                  <a:cubicBezTo>
                    <a:pt x="2753" y="11626"/>
                    <a:pt x="2640" y="11402"/>
                    <a:pt x="2528" y="11233"/>
                  </a:cubicBezTo>
                  <a:lnTo>
                    <a:pt x="3033" y="10952"/>
                  </a:lnTo>
                  <a:lnTo>
                    <a:pt x="2921" y="10671"/>
                  </a:lnTo>
                  <a:lnTo>
                    <a:pt x="2359" y="10952"/>
                  </a:lnTo>
                  <a:cubicBezTo>
                    <a:pt x="2247" y="10784"/>
                    <a:pt x="2191" y="10559"/>
                    <a:pt x="2079" y="10391"/>
                  </a:cubicBezTo>
                  <a:lnTo>
                    <a:pt x="2640" y="10110"/>
                  </a:lnTo>
                  <a:cubicBezTo>
                    <a:pt x="2584" y="10054"/>
                    <a:pt x="2584" y="9941"/>
                    <a:pt x="2528" y="9829"/>
                  </a:cubicBezTo>
                  <a:lnTo>
                    <a:pt x="1966" y="10054"/>
                  </a:lnTo>
                  <a:cubicBezTo>
                    <a:pt x="1910" y="9885"/>
                    <a:pt x="1798" y="9717"/>
                    <a:pt x="1742" y="9492"/>
                  </a:cubicBezTo>
                  <a:lnTo>
                    <a:pt x="2359" y="9323"/>
                  </a:lnTo>
                  <a:lnTo>
                    <a:pt x="2247" y="9043"/>
                  </a:lnTo>
                  <a:lnTo>
                    <a:pt x="1686" y="9211"/>
                  </a:lnTo>
                  <a:cubicBezTo>
                    <a:pt x="1629" y="8986"/>
                    <a:pt x="1573" y="8762"/>
                    <a:pt x="1517" y="8537"/>
                  </a:cubicBezTo>
                  <a:lnTo>
                    <a:pt x="2079" y="8425"/>
                  </a:lnTo>
                  <a:cubicBezTo>
                    <a:pt x="2079" y="8312"/>
                    <a:pt x="2079" y="8256"/>
                    <a:pt x="2023" y="8144"/>
                  </a:cubicBezTo>
                  <a:lnTo>
                    <a:pt x="1461" y="8256"/>
                  </a:lnTo>
                  <a:cubicBezTo>
                    <a:pt x="1461" y="8032"/>
                    <a:pt x="1405" y="7807"/>
                    <a:pt x="1349" y="7638"/>
                  </a:cubicBezTo>
                  <a:lnTo>
                    <a:pt x="1966" y="7582"/>
                  </a:lnTo>
                  <a:lnTo>
                    <a:pt x="1966" y="7245"/>
                  </a:lnTo>
                  <a:lnTo>
                    <a:pt x="1349" y="7301"/>
                  </a:lnTo>
                  <a:lnTo>
                    <a:pt x="1349" y="6628"/>
                  </a:lnTo>
                  <a:lnTo>
                    <a:pt x="1966" y="6628"/>
                  </a:lnTo>
                  <a:lnTo>
                    <a:pt x="1966" y="6291"/>
                  </a:lnTo>
                  <a:lnTo>
                    <a:pt x="1" y="6291"/>
                  </a:lnTo>
                  <a:lnTo>
                    <a:pt x="1" y="6571"/>
                  </a:lnTo>
                  <a:cubicBezTo>
                    <a:pt x="1" y="6908"/>
                    <a:pt x="1" y="7245"/>
                    <a:pt x="57" y="7582"/>
                  </a:cubicBezTo>
                  <a:cubicBezTo>
                    <a:pt x="57" y="7638"/>
                    <a:pt x="57" y="7695"/>
                    <a:pt x="57" y="7751"/>
                  </a:cubicBezTo>
                  <a:cubicBezTo>
                    <a:pt x="57" y="7975"/>
                    <a:pt x="113" y="8200"/>
                    <a:pt x="169" y="8481"/>
                  </a:cubicBezTo>
                  <a:cubicBezTo>
                    <a:pt x="169" y="8593"/>
                    <a:pt x="169" y="8649"/>
                    <a:pt x="225" y="8762"/>
                  </a:cubicBezTo>
                  <a:cubicBezTo>
                    <a:pt x="281" y="9043"/>
                    <a:pt x="338" y="9267"/>
                    <a:pt x="394" y="9548"/>
                  </a:cubicBezTo>
                  <a:cubicBezTo>
                    <a:pt x="450" y="9604"/>
                    <a:pt x="450" y="9717"/>
                    <a:pt x="450" y="9773"/>
                  </a:cubicBezTo>
                  <a:cubicBezTo>
                    <a:pt x="562" y="10054"/>
                    <a:pt x="675" y="10278"/>
                    <a:pt x="731" y="10559"/>
                  </a:cubicBezTo>
                  <a:cubicBezTo>
                    <a:pt x="731" y="10559"/>
                    <a:pt x="731" y="10615"/>
                    <a:pt x="731" y="10615"/>
                  </a:cubicBezTo>
                  <a:cubicBezTo>
                    <a:pt x="899" y="11008"/>
                    <a:pt x="1068" y="11402"/>
                    <a:pt x="1292" y="11738"/>
                  </a:cubicBezTo>
                  <a:lnTo>
                    <a:pt x="1349" y="11851"/>
                  </a:lnTo>
                  <a:cubicBezTo>
                    <a:pt x="1461" y="12075"/>
                    <a:pt x="1573" y="12300"/>
                    <a:pt x="1686" y="12469"/>
                  </a:cubicBezTo>
                  <a:lnTo>
                    <a:pt x="1854" y="12749"/>
                  </a:lnTo>
                  <a:cubicBezTo>
                    <a:pt x="2023" y="12974"/>
                    <a:pt x="2191" y="13199"/>
                    <a:pt x="2359" y="13367"/>
                  </a:cubicBezTo>
                  <a:lnTo>
                    <a:pt x="2472" y="13536"/>
                  </a:lnTo>
                  <a:cubicBezTo>
                    <a:pt x="2640" y="13760"/>
                    <a:pt x="2865" y="13985"/>
                    <a:pt x="3033" y="14210"/>
                  </a:cubicBezTo>
                  <a:lnTo>
                    <a:pt x="3146" y="14266"/>
                  </a:lnTo>
                  <a:cubicBezTo>
                    <a:pt x="3370" y="14491"/>
                    <a:pt x="3595" y="14771"/>
                    <a:pt x="3876" y="14996"/>
                  </a:cubicBezTo>
                  <a:lnTo>
                    <a:pt x="3932" y="15052"/>
                  </a:lnTo>
                  <a:cubicBezTo>
                    <a:pt x="4213" y="15221"/>
                    <a:pt x="4438" y="15445"/>
                    <a:pt x="4718" y="15614"/>
                  </a:cubicBezTo>
                  <a:lnTo>
                    <a:pt x="4943" y="15726"/>
                  </a:lnTo>
                  <a:cubicBezTo>
                    <a:pt x="5168" y="15895"/>
                    <a:pt x="5392" y="16063"/>
                    <a:pt x="5673" y="16175"/>
                  </a:cubicBezTo>
                  <a:lnTo>
                    <a:pt x="5842" y="16288"/>
                  </a:lnTo>
                  <a:cubicBezTo>
                    <a:pt x="6066" y="16400"/>
                    <a:pt x="6347" y="16512"/>
                    <a:pt x="6628" y="16625"/>
                  </a:cubicBezTo>
                  <a:lnTo>
                    <a:pt x="6740" y="16681"/>
                  </a:lnTo>
                  <a:cubicBezTo>
                    <a:pt x="7077" y="16849"/>
                    <a:pt x="7414" y="16962"/>
                    <a:pt x="7751" y="17074"/>
                  </a:cubicBezTo>
                  <a:lnTo>
                    <a:pt x="7976" y="17130"/>
                  </a:lnTo>
                  <a:cubicBezTo>
                    <a:pt x="8313" y="17243"/>
                    <a:pt x="8650" y="17299"/>
                    <a:pt x="8987" y="17355"/>
                  </a:cubicBezTo>
                  <a:cubicBezTo>
                    <a:pt x="9212" y="17411"/>
                    <a:pt x="9492" y="17467"/>
                    <a:pt x="9773" y="17467"/>
                  </a:cubicBezTo>
                  <a:lnTo>
                    <a:pt x="9942" y="17467"/>
                  </a:lnTo>
                  <a:cubicBezTo>
                    <a:pt x="10279" y="17467"/>
                    <a:pt x="10672" y="17523"/>
                    <a:pt x="11009" y="17523"/>
                  </a:cubicBezTo>
                  <a:cubicBezTo>
                    <a:pt x="12020" y="17523"/>
                    <a:pt x="13087" y="17411"/>
                    <a:pt x="14042" y="17130"/>
                  </a:cubicBezTo>
                  <a:lnTo>
                    <a:pt x="14323" y="17018"/>
                  </a:lnTo>
                  <a:cubicBezTo>
                    <a:pt x="15277" y="16737"/>
                    <a:pt x="16176" y="16344"/>
                    <a:pt x="17018" y="15782"/>
                  </a:cubicBezTo>
                  <a:lnTo>
                    <a:pt x="17131" y="15726"/>
                  </a:lnTo>
                  <a:cubicBezTo>
                    <a:pt x="17412" y="15502"/>
                    <a:pt x="17636" y="15333"/>
                    <a:pt x="17917" y="15165"/>
                  </a:cubicBezTo>
                  <a:lnTo>
                    <a:pt x="18142" y="14940"/>
                  </a:lnTo>
                  <a:cubicBezTo>
                    <a:pt x="18310" y="14771"/>
                    <a:pt x="18535" y="14603"/>
                    <a:pt x="18703" y="14434"/>
                  </a:cubicBezTo>
                  <a:lnTo>
                    <a:pt x="18928" y="14210"/>
                  </a:lnTo>
                  <a:cubicBezTo>
                    <a:pt x="19097" y="14041"/>
                    <a:pt x="19265" y="13817"/>
                    <a:pt x="19490" y="13648"/>
                  </a:cubicBezTo>
                  <a:cubicBezTo>
                    <a:pt x="19490" y="13592"/>
                    <a:pt x="19546" y="13536"/>
                    <a:pt x="19602" y="13480"/>
                  </a:cubicBezTo>
                  <a:lnTo>
                    <a:pt x="19658" y="13423"/>
                  </a:lnTo>
                  <a:cubicBezTo>
                    <a:pt x="20107" y="12862"/>
                    <a:pt x="20444" y="12300"/>
                    <a:pt x="20781" y="11682"/>
                  </a:cubicBezTo>
                  <a:lnTo>
                    <a:pt x="20894" y="11570"/>
                  </a:lnTo>
                  <a:cubicBezTo>
                    <a:pt x="21006" y="11345"/>
                    <a:pt x="21062" y="11121"/>
                    <a:pt x="21175" y="10896"/>
                  </a:cubicBezTo>
                  <a:cubicBezTo>
                    <a:pt x="21343" y="10503"/>
                    <a:pt x="21512" y="10166"/>
                    <a:pt x="21624" y="9773"/>
                  </a:cubicBezTo>
                  <a:cubicBezTo>
                    <a:pt x="21624" y="9717"/>
                    <a:pt x="21624" y="9660"/>
                    <a:pt x="21680" y="9548"/>
                  </a:cubicBezTo>
                  <a:cubicBezTo>
                    <a:pt x="21736" y="9211"/>
                    <a:pt x="21849" y="8874"/>
                    <a:pt x="21905" y="8537"/>
                  </a:cubicBezTo>
                  <a:cubicBezTo>
                    <a:pt x="21961" y="8144"/>
                    <a:pt x="22017" y="7807"/>
                    <a:pt x="22073" y="7414"/>
                  </a:cubicBezTo>
                  <a:lnTo>
                    <a:pt x="22073" y="6684"/>
                  </a:lnTo>
                  <a:cubicBezTo>
                    <a:pt x="22073" y="5954"/>
                    <a:pt x="22017" y="5223"/>
                    <a:pt x="21905" y="4493"/>
                  </a:cubicBezTo>
                  <a:cubicBezTo>
                    <a:pt x="21849" y="4156"/>
                    <a:pt x="21736" y="3819"/>
                    <a:pt x="21624" y="3426"/>
                  </a:cubicBezTo>
                  <a:cubicBezTo>
                    <a:pt x="21512" y="2977"/>
                    <a:pt x="21343" y="2584"/>
                    <a:pt x="21175" y="2134"/>
                  </a:cubicBezTo>
                  <a:cubicBezTo>
                    <a:pt x="20950" y="1573"/>
                    <a:pt x="20669" y="1011"/>
                    <a:pt x="20332" y="506"/>
                  </a:cubicBezTo>
                  <a:cubicBezTo>
                    <a:pt x="20164" y="337"/>
                    <a:pt x="20051" y="169"/>
                    <a:pt x="199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69" name="Google Shape;12869;p27"/>
            <p:cNvSpPr/>
            <p:nvPr/>
          </p:nvSpPr>
          <p:spPr>
            <a:xfrm>
              <a:off x="3077595" y="-1307210"/>
              <a:ext cx="18468" cy="9234"/>
            </a:xfrm>
            <a:custGeom>
              <a:avLst/>
              <a:gdLst/>
              <a:ahLst/>
              <a:cxnLst/>
              <a:rect l="l" t="t" r="r" b="b"/>
              <a:pathLst>
                <a:path w="338" h="169" extrusionOk="0">
                  <a:moveTo>
                    <a:pt x="1" y="0"/>
                  </a:moveTo>
                  <a:lnTo>
                    <a:pt x="169" y="169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0" name="Google Shape;12870;p27"/>
            <p:cNvSpPr/>
            <p:nvPr/>
          </p:nvSpPr>
          <p:spPr>
            <a:xfrm>
              <a:off x="2334920" y="-1282677"/>
              <a:ext cx="816376" cy="721357"/>
            </a:xfrm>
            <a:custGeom>
              <a:avLst/>
              <a:gdLst/>
              <a:ahLst/>
              <a:cxnLst/>
              <a:rect l="l" t="t" r="r" b="b"/>
              <a:pathLst>
                <a:path w="14941" h="13202" extrusionOk="0">
                  <a:moveTo>
                    <a:pt x="11009" y="0"/>
                  </a:moveTo>
                  <a:lnTo>
                    <a:pt x="10672" y="618"/>
                  </a:lnTo>
                  <a:cubicBezTo>
                    <a:pt x="13031" y="2135"/>
                    <a:pt x="14154" y="5055"/>
                    <a:pt x="13424" y="7807"/>
                  </a:cubicBezTo>
                  <a:cubicBezTo>
                    <a:pt x="12975" y="9492"/>
                    <a:pt x="11852" y="10896"/>
                    <a:pt x="10335" y="11739"/>
                  </a:cubicBezTo>
                  <a:cubicBezTo>
                    <a:pt x="9313" y="12304"/>
                    <a:pt x="8236" y="12563"/>
                    <a:pt x="7187" y="12563"/>
                  </a:cubicBezTo>
                  <a:cubicBezTo>
                    <a:pt x="3855" y="12563"/>
                    <a:pt x="803" y="9951"/>
                    <a:pt x="675" y="6235"/>
                  </a:cubicBezTo>
                  <a:lnTo>
                    <a:pt x="1" y="6235"/>
                  </a:lnTo>
                  <a:cubicBezTo>
                    <a:pt x="113" y="9773"/>
                    <a:pt x="2753" y="12694"/>
                    <a:pt x="6291" y="13143"/>
                  </a:cubicBezTo>
                  <a:cubicBezTo>
                    <a:pt x="6595" y="13182"/>
                    <a:pt x="6897" y="13201"/>
                    <a:pt x="7196" y="13201"/>
                  </a:cubicBezTo>
                  <a:cubicBezTo>
                    <a:pt x="10333" y="13201"/>
                    <a:pt x="13170" y="11103"/>
                    <a:pt x="14042" y="7976"/>
                  </a:cubicBezTo>
                  <a:cubicBezTo>
                    <a:pt x="14941" y="4943"/>
                    <a:pt x="13705" y="1685"/>
                    <a:pt x="1100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1" name="Google Shape;12871;p27"/>
            <p:cNvSpPr/>
            <p:nvPr/>
          </p:nvSpPr>
          <p:spPr>
            <a:xfrm>
              <a:off x="2460757" y="-1150720"/>
              <a:ext cx="463456" cy="395921"/>
            </a:xfrm>
            <a:custGeom>
              <a:avLst/>
              <a:gdLst/>
              <a:ahLst/>
              <a:cxnLst/>
              <a:rect l="l" t="t" r="r" b="b"/>
              <a:pathLst>
                <a:path w="8482" h="7246" extrusionOk="0">
                  <a:moveTo>
                    <a:pt x="4944" y="1009"/>
                  </a:moveTo>
                  <a:cubicBezTo>
                    <a:pt x="7058" y="1009"/>
                    <a:pt x="8481" y="3708"/>
                    <a:pt x="6740" y="5448"/>
                  </a:cubicBezTo>
                  <a:lnTo>
                    <a:pt x="6684" y="5448"/>
                  </a:lnTo>
                  <a:cubicBezTo>
                    <a:pt x="6235" y="5954"/>
                    <a:pt x="5561" y="6235"/>
                    <a:pt x="4887" y="6235"/>
                  </a:cubicBezTo>
                  <a:cubicBezTo>
                    <a:pt x="2023" y="6235"/>
                    <a:pt x="1236" y="2303"/>
                    <a:pt x="3876" y="1236"/>
                  </a:cubicBezTo>
                  <a:cubicBezTo>
                    <a:pt x="4243" y="1080"/>
                    <a:pt x="4603" y="1009"/>
                    <a:pt x="4944" y="1009"/>
                  </a:cubicBezTo>
                  <a:close/>
                  <a:moveTo>
                    <a:pt x="4831" y="0"/>
                  </a:moveTo>
                  <a:cubicBezTo>
                    <a:pt x="1" y="0"/>
                    <a:pt x="1" y="7246"/>
                    <a:pt x="4831" y="7246"/>
                  </a:cubicBezTo>
                  <a:cubicBezTo>
                    <a:pt x="6853" y="7246"/>
                    <a:pt x="8482" y="5617"/>
                    <a:pt x="8482" y="3595"/>
                  </a:cubicBezTo>
                  <a:cubicBezTo>
                    <a:pt x="8482" y="1629"/>
                    <a:pt x="6853" y="0"/>
                    <a:pt x="483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2" name="Google Shape;12872;p27"/>
            <p:cNvSpPr/>
            <p:nvPr/>
          </p:nvSpPr>
          <p:spPr>
            <a:xfrm>
              <a:off x="6312211" y="-1132306"/>
              <a:ext cx="196431" cy="187251"/>
            </a:xfrm>
            <a:custGeom>
              <a:avLst/>
              <a:gdLst/>
              <a:ahLst/>
              <a:cxnLst/>
              <a:rect l="l" t="t" r="r" b="b"/>
              <a:pathLst>
                <a:path w="3595" h="3427" extrusionOk="0">
                  <a:moveTo>
                    <a:pt x="955" y="0"/>
                  </a:moveTo>
                  <a:lnTo>
                    <a:pt x="0" y="2191"/>
                  </a:lnTo>
                  <a:cubicBezTo>
                    <a:pt x="786" y="2528"/>
                    <a:pt x="1517" y="2977"/>
                    <a:pt x="2247" y="3427"/>
                  </a:cubicBezTo>
                  <a:lnTo>
                    <a:pt x="3595" y="1517"/>
                  </a:lnTo>
                  <a:cubicBezTo>
                    <a:pt x="2752" y="955"/>
                    <a:pt x="1854" y="450"/>
                    <a:pt x="95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3" name="Google Shape;12873;p27"/>
            <p:cNvSpPr/>
            <p:nvPr/>
          </p:nvSpPr>
          <p:spPr>
            <a:xfrm>
              <a:off x="6115778" y="-1209021"/>
              <a:ext cx="184191" cy="168838"/>
            </a:xfrm>
            <a:custGeom>
              <a:avLst/>
              <a:gdLst/>
              <a:ahLst/>
              <a:cxnLst/>
              <a:rect l="l" t="t" r="r" b="b"/>
              <a:pathLst>
                <a:path w="3371" h="3090" extrusionOk="0">
                  <a:moveTo>
                    <a:pt x="506" y="0"/>
                  </a:moveTo>
                  <a:lnTo>
                    <a:pt x="1" y="2303"/>
                  </a:lnTo>
                  <a:cubicBezTo>
                    <a:pt x="843" y="2528"/>
                    <a:pt x="1629" y="2752"/>
                    <a:pt x="2416" y="3089"/>
                  </a:cubicBezTo>
                  <a:lnTo>
                    <a:pt x="3370" y="899"/>
                  </a:lnTo>
                  <a:cubicBezTo>
                    <a:pt x="2472" y="562"/>
                    <a:pt x="1461" y="225"/>
                    <a:pt x="50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4" name="Google Shape;12874;p27"/>
            <p:cNvSpPr/>
            <p:nvPr/>
          </p:nvSpPr>
          <p:spPr>
            <a:xfrm>
              <a:off x="6766384" y="-665840"/>
              <a:ext cx="187251" cy="196485"/>
            </a:xfrm>
            <a:custGeom>
              <a:avLst/>
              <a:gdLst/>
              <a:ahLst/>
              <a:cxnLst/>
              <a:rect l="l" t="t" r="r" b="b"/>
              <a:pathLst>
                <a:path w="3427" h="3596" extrusionOk="0">
                  <a:moveTo>
                    <a:pt x="2022" y="0"/>
                  </a:moveTo>
                  <a:lnTo>
                    <a:pt x="0" y="1292"/>
                  </a:lnTo>
                  <a:cubicBezTo>
                    <a:pt x="450" y="2022"/>
                    <a:pt x="899" y="2809"/>
                    <a:pt x="1236" y="3595"/>
                  </a:cubicBezTo>
                  <a:lnTo>
                    <a:pt x="3426" y="2696"/>
                  </a:lnTo>
                  <a:cubicBezTo>
                    <a:pt x="3033" y="1798"/>
                    <a:pt x="2584" y="843"/>
                    <a:pt x="202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5" name="Google Shape;12875;p27"/>
            <p:cNvSpPr/>
            <p:nvPr/>
          </p:nvSpPr>
          <p:spPr>
            <a:xfrm>
              <a:off x="5910165" y="-1242789"/>
              <a:ext cx="165778" cy="144304"/>
            </a:xfrm>
            <a:custGeom>
              <a:avLst/>
              <a:gdLst/>
              <a:ahLst/>
              <a:cxnLst/>
              <a:rect l="l" t="t" r="r" b="b"/>
              <a:pathLst>
                <a:path w="3034" h="2641" extrusionOk="0">
                  <a:moveTo>
                    <a:pt x="57" y="1"/>
                  </a:moveTo>
                  <a:lnTo>
                    <a:pt x="1" y="2359"/>
                  </a:lnTo>
                  <a:cubicBezTo>
                    <a:pt x="843" y="2416"/>
                    <a:pt x="1685" y="2528"/>
                    <a:pt x="2528" y="2640"/>
                  </a:cubicBezTo>
                  <a:lnTo>
                    <a:pt x="3033" y="338"/>
                  </a:lnTo>
                  <a:cubicBezTo>
                    <a:pt x="2022" y="169"/>
                    <a:pt x="1068" y="57"/>
                    <a:pt x="5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6" name="Google Shape;12876;p27"/>
            <p:cNvSpPr/>
            <p:nvPr/>
          </p:nvSpPr>
          <p:spPr>
            <a:xfrm>
              <a:off x="6643606" y="-853038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742" y="0"/>
                  </a:moveTo>
                  <a:lnTo>
                    <a:pt x="1" y="1629"/>
                  </a:lnTo>
                  <a:cubicBezTo>
                    <a:pt x="619" y="2247"/>
                    <a:pt x="1124" y="2921"/>
                    <a:pt x="1630" y="3651"/>
                  </a:cubicBezTo>
                  <a:lnTo>
                    <a:pt x="3652" y="2359"/>
                  </a:lnTo>
                  <a:cubicBezTo>
                    <a:pt x="3034" y="1517"/>
                    <a:pt x="2416" y="731"/>
                    <a:pt x="174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7" name="Google Shape;12877;p27"/>
            <p:cNvSpPr/>
            <p:nvPr/>
          </p:nvSpPr>
          <p:spPr>
            <a:xfrm>
              <a:off x="6490175" y="-1012643"/>
              <a:ext cx="199545" cy="199545"/>
            </a:xfrm>
            <a:custGeom>
              <a:avLst/>
              <a:gdLst/>
              <a:ahLst/>
              <a:cxnLst/>
              <a:rect l="l" t="t" r="r" b="b"/>
              <a:pathLst>
                <a:path w="3652" h="3652" extrusionOk="0">
                  <a:moveTo>
                    <a:pt x="1349" y="1"/>
                  </a:moveTo>
                  <a:lnTo>
                    <a:pt x="1" y="1967"/>
                  </a:lnTo>
                  <a:cubicBezTo>
                    <a:pt x="675" y="2472"/>
                    <a:pt x="1349" y="3034"/>
                    <a:pt x="1966" y="3652"/>
                  </a:cubicBezTo>
                  <a:lnTo>
                    <a:pt x="3651" y="2023"/>
                  </a:lnTo>
                  <a:cubicBezTo>
                    <a:pt x="2977" y="1293"/>
                    <a:pt x="2191" y="619"/>
                    <a:pt x="134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8" name="Google Shape;12878;p27"/>
            <p:cNvSpPr/>
            <p:nvPr/>
          </p:nvSpPr>
          <p:spPr>
            <a:xfrm>
              <a:off x="4783913" y="-705727"/>
              <a:ext cx="184191" cy="196431"/>
            </a:xfrm>
            <a:custGeom>
              <a:avLst/>
              <a:gdLst/>
              <a:ahLst/>
              <a:cxnLst/>
              <a:rect l="l" t="t" r="r" b="b"/>
              <a:pathLst>
                <a:path w="3371" h="3595" extrusionOk="0">
                  <a:moveTo>
                    <a:pt x="1460" y="0"/>
                  </a:moveTo>
                  <a:cubicBezTo>
                    <a:pt x="899" y="843"/>
                    <a:pt x="393" y="1741"/>
                    <a:pt x="0" y="2640"/>
                  </a:cubicBezTo>
                  <a:lnTo>
                    <a:pt x="2191" y="3595"/>
                  </a:lnTo>
                  <a:cubicBezTo>
                    <a:pt x="2528" y="2809"/>
                    <a:pt x="2921" y="2078"/>
                    <a:pt x="3370" y="1404"/>
                  </a:cubicBez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79" name="Google Shape;12879;p27"/>
            <p:cNvSpPr/>
            <p:nvPr/>
          </p:nvSpPr>
          <p:spPr>
            <a:xfrm>
              <a:off x="5680019" y="-1242789"/>
              <a:ext cx="162663" cy="141244"/>
            </a:xfrm>
            <a:custGeom>
              <a:avLst/>
              <a:gdLst/>
              <a:ahLst/>
              <a:cxnLst/>
              <a:rect l="l" t="t" r="r" b="b"/>
              <a:pathLst>
                <a:path w="2977" h="2585" extrusionOk="0">
                  <a:moveTo>
                    <a:pt x="2977" y="1"/>
                  </a:moveTo>
                  <a:cubicBezTo>
                    <a:pt x="1966" y="1"/>
                    <a:pt x="1011" y="57"/>
                    <a:pt x="0" y="225"/>
                  </a:cubicBezTo>
                  <a:lnTo>
                    <a:pt x="393" y="2584"/>
                  </a:lnTo>
                  <a:cubicBezTo>
                    <a:pt x="1236" y="2416"/>
                    <a:pt x="2078" y="2359"/>
                    <a:pt x="2921" y="2359"/>
                  </a:cubicBezTo>
                  <a:lnTo>
                    <a:pt x="297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0" name="Google Shape;12880;p27"/>
            <p:cNvSpPr/>
            <p:nvPr/>
          </p:nvSpPr>
          <p:spPr>
            <a:xfrm>
              <a:off x="4903576" y="-886806"/>
              <a:ext cx="193371" cy="199545"/>
            </a:xfrm>
            <a:custGeom>
              <a:avLst/>
              <a:gdLst/>
              <a:ahLst/>
              <a:cxnLst/>
              <a:rect l="l" t="t" r="r" b="b"/>
              <a:pathLst>
                <a:path w="3539" h="3652" extrusionOk="0">
                  <a:moveTo>
                    <a:pt x="1910" y="1"/>
                  </a:moveTo>
                  <a:cubicBezTo>
                    <a:pt x="1236" y="731"/>
                    <a:pt x="562" y="1517"/>
                    <a:pt x="1" y="2303"/>
                  </a:cubicBezTo>
                  <a:lnTo>
                    <a:pt x="1910" y="3651"/>
                  </a:lnTo>
                  <a:cubicBezTo>
                    <a:pt x="2416" y="2977"/>
                    <a:pt x="2977" y="2360"/>
                    <a:pt x="3539" y="1742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1" name="Google Shape;12881;p27"/>
            <p:cNvSpPr/>
            <p:nvPr/>
          </p:nvSpPr>
          <p:spPr>
            <a:xfrm>
              <a:off x="4707197" y="-500115"/>
              <a:ext cx="168838" cy="184191"/>
            </a:xfrm>
            <a:custGeom>
              <a:avLst/>
              <a:gdLst/>
              <a:ahLst/>
              <a:cxnLst/>
              <a:rect l="l" t="t" r="r" b="b"/>
              <a:pathLst>
                <a:path w="3090" h="3371" extrusionOk="0">
                  <a:moveTo>
                    <a:pt x="899" y="0"/>
                  </a:moveTo>
                  <a:cubicBezTo>
                    <a:pt x="506" y="955"/>
                    <a:pt x="225" y="1910"/>
                    <a:pt x="0" y="2865"/>
                  </a:cubicBezTo>
                  <a:lnTo>
                    <a:pt x="2303" y="3370"/>
                  </a:lnTo>
                  <a:cubicBezTo>
                    <a:pt x="2471" y="2584"/>
                    <a:pt x="2752" y="1741"/>
                    <a:pt x="3089" y="955"/>
                  </a:cubicBezTo>
                  <a:lnTo>
                    <a:pt x="89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2" name="Google Shape;12882;p27"/>
            <p:cNvSpPr/>
            <p:nvPr/>
          </p:nvSpPr>
          <p:spPr>
            <a:xfrm>
              <a:off x="5452932" y="-1218256"/>
              <a:ext cx="181077" cy="165778"/>
            </a:xfrm>
            <a:custGeom>
              <a:avLst/>
              <a:gdLst/>
              <a:ahLst/>
              <a:cxnLst/>
              <a:rect l="l" t="t" r="r" b="b"/>
              <a:pathLst>
                <a:path w="3314" h="3034" extrusionOk="0">
                  <a:moveTo>
                    <a:pt x="2921" y="1"/>
                  </a:moveTo>
                  <a:cubicBezTo>
                    <a:pt x="1910" y="226"/>
                    <a:pt x="955" y="506"/>
                    <a:pt x="0" y="843"/>
                  </a:cubicBezTo>
                  <a:lnTo>
                    <a:pt x="842" y="3034"/>
                  </a:lnTo>
                  <a:cubicBezTo>
                    <a:pt x="1685" y="2753"/>
                    <a:pt x="2471" y="2528"/>
                    <a:pt x="3314" y="2360"/>
                  </a:cubicBezTo>
                  <a:lnTo>
                    <a:pt x="292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3" name="Google Shape;12883;p27"/>
            <p:cNvSpPr/>
            <p:nvPr/>
          </p:nvSpPr>
          <p:spPr>
            <a:xfrm>
              <a:off x="5244205" y="-1147660"/>
              <a:ext cx="193426" cy="187251"/>
            </a:xfrm>
            <a:custGeom>
              <a:avLst/>
              <a:gdLst/>
              <a:ahLst/>
              <a:cxnLst/>
              <a:rect l="l" t="t" r="r" b="b"/>
              <a:pathLst>
                <a:path w="3540" h="3427" extrusionOk="0">
                  <a:moveTo>
                    <a:pt x="2641" y="1"/>
                  </a:moveTo>
                  <a:cubicBezTo>
                    <a:pt x="1742" y="394"/>
                    <a:pt x="843" y="899"/>
                    <a:pt x="1" y="1405"/>
                  </a:cubicBezTo>
                  <a:lnTo>
                    <a:pt x="1236" y="3427"/>
                  </a:lnTo>
                  <a:cubicBezTo>
                    <a:pt x="1967" y="2977"/>
                    <a:pt x="2753" y="2584"/>
                    <a:pt x="3539" y="2247"/>
                  </a:cubicBezTo>
                  <a:lnTo>
                    <a:pt x="264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4" name="Google Shape;12884;p27"/>
            <p:cNvSpPr/>
            <p:nvPr/>
          </p:nvSpPr>
          <p:spPr>
            <a:xfrm>
              <a:off x="5057006" y="-1034117"/>
              <a:ext cx="196485" cy="193426"/>
            </a:xfrm>
            <a:custGeom>
              <a:avLst/>
              <a:gdLst/>
              <a:ahLst/>
              <a:cxnLst/>
              <a:rect l="l" t="t" r="r" b="b"/>
              <a:pathLst>
                <a:path w="3596" h="3540" extrusionOk="0">
                  <a:moveTo>
                    <a:pt x="2360" y="1"/>
                  </a:moveTo>
                  <a:cubicBezTo>
                    <a:pt x="1517" y="562"/>
                    <a:pt x="731" y="1180"/>
                    <a:pt x="1" y="1854"/>
                  </a:cubicBezTo>
                  <a:lnTo>
                    <a:pt x="1630" y="3539"/>
                  </a:lnTo>
                  <a:cubicBezTo>
                    <a:pt x="2247" y="2977"/>
                    <a:pt x="2921" y="2472"/>
                    <a:pt x="3595" y="1967"/>
                  </a:cubicBezTo>
                  <a:lnTo>
                    <a:pt x="236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5" name="Google Shape;12885;p27"/>
            <p:cNvSpPr/>
            <p:nvPr/>
          </p:nvSpPr>
          <p:spPr>
            <a:xfrm>
              <a:off x="6855393" y="-454108"/>
              <a:ext cx="162663" cy="153538"/>
            </a:xfrm>
            <a:custGeom>
              <a:avLst/>
              <a:gdLst/>
              <a:ahLst/>
              <a:cxnLst/>
              <a:rect l="l" t="t" r="r" b="b"/>
              <a:pathLst>
                <a:path w="2977" h="2810" extrusionOk="0">
                  <a:moveTo>
                    <a:pt x="2247" y="1"/>
                  </a:moveTo>
                  <a:lnTo>
                    <a:pt x="0" y="843"/>
                  </a:lnTo>
                  <a:cubicBezTo>
                    <a:pt x="225" y="1461"/>
                    <a:pt x="393" y="2135"/>
                    <a:pt x="562" y="2809"/>
                  </a:cubicBezTo>
                  <a:lnTo>
                    <a:pt x="2977" y="2809"/>
                  </a:lnTo>
                  <a:cubicBezTo>
                    <a:pt x="2808" y="1854"/>
                    <a:pt x="2584" y="899"/>
                    <a:pt x="2247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6" name="Google Shape;12886;p27"/>
            <p:cNvSpPr/>
            <p:nvPr/>
          </p:nvSpPr>
          <p:spPr>
            <a:xfrm>
              <a:off x="4903576" y="-1040237"/>
              <a:ext cx="1908848" cy="739662"/>
            </a:xfrm>
            <a:custGeom>
              <a:avLst/>
              <a:gdLst/>
              <a:ahLst/>
              <a:cxnLst/>
              <a:rect l="l" t="t" r="r" b="b"/>
              <a:pathLst>
                <a:path w="34935" h="13537" extrusionOk="0">
                  <a:moveTo>
                    <a:pt x="17468" y="0"/>
                  </a:moveTo>
                  <a:cubicBezTo>
                    <a:pt x="9268" y="0"/>
                    <a:pt x="2079" y="5561"/>
                    <a:pt x="1" y="13536"/>
                  </a:cubicBezTo>
                  <a:lnTo>
                    <a:pt x="338" y="13536"/>
                  </a:lnTo>
                  <a:cubicBezTo>
                    <a:pt x="2375" y="5773"/>
                    <a:pt x="9431" y="331"/>
                    <a:pt x="17433" y="331"/>
                  </a:cubicBezTo>
                  <a:cubicBezTo>
                    <a:pt x="17594" y="331"/>
                    <a:pt x="17755" y="333"/>
                    <a:pt x="17917" y="337"/>
                  </a:cubicBezTo>
                  <a:cubicBezTo>
                    <a:pt x="25780" y="506"/>
                    <a:pt x="32632" y="5898"/>
                    <a:pt x="34598" y="13536"/>
                  </a:cubicBezTo>
                  <a:lnTo>
                    <a:pt x="34935" y="13536"/>
                  </a:lnTo>
                  <a:cubicBezTo>
                    <a:pt x="32857" y="5561"/>
                    <a:pt x="25668" y="0"/>
                    <a:pt x="1746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7" name="Google Shape;12887;p27"/>
            <p:cNvSpPr/>
            <p:nvPr/>
          </p:nvSpPr>
          <p:spPr>
            <a:xfrm>
              <a:off x="5023293" y="-949424"/>
              <a:ext cx="1694004" cy="648850"/>
            </a:xfrm>
            <a:custGeom>
              <a:avLst/>
              <a:gdLst/>
              <a:ahLst/>
              <a:cxnLst/>
              <a:rect l="l" t="t" r="r" b="b"/>
              <a:pathLst>
                <a:path w="31003" h="11875" extrusionOk="0">
                  <a:moveTo>
                    <a:pt x="15289" y="1"/>
                  </a:moveTo>
                  <a:cubicBezTo>
                    <a:pt x="9303" y="1"/>
                    <a:pt x="3606" y="3317"/>
                    <a:pt x="730" y="8897"/>
                  </a:cubicBezTo>
                  <a:lnTo>
                    <a:pt x="1123" y="9122"/>
                  </a:lnTo>
                  <a:cubicBezTo>
                    <a:pt x="674" y="9964"/>
                    <a:pt x="281" y="10919"/>
                    <a:pt x="0" y="11874"/>
                  </a:cubicBezTo>
                  <a:lnTo>
                    <a:pt x="2640" y="11874"/>
                  </a:lnTo>
                  <a:cubicBezTo>
                    <a:pt x="3033" y="10751"/>
                    <a:pt x="3595" y="9684"/>
                    <a:pt x="4269" y="8729"/>
                  </a:cubicBezTo>
                  <a:cubicBezTo>
                    <a:pt x="4774" y="7943"/>
                    <a:pt x="5336" y="7269"/>
                    <a:pt x="6010" y="6651"/>
                  </a:cubicBezTo>
                  <a:lnTo>
                    <a:pt x="5279" y="5864"/>
                  </a:lnTo>
                  <a:cubicBezTo>
                    <a:pt x="7979" y="3276"/>
                    <a:pt x="11542" y="1875"/>
                    <a:pt x="15228" y="1875"/>
                  </a:cubicBezTo>
                  <a:cubicBezTo>
                    <a:pt x="15300" y="1875"/>
                    <a:pt x="15373" y="1876"/>
                    <a:pt x="15445" y="1877"/>
                  </a:cubicBezTo>
                  <a:lnTo>
                    <a:pt x="15445" y="2944"/>
                  </a:lnTo>
                  <a:cubicBezTo>
                    <a:pt x="19096" y="2944"/>
                    <a:pt x="22522" y="4460"/>
                    <a:pt x="24993" y="7100"/>
                  </a:cubicBezTo>
                  <a:cubicBezTo>
                    <a:pt x="25555" y="7718"/>
                    <a:pt x="26116" y="8336"/>
                    <a:pt x="26566" y="9066"/>
                  </a:cubicBezTo>
                  <a:lnTo>
                    <a:pt x="27464" y="8504"/>
                  </a:lnTo>
                  <a:cubicBezTo>
                    <a:pt x="28138" y="9571"/>
                    <a:pt x="28644" y="10695"/>
                    <a:pt x="29037" y="11874"/>
                  </a:cubicBezTo>
                  <a:lnTo>
                    <a:pt x="31003" y="11874"/>
                  </a:lnTo>
                  <a:cubicBezTo>
                    <a:pt x="30273" y="9291"/>
                    <a:pt x="28981" y="6988"/>
                    <a:pt x="27127" y="5078"/>
                  </a:cubicBezTo>
                  <a:cubicBezTo>
                    <a:pt x="26173" y="4067"/>
                    <a:pt x="25106" y="3169"/>
                    <a:pt x="23926" y="2438"/>
                  </a:cubicBezTo>
                  <a:lnTo>
                    <a:pt x="23701" y="2832"/>
                  </a:lnTo>
                  <a:cubicBezTo>
                    <a:pt x="22747" y="2214"/>
                    <a:pt x="21736" y="1764"/>
                    <a:pt x="20669" y="1371"/>
                  </a:cubicBezTo>
                  <a:lnTo>
                    <a:pt x="20837" y="978"/>
                  </a:lnTo>
                  <a:cubicBezTo>
                    <a:pt x="19010" y="316"/>
                    <a:pt x="17136" y="1"/>
                    <a:pt x="15289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8" name="Google Shape;12888;p27"/>
            <p:cNvSpPr/>
            <p:nvPr/>
          </p:nvSpPr>
          <p:spPr>
            <a:xfrm>
              <a:off x="5152136" y="-543062"/>
              <a:ext cx="1285898" cy="1122251"/>
            </a:xfrm>
            <a:custGeom>
              <a:avLst/>
              <a:gdLst/>
              <a:ahLst/>
              <a:cxnLst/>
              <a:rect l="l" t="t" r="r" b="b"/>
              <a:pathLst>
                <a:path w="23534" h="20539" extrusionOk="0">
                  <a:moveTo>
                    <a:pt x="13200" y="0"/>
                  </a:moveTo>
                  <a:cubicBezTo>
                    <a:pt x="4831" y="56"/>
                    <a:pt x="1" y="9604"/>
                    <a:pt x="5000" y="16344"/>
                  </a:cubicBezTo>
                  <a:cubicBezTo>
                    <a:pt x="7100" y="19200"/>
                    <a:pt x="10183" y="20538"/>
                    <a:pt x="13234" y="20538"/>
                  </a:cubicBezTo>
                  <a:cubicBezTo>
                    <a:pt x="17444" y="20538"/>
                    <a:pt x="21596" y="17991"/>
                    <a:pt x="23028" y="13367"/>
                  </a:cubicBezTo>
                  <a:lnTo>
                    <a:pt x="23028" y="13311"/>
                  </a:lnTo>
                  <a:cubicBezTo>
                    <a:pt x="23365" y="12300"/>
                    <a:pt x="23534" y="11289"/>
                    <a:pt x="23534" y="10222"/>
                  </a:cubicBezTo>
                  <a:lnTo>
                    <a:pt x="22298" y="10222"/>
                  </a:lnTo>
                  <a:lnTo>
                    <a:pt x="22298" y="10278"/>
                  </a:lnTo>
                  <a:cubicBezTo>
                    <a:pt x="22298" y="15719"/>
                    <a:pt x="17839" y="19330"/>
                    <a:pt x="13182" y="19330"/>
                  </a:cubicBezTo>
                  <a:cubicBezTo>
                    <a:pt x="10964" y="19330"/>
                    <a:pt x="8701" y="18511"/>
                    <a:pt x="6853" y="16681"/>
                  </a:cubicBezTo>
                  <a:cubicBezTo>
                    <a:pt x="1180" y="11008"/>
                    <a:pt x="5168" y="1236"/>
                    <a:pt x="13200" y="1236"/>
                  </a:cubicBezTo>
                  <a:lnTo>
                    <a:pt x="1320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89" name="Google Shape;12889;p27"/>
            <p:cNvSpPr/>
            <p:nvPr/>
          </p:nvSpPr>
          <p:spPr>
            <a:xfrm>
              <a:off x="5526533" y="-341056"/>
              <a:ext cx="758075" cy="694147"/>
            </a:xfrm>
            <a:custGeom>
              <a:avLst/>
              <a:gdLst/>
              <a:ahLst/>
              <a:cxnLst/>
              <a:rect l="l" t="t" r="r" b="b"/>
              <a:pathLst>
                <a:path w="13874" h="12704" extrusionOk="0">
                  <a:moveTo>
                    <a:pt x="6362" y="1"/>
                  </a:moveTo>
                  <a:cubicBezTo>
                    <a:pt x="6245" y="1"/>
                    <a:pt x="6128" y="4"/>
                    <a:pt x="6011" y="10"/>
                  </a:cubicBezTo>
                  <a:lnTo>
                    <a:pt x="6067" y="10"/>
                  </a:lnTo>
                  <a:cubicBezTo>
                    <a:pt x="3146" y="178"/>
                    <a:pt x="675" y="2200"/>
                    <a:pt x="1" y="5009"/>
                  </a:cubicBezTo>
                  <a:lnTo>
                    <a:pt x="450" y="5121"/>
                  </a:lnTo>
                  <a:cubicBezTo>
                    <a:pt x="1185" y="2220"/>
                    <a:pt x="3767" y="472"/>
                    <a:pt x="6425" y="472"/>
                  </a:cubicBezTo>
                  <a:cubicBezTo>
                    <a:pt x="7833" y="472"/>
                    <a:pt x="9261" y="962"/>
                    <a:pt x="10448" y="2032"/>
                  </a:cubicBezTo>
                  <a:cubicBezTo>
                    <a:pt x="13874" y="5065"/>
                    <a:pt x="12806" y="10681"/>
                    <a:pt x="8482" y="12310"/>
                  </a:cubicBezTo>
                  <a:lnTo>
                    <a:pt x="8650" y="12703"/>
                  </a:lnTo>
                  <a:cubicBezTo>
                    <a:pt x="11739" y="11580"/>
                    <a:pt x="13480" y="8435"/>
                    <a:pt x="12806" y="5233"/>
                  </a:cubicBezTo>
                  <a:cubicBezTo>
                    <a:pt x="12211" y="2147"/>
                    <a:pt x="9476" y="1"/>
                    <a:pt x="636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0" name="Google Shape;12890;p27"/>
            <p:cNvSpPr/>
            <p:nvPr/>
          </p:nvSpPr>
          <p:spPr>
            <a:xfrm>
              <a:off x="5722966" y="-154295"/>
              <a:ext cx="368328" cy="317076"/>
            </a:xfrm>
            <a:custGeom>
              <a:avLst/>
              <a:gdLst/>
              <a:ahLst/>
              <a:cxnLst/>
              <a:rect l="l" t="t" r="r" b="b"/>
              <a:pathLst>
                <a:path w="6741" h="5803" extrusionOk="0">
                  <a:moveTo>
                    <a:pt x="2918" y="0"/>
                  </a:moveTo>
                  <a:cubicBezTo>
                    <a:pt x="1424" y="0"/>
                    <a:pt x="0" y="1185"/>
                    <a:pt x="0" y="2939"/>
                  </a:cubicBezTo>
                  <a:cubicBezTo>
                    <a:pt x="0" y="4511"/>
                    <a:pt x="1292" y="5803"/>
                    <a:pt x="2921" y="5803"/>
                  </a:cubicBezTo>
                  <a:cubicBezTo>
                    <a:pt x="5505" y="5803"/>
                    <a:pt x="6740" y="2658"/>
                    <a:pt x="4943" y="860"/>
                  </a:cubicBezTo>
                  <a:cubicBezTo>
                    <a:pt x="4348" y="265"/>
                    <a:pt x="3625" y="0"/>
                    <a:pt x="291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1" name="Google Shape;12891;p27"/>
            <p:cNvSpPr/>
            <p:nvPr/>
          </p:nvSpPr>
          <p:spPr>
            <a:xfrm>
              <a:off x="5600189" y="-138012"/>
              <a:ext cx="633879" cy="427940"/>
            </a:xfrm>
            <a:custGeom>
              <a:avLst/>
              <a:gdLst/>
              <a:ahLst/>
              <a:cxnLst/>
              <a:rect l="l" t="t" r="r" b="b"/>
              <a:pathLst>
                <a:path w="11601" h="7832" extrusionOk="0">
                  <a:moveTo>
                    <a:pt x="9100" y="1"/>
                  </a:moveTo>
                  <a:lnTo>
                    <a:pt x="8763" y="282"/>
                  </a:lnTo>
                  <a:cubicBezTo>
                    <a:pt x="11035" y="3602"/>
                    <a:pt x="8276" y="7365"/>
                    <a:pt x="5009" y="7365"/>
                  </a:cubicBezTo>
                  <a:cubicBezTo>
                    <a:pt x="4076" y="7365"/>
                    <a:pt x="3102" y="7058"/>
                    <a:pt x="2191" y="6347"/>
                  </a:cubicBezTo>
                  <a:cubicBezTo>
                    <a:pt x="619" y="5112"/>
                    <a:pt x="57" y="3034"/>
                    <a:pt x="787" y="1180"/>
                  </a:cubicBezTo>
                  <a:lnTo>
                    <a:pt x="338" y="1012"/>
                  </a:lnTo>
                  <a:cubicBezTo>
                    <a:pt x="113" y="1573"/>
                    <a:pt x="1" y="2191"/>
                    <a:pt x="1" y="2809"/>
                  </a:cubicBezTo>
                  <a:cubicBezTo>
                    <a:pt x="1" y="4325"/>
                    <a:pt x="731" y="5786"/>
                    <a:pt x="1911" y="6741"/>
                  </a:cubicBezTo>
                  <a:cubicBezTo>
                    <a:pt x="2894" y="7503"/>
                    <a:pt x="3945" y="7832"/>
                    <a:pt x="4953" y="7832"/>
                  </a:cubicBezTo>
                  <a:cubicBezTo>
                    <a:pt x="8549" y="7832"/>
                    <a:pt x="11600" y="3642"/>
                    <a:pt x="910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2" name="Google Shape;12892;p27"/>
            <p:cNvSpPr/>
            <p:nvPr/>
          </p:nvSpPr>
          <p:spPr>
            <a:xfrm>
              <a:off x="1398926" y="-1267323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573" y="0"/>
                  </a:moveTo>
                  <a:lnTo>
                    <a:pt x="1" y="674"/>
                  </a:lnTo>
                  <a:lnTo>
                    <a:pt x="57" y="899"/>
                  </a:lnTo>
                  <a:lnTo>
                    <a:pt x="1686" y="281"/>
                  </a:lnTo>
                  <a:cubicBezTo>
                    <a:pt x="1742" y="225"/>
                    <a:pt x="1742" y="169"/>
                    <a:pt x="1742" y="113"/>
                  </a:cubicBezTo>
                  <a:cubicBezTo>
                    <a:pt x="1686" y="0"/>
                    <a:pt x="1630" y="0"/>
                    <a:pt x="157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3" name="Google Shape;12893;p27"/>
            <p:cNvSpPr/>
            <p:nvPr/>
          </p:nvSpPr>
          <p:spPr>
            <a:xfrm>
              <a:off x="1478756" y="-923962"/>
              <a:ext cx="101248" cy="24916"/>
            </a:xfrm>
            <a:custGeom>
              <a:avLst/>
              <a:gdLst/>
              <a:ahLst/>
              <a:cxnLst/>
              <a:rect l="l" t="t" r="r" b="b"/>
              <a:pathLst>
                <a:path w="1853" h="456" extrusionOk="0">
                  <a:moveTo>
                    <a:pt x="1721" y="0"/>
                  </a:moveTo>
                  <a:cubicBezTo>
                    <a:pt x="1710" y="0"/>
                    <a:pt x="1698" y="2"/>
                    <a:pt x="1685" y="7"/>
                  </a:cubicBezTo>
                  <a:lnTo>
                    <a:pt x="0" y="175"/>
                  </a:lnTo>
                  <a:lnTo>
                    <a:pt x="0" y="456"/>
                  </a:lnTo>
                  <a:lnTo>
                    <a:pt x="1685" y="287"/>
                  </a:lnTo>
                  <a:cubicBezTo>
                    <a:pt x="1841" y="287"/>
                    <a:pt x="1852" y="0"/>
                    <a:pt x="172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4" name="Google Shape;12894;p27"/>
            <p:cNvSpPr/>
            <p:nvPr/>
          </p:nvSpPr>
          <p:spPr>
            <a:xfrm>
              <a:off x="1435753" y="-1157277"/>
              <a:ext cx="100483" cy="43439"/>
            </a:xfrm>
            <a:custGeom>
              <a:avLst/>
              <a:gdLst/>
              <a:ahLst/>
              <a:cxnLst/>
              <a:rect l="l" t="t" r="r" b="b"/>
              <a:pathLst>
                <a:path w="1839" h="795" extrusionOk="0">
                  <a:moveTo>
                    <a:pt x="1672" y="1"/>
                  </a:moveTo>
                  <a:cubicBezTo>
                    <a:pt x="1659" y="1"/>
                    <a:pt x="1645" y="3"/>
                    <a:pt x="1630" y="8"/>
                  </a:cubicBezTo>
                  <a:lnTo>
                    <a:pt x="1" y="514"/>
                  </a:lnTo>
                  <a:cubicBezTo>
                    <a:pt x="1" y="626"/>
                    <a:pt x="57" y="682"/>
                    <a:pt x="57" y="794"/>
                  </a:cubicBezTo>
                  <a:lnTo>
                    <a:pt x="1686" y="289"/>
                  </a:lnTo>
                  <a:cubicBezTo>
                    <a:pt x="1839" y="238"/>
                    <a:pt x="1806" y="1"/>
                    <a:pt x="167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5" name="Google Shape;12895;p27"/>
            <p:cNvSpPr/>
            <p:nvPr/>
          </p:nvSpPr>
          <p:spPr>
            <a:xfrm>
              <a:off x="1463402" y="-1037559"/>
              <a:ext cx="100483" cy="31145"/>
            </a:xfrm>
            <a:custGeom>
              <a:avLst/>
              <a:gdLst/>
              <a:ahLst/>
              <a:cxnLst/>
              <a:rect l="l" t="t" r="r" b="b"/>
              <a:pathLst>
                <a:path w="1839" h="570" extrusionOk="0">
                  <a:moveTo>
                    <a:pt x="1672" y="0"/>
                  </a:moveTo>
                  <a:cubicBezTo>
                    <a:pt x="1659" y="0"/>
                    <a:pt x="1644" y="2"/>
                    <a:pt x="1629" y="8"/>
                  </a:cubicBezTo>
                  <a:lnTo>
                    <a:pt x="0" y="288"/>
                  </a:lnTo>
                  <a:lnTo>
                    <a:pt x="0" y="569"/>
                  </a:lnTo>
                  <a:lnTo>
                    <a:pt x="1685" y="232"/>
                  </a:lnTo>
                  <a:cubicBezTo>
                    <a:pt x="1838" y="232"/>
                    <a:pt x="1806" y="0"/>
                    <a:pt x="1672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6" name="Google Shape;12896;p27"/>
            <p:cNvSpPr/>
            <p:nvPr/>
          </p:nvSpPr>
          <p:spPr>
            <a:xfrm>
              <a:off x="-212208" y="181144"/>
              <a:ext cx="58356" cy="92123"/>
            </a:xfrm>
            <a:custGeom>
              <a:avLst/>
              <a:gdLst/>
              <a:ahLst/>
              <a:cxnLst/>
              <a:rect l="l" t="t" r="r" b="b"/>
              <a:pathLst>
                <a:path w="1068" h="1686" extrusionOk="0">
                  <a:moveTo>
                    <a:pt x="843" y="1"/>
                  </a:moveTo>
                  <a:lnTo>
                    <a:pt x="0" y="1517"/>
                  </a:lnTo>
                  <a:cubicBezTo>
                    <a:pt x="0" y="1574"/>
                    <a:pt x="0" y="1630"/>
                    <a:pt x="57" y="1686"/>
                  </a:cubicBezTo>
                  <a:lnTo>
                    <a:pt x="113" y="1686"/>
                  </a:lnTo>
                  <a:cubicBezTo>
                    <a:pt x="169" y="1686"/>
                    <a:pt x="225" y="1686"/>
                    <a:pt x="225" y="1630"/>
                  </a:cubicBezTo>
                  <a:lnTo>
                    <a:pt x="1068" y="113"/>
                  </a:lnTo>
                  <a:lnTo>
                    <a:pt x="84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7" name="Google Shape;12897;p27"/>
            <p:cNvSpPr/>
            <p:nvPr/>
          </p:nvSpPr>
          <p:spPr>
            <a:xfrm>
              <a:off x="978521" y="129016"/>
              <a:ext cx="64475" cy="85949"/>
            </a:xfrm>
            <a:custGeom>
              <a:avLst/>
              <a:gdLst/>
              <a:ahLst/>
              <a:cxnLst/>
              <a:rect l="l" t="t" r="r" b="b"/>
              <a:pathLst>
                <a:path w="1180" h="1573" extrusionOk="0">
                  <a:moveTo>
                    <a:pt x="225" y="0"/>
                  </a:moveTo>
                  <a:lnTo>
                    <a:pt x="0" y="112"/>
                  </a:lnTo>
                  <a:lnTo>
                    <a:pt x="955" y="1517"/>
                  </a:lnTo>
                  <a:cubicBezTo>
                    <a:pt x="955" y="1573"/>
                    <a:pt x="1011" y="1573"/>
                    <a:pt x="1067" y="1573"/>
                  </a:cubicBezTo>
                  <a:lnTo>
                    <a:pt x="1124" y="1573"/>
                  </a:lnTo>
                  <a:cubicBezTo>
                    <a:pt x="1180" y="1517"/>
                    <a:pt x="1180" y="1460"/>
                    <a:pt x="1124" y="1404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8" name="Google Shape;12898;p27"/>
            <p:cNvSpPr/>
            <p:nvPr/>
          </p:nvSpPr>
          <p:spPr>
            <a:xfrm>
              <a:off x="1067530" y="61481"/>
              <a:ext cx="73655" cy="82889"/>
            </a:xfrm>
            <a:custGeom>
              <a:avLst/>
              <a:gdLst/>
              <a:ahLst/>
              <a:cxnLst/>
              <a:rect l="l" t="t" r="r" b="b"/>
              <a:pathLst>
                <a:path w="1348" h="1517" extrusionOk="0">
                  <a:moveTo>
                    <a:pt x="225" y="0"/>
                  </a:moveTo>
                  <a:lnTo>
                    <a:pt x="0" y="169"/>
                  </a:lnTo>
                  <a:lnTo>
                    <a:pt x="1123" y="1461"/>
                  </a:lnTo>
                  <a:cubicBezTo>
                    <a:pt x="1123" y="1517"/>
                    <a:pt x="1179" y="1517"/>
                    <a:pt x="1236" y="1517"/>
                  </a:cubicBezTo>
                  <a:lnTo>
                    <a:pt x="1292" y="1517"/>
                  </a:lnTo>
                  <a:cubicBezTo>
                    <a:pt x="1348" y="1461"/>
                    <a:pt x="1348" y="1405"/>
                    <a:pt x="1292" y="1348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899" name="Google Shape;12899;p27"/>
            <p:cNvSpPr/>
            <p:nvPr/>
          </p:nvSpPr>
          <p:spPr>
            <a:xfrm>
              <a:off x="1150365" y="-12175"/>
              <a:ext cx="76769" cy="79829"/>
            </a:xfrm>
            <a:custGeom>
              <a:avLst/>
              <a:gdLst/>
              <a:ahLst/>
              <a:cxnLst/>
              <a:rect l="l" t="t" r="r" b="b"/>
              <a:pathLst>
                <a:path w="1405" h="1461" extrusionOk="0">
                  <a:moveTo>
                    <a:pt x="169" y="1"/>
                  </a:moveTo>
                  <a:lnTo>
                    <a:pt x="0" y="169"/>
                  </a:lnTo>
                  <a:lnTo>
                    <a:pt x="1180" y="1405"/>
                  </a:lnTo>
                  <a:cubicBezTo>
                    <a:pt x="1180" y="1405"/>
                    <a:pt x="1236" y="1461"/>
                    <a:pt x="1292" y="1461"/>
                  </a:cubicBezTo>
                  <a:cubicBezTo>
                    <a:pt x="1292" y="1461"/>
                    <a:pt x="1348" y="1405"/>
                    <a:pt x="1348" y="1405"/>
                  </a:cubicBezTo>
                  <a:cubicBezTo>
                    <a:pt x="1405" y="1348"/>
                    <a:pt x="1405" y="1292"/>
                    <a:pt x="1348" y="1236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0" name="Google Shape;12900;p27"/>
            <p:cNvSpPr/>
            <p:nvPr/>
          </p:nvSpPr>
          <p:spPr>
            <a:xfrm>
              <a:off x="886451" y="184258"/>
              <a:ext cx="58356" cy="92068"/>
            </a:xfrm>
            <a:custGeom>
              <a:avLst/>
              <a:gdLst/>
              <a:ahLst/>
              <a:cxnLst/>
              <a:rect l="l" t="t" r="r" b="b"/>
              <a:pathLst>
                <a:path w="1068" h="1685" extrusionOk="0">
                  <a:moveTo>
                    <a:pt x="225" y="0"/>
                  </a:moveTo>
                  <a:lnTo>
                    <a:pt x="0" y="112"/>
                  </a:lnTo>
                  <a:lnTo>
                    <a:pt x="787" y="1629"/>
                  </a:lnTo>
                  <a:cubicBezTo>
                    <a:pt x="787" y="1629"/>
                    <a:pt x="843" y="1685"/>
                    <a:pt x="899" y="1685"/>
                  </a:cubicBezTo>
                  <a:lnTo>
                    <a:pt x="955" y="1685"/>
                  </a:lnTo>
                  <a:cubicBezTo>
                    <a:pt x="1011" y="1629"/>
                    <a:pt x="1067" y="1573"/>
                    <a:pt x="1011" y="1517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1" name="Google Shape;12901;p27"/>
            <p:cNvSpPr/>
            <p:nvPr/>
          </p:nvSpPr>
          <p:spPr>
            <a:xfrm>
              <a:off x="683898" y="270153"/>
              <a:ext cx="39942" cy="95183"/>
            </a:xfrm>
            <a:custGeom>
              <a:avLst/>
              <a:gdLst/>
              <a:ahLst/>
              <a:cxnLst/>
              <a:rect l="l" t="t" r="r" b="b"/>
              <a:pathLst>
                <a:path w="731" h="1742" extrusionOk="0">
                  <a:moveTo>
                    <a:pt x="225" y="1"/>
                  </a:moveTo>
                  <a:lnTo>
                    <a:pt x="0" y="57"/>
                  </a:lnTo>
                  <a:lnTo>
                    <a:pt x="450" y="1686"/>
                  </a:lnTo>
                  <a:cubicBezTo>
                    <a:pt x="506" y="1742"/>
                    <a:pt x="562" y="1742"/>
                    <a:pt x="618" y="1742"/>
                  </a:cubicBezTo>
                  <a:cubicBezTo>
                    <a:pt x="674" y="1742"/>
                    <a:pt x="731" y="1686"/>
                    <a:pt x="731" y="162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2" name="Google Shape;12902;p27"/>
            <p:cNvSpPr/>
            <p:nvPr/>
          </p:nvSpPr>
          <p:spPr>
            <a:xfrm>
              <a:off x="573415" y="294741"/>
              <a:ext cx="33822" cy="101303"/>
            </a:xfrm>
            <a:custGeom>
              <a:avLst/>
              <a:gdLst/>
              <a:ahLst/>
              <a:cxnLst/>
              <a:rect l="l" t="t" r="r" b="b"/>
              <a:pathLst>
                <a:path w="619" h="1854" extrusionOk="0">
                  <a:moveTo>
                    <a:pt x="281" y="0"/>
                  </a:moveTo>
                  <a:lnTo>
                    <a:pt x="1" y="56"/>
                  </a:lnTo>
                  <a:lnTo>
                    <a:pt x="338" y="1741"/>
                  </a:lnTo>
                  <a:cubicBezTo>
                    <a:pt x="338" y="1797"/>
                    <a:pt x="394" y="1853"/>
                    <a:pt x="506" y="1853"/>
                  </a:cubicBezTo>
                  <a:cubicBezTo>
                    <a:pt x="562" y="1853"/>
                    <a:pt x="618" y="1741"/>
                    <a:pt x="562" y="1685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3" name="Google Shape;12903;p27"/>
            <p:cNvSpPr/>
            <p:nvPr/>
          </p:nvSpPr>
          <p:spPr>
            <a:xfrm>
              <a:off x="785147" y="233325"/>
              <a:ext cx="49176" cy="95183"/>
            </a:xfrm>
            <a:custGeom>
              <a:avLst/>
              <a:gdLst/>
              <a:ahLst/>
              <a:cxnLst/>
              <a:rect l="l" t="t" r="r" b="b"/>
              <a:pathLst>
                <a:path w="900" h="1742" extrusionOk="0">
                  <a:moveTo>
                    <a:pt x="226" y="1"/>
                  </a:moveTo>
                  <a:lnTo>
                    <a:pt x="1" y="57"/>
                  </a:lnTo>
                  <a:lnTo>
                    <a:pt x="619" y="1629"/>
                  </a:lnTo>
                  <a:cubicBezTo>
                    <a:pt x="675" y="1686"/>
                    <a:pt x="675" y="1742"/>
                    <a:pt x="731" y="1742"/>
                  </a:cubicBezTo>
                  <a:lnTo>
                    <a:pt x="787" y="1742"/>
                  </a:lnTo>
                  <a:cubicBezTo>
                    <a:pt x="843" y="1686"/>
                    <a:pt x="900" y="1629"/>
                    <a:pt x="900" y="1573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4" name="Google Shape;12904;p27"/>
            <p:cNvSpPr/>
            <p:nvPr/>
          </p:nvSpPr>
          <p:spPr>
            <a:xfrm>
              <a:off x="1224021" y="-95010"/>
              <a:ext cx="85949" cy="70595"/>
            </a:xfrm>
            <a:custGeom>
              <a:avLst/>
              <a:gdLst/>
              <a:ahLst/>
              <a:cxnLst/>
              <a:rect l="l" t="t" r="r" b="b"/>
              <a:pathLst>
                <a:path w="1573" h="1292" extrusionOk="0">
                  <a:moveTo>
                    <a:pt x="169" y="0"/>
                  </a:moveTo>
                  <a:lnTo>
                    <a:pt x="0" y="225"/>
                  </a:lnTo>
                  <a:lnTo>
                    <a:pt x="1348" y="1292"/>
                  </a:lnTo>
                  <a:lnTo>
                    <a:pt x="1405" y="1292"/>
                  </a:lnTo>
                  <a:cubicBezTo>
                    <a:pt x="1461" y="1292"/>
                    <a:pt x="1517" y="1292"/>
                    <a:pt x="1517" y="1236"/>
                  </a:cubicBezTo>
                  <a:cubicBezTo>
                    <a:pt x="1573" y="1180"/>
                    <a:pt x="1573" y="1123"/>
                    <a:pt x="1517" y="106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5" name="Google Shape;12905;p27"/>
            <p:cNvSpPr/>
            <p:nvPr/>
          </p:nvSpPr>
          <p:spPr>
            <a:xfrm>
              <a:off x="1478756" y="-696548"/>
              <a:ext cx="101303" cy="24643"/>
            </a:xfrm>
            <a:custGeom>
              <a:avLst/>
              <a:gdLst/>
              <a:ahLst/>
              <a:cxnLst/>
              <a:rect l="l" t="t" r="r" b="b"/>
              <a:pathLst>
                <a:path w="1854" h="451" extrusionOk="0">
                  <a:moveTo>
                    <a:pt x="0" y="1"/>
                  </a:moveTo>
                  <a:lnTo>
                    <a:pt x="0" y="282"/>
                  </a:lnTo>
                  <a:lnTo>
                    <a:pt x="1685" y="450"/>
                  </a:lnTo>
                  <a:cubicBezTo>
                    <a:pt x="1741" y="450"/>
                    <a:pt x="1797" y="394"/>
                    <a:pt x="1853" y="338"/>
                  </a:cubicBezTo>
                  <a:cubicBezTo>
                    <a:pt x="1853" y="282"/>
                    <a:pt x="1797" y="169"/>
                    <a:pt x="1685" y="16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6" name="Google Shape;12906;p27"/>
            <p:cNvSpPr/>
            <p:nvPr/>
          </p:nvSpPr>
          <p:spPr>
            <a:xfrm>
              <a:off x="1288442" y="-180959"/>
              <a:ext cx="92123" cy="61415"/>
            </a:xfrm>
            <a:custGeom>
              <a:avLst/>
              <a:gdLst/>
              <a:ahLst/>
              <a:cxnLst/>
              <a:rect l="l" t="t" r="r" b="b"/>
              <a:pathLst>
                <a:path w="1686" h="1124" extrusionOk="0">
                  <a:moveTo>
                    <a:pt x="169" y="0"/>
                  </a:moveTo>
                  <a:lnTo>
                    <a:pt x="1" y="169"/>
                  </a:lnTo>
                  <a:lnTo>
                    <a:pt x="1405" y="1124"/>
                  </a:lnTo>
                  <a:lnTo>
                    <a:pt x="1517" y="1124"/>
                  </a:lnTo>
                  <a:cubicBezTo>
                    <a:pt x="1573" y="1124"/>
                    <a:pt x="1573" y="1124"/>
                    <a:pt x="1630" y="1068"/>
                  </a:cubicBezTo>
                  <a:cubicBezTo>
                    <a:pt x="1686" y="1011"/>
                    <a:pt x="1686" y="955"/>
                    <a:pt x="1630" y="89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7" name="Google Shape;12907;p27"/>
            <p:cNvSpPr/>
            <p:nvPr/>
          </p:nvSpPr>
          <p:spPr>
            <a:xfrm>
              <a:off x="1460342" y="-583005"/>
              <a:ext cx="98243" cy="30762"/>
            </a:xfrm>
            <a:custGeom>
              <a:avLst/>
              <a:gdLst/>
              <a:ahLst/>
              <a:cxnLst/>
              <a:rect l="l" t="t" r="r" b="b"/>
              <a:pathLst>
                <a:path w="1798" h="563" extrusionOk="0">
                  <a:moveTo>
                    <a:pt x="56" y="1"/>
                  </a:moveTo>
                  <a:cubicBezTo>
                    <a:pt x="56" y="57"/>
                    <a:pt x="0" y="169"/>
                    <a:pt x="0" y="226"/>
                  </a:cubicBezTo>
                  <a:lnTo>
                    <a:pt x="1685" y="563"/>
                  </a:lnTo>
                  <a:cubicBezTo>
                    <a:pt x="1741" y="563"/>
                    <a:pt x="1797" y="506"/>
                    <a:pt x="1797" y="450"/>
                  </a:cubicBezTo>
                  <a:cubicBezTo>
                    <a:pt x="1797" y="394"/>
                    <a:pt x="1797" y="338"/>
                    <a:pt x="1741" y="338"/>
                  </a:cubicBez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8" name="Google Shape;12908;p27"/>
            <p:cNvSpPr/>
            <p:nvPr/>
          </p:nvSpPr>
          <p:spPr>
            <a:xfrm>
              <a:off x="1484875" y="-802059"/>
              <a:ext cx="101303" cy="13496"/>
            </a:xfrm>
            <a:custGeom>
              <a:avLst/>
              <a:gdLst/>
              <a:ahLst/>
              <a:cxnLst/>
              <a:rect l="l" t="t" r="r" b="b"/>
              <a:pathLst>
                <a:path w="1854" h="247" extrusionOk="0">
                  <a:moveTo>
                    <a:pt x="1739" y="0"/>
                  </a:moveTo>
                  <a:cubicBezTo>
                    <a:pt x="1719" y="0"/>
                    <a:pt x="1700" y="7"/>
                    <a:pt x="1685" y="22"/>
                  </a:cubicBezTo>
                  <a:lnTo>
                    <a:pt x="0" y="22"/>
                  </a:lnTo>
                  <a:lnTo>
                    <a:pt x="0" y="78"/>
                  </a:lnTo>
                  <a:lnTo>
                    <a:pt x="0" y="247"/>
                  </a:lnTo>
                  <a:lnTo>
                    <a:pt x="1685" y="247"/>
                  </a:lnTo>
                  <a:cubicBezTo>
                    <a:pt x="1741" y="247"/>
                    <a:pt x="1854" y="191"/>
                    <a:pt x="1854" y="135"/>
                  </a:cubicBezTo>
                  <a:cubicBezTo>
                    <a:pt x="1854" y="52"/>
                    <a:pt x="1794" y="0"/>
                    <a:pt x="173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09" name="Google Shape;12909;p27"/>
            <p:cNvSpPr/>
            <p:nvPr/>
          </p:nvSpPr>
          <p:spPr>
            <a:xfrm>
              <a:off x="1346744" y="-276089"/>
              <a:ext cx="95238" cy="55296"/>
            </a:xfrm>
            <a:custGeom>
              <a:avLst/>
              <a:gdLst/>
              <a:ahLst/>
              <a:cxnLst/>
              <a:rect l="l" t="t" r="r" b="b"/>
              <a:pathLst>
                <a:path w="1743" h="1012" extrusionOk="0">
                  <a:moveTo>
                    <a:pt x="169" y="0"/>
                  </a:moveTo>
                  <a:lnTo>
                    <a:pt x="1" y="225"/>
                  </a:lnTo>
                  <a:lnTo>
                    <a:pt x="1517" y="1011"/>
                  </a:lnTo>
                  <a:lnTo>
                    <a:pt x="1574" y="1011"/>
                  </a:lnTo>
                  <a:cubicBezTo>
                    <a:pt x="1630" y="1011"/>
                    <a:pt x="1686" y="955"/>
                    <a:pt x="1686" y="955"/>
                  </a:cubicBezTo>
                  <a:cubicBezTo>
                    <a:pt x="1742" y="899"/>
                    <a:pt x="1742" y="787"/>
                    <a:pt x="1630" y="787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0" name="Google Shape;12910;p27"/>
            <p:cNvSpPr/>
            <p:nvPr/>
          </p:nvSpPr>
          <p:spPr>
            <a:xfrm>
              <a:off x="1432693" y="-481701"/>
              <a:ext cx="101357" cy="43002"/>
            </a:xfrm>
            <a:custGeom>
              <a:avLst/>
              <a:gdLst/>
              <a:ahLst/>
              <a:cxnLst/>
              <a:rect l="l" t="t" r="r" b="b"/>
              <a:pathLst>
                <a:path w="1855" h="787" extrusionOk="0">
                  <a:moveTo>
                    <a:pt x="113" y="0"/>
                  </a:moveTo>
                  <a:cubicBezTo>
                    <a:pt x="113" y="113"/>
                    <a:pt x="57" y="169"/>
                    <a:pt x="1" y="281"/>
                  </a:cubicBezTo>
                  <a:lnTo>
                    <a:pt x="1629" y="787"/>
                  </a:lnTo>
                  <a:lnTo>
                    <a:pt x="1686" y="787"/>
                  </a:lnTo>
                  <a:cubicBezTo>
                    <a:pt x="1742" y="787"/>
                    <a:pt x="1798" y="731"/>
                    <a:pt x="1798" y="674"/>
                  </a:cubicBezTo>
                  <a:cubicBezTo>
                    <a:pt x="1854" y="618"/>
                    <a:pt x="1798" y="562"/>
                    <a:pt x="1742" y="506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1" name="Google Shape;12911;p27"/>
            <p:cNvSpPr/>
            <p:nvPr/>
          </p:nvSpPr>
          <p:spPr>
            <a:xfrm>
              <a:off x="1395866" y="-374278"/>
              <a:ext cx="95183" cy="49121"/>
            </a:xfrm>
            <a:custGeom>
              <a:avLst/>
              <a:gdLst/>
              <a:ahLst/>
              <a:cxnLst/>
              <a:rect l="l" t="t" r="r" b="b"/>
              <a:pathLst>
                <a:path w="1742" h="899" extrusionOk="0">
                  <a:moveTo>
                    <a:pt x="113" y="0"/>
                  </a:moveTo>
                  <a:cubicBezTo>
                    <a:pt x="57" y="112"/>
                    <a:pt x="1" y="169"/>
                    <a:pt x="1" y="225"/>
                  </a:cubicBezTo>
                  <a:lnTo>
                    <a:pt x="1573" y="899"/>
                  </a:lnTo>
                  <a:lnTo>
                    <a:pt x="1629" y="899"/>
                  </a:lnTo>
                  <a:cubicBezTo>
                    <a:pt x="1686" y="899"/>
                    <a:pt x="1686" y="843"/>
                    <a:pt x="1742" y="843"/>
                  </a:cubicBezTo>
                  <a:cubicBezTo>
                    <a:pt x="1742" y="730"/>
                    <a:pt x="1742" y="674"/>
                    <a:pt x="1686" y="674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2" name="Google Shape;12912;p27"/>
            <p:cNvSpPr/>
            <p:nvPr/>
          </p:nvSpPr>
          <p:spPr>
            <a:xfrm>
              <a:off x="355508" y="316215"/>
              <a:ext cx="15408" cy="101303"/>
            </a:xfrm>
            <a:custGeom>
              <a:avLst/>
              <a:gdLst/>
              <a:ahLst/>
              <a:cxnLst/>
              <a:rect l="l" t="t" r="r" b="b"/>
              <a:pathLst>
                <a:path w="282" h="1854" extrusionOk="0">
                  <a:moveTo>
                    <a:pt x="1" y="0"/>
                  </a:moveTo>
                  <a:lnTo>
                    <a:pt x="1" y="1685"/>
                  </a:lnTo>
                  <a:cubicBezTo>
                    <a:pt x="1" y="1797"/>
                    <a:pt x="57" y="1854"/>
                    <a:pt x="113" y="1854"/>
                  </a:cubicBezTo>
                  <a:cubicBezTo>
                    <a:pt x="226" y="1854"/>
                    <a:pt x="282" y="1797"/>
                    <a:pt x="282" y="1741"/>
                  </a:cubicBezTo>
                  <a:lnTo>
                    <a:pt x="282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3" name="Google Shape;12913;p27"/>
            <p:cNvSpPr/>
            <p:nvPr/>
          </p:nvSpPr>
          <p:spPr>
            <a:xfrm>
              <a:off x="238905" y="313101"/>
              <a:ext cx="24588" cy="98297"/>
            </a:xfrm>
            <a:custGeom>
              <a:avLst/>
              <a:gdLst/>
              <a:ahLst/>
              <a:cxnLst/>
              <a:rect l="l" t="t" r="r" b="b"/>
              <a:pathLst>
                <a:path w="450" h="1799" extrusionOk="0">
                  <a:moveTo>
                    <a:pt x="169" y="1"/>
                  </a:moveTo>
                  <a:lnTo>
                    <a:pt x="1" y="1686"/>
                  </a:lnTo>
                  <a:cubicBezTo>
                    <a:pt x="1" y="1742"/>
                    <a:pt x="57" y="1798"/>
                    <a:pt x="113" y="1798"/>
                  </a:cubicBezTo>
                  <a:cubicBezTo>
                    <a:pt x="169" y="1798"/>
                    <a:pt x="225" y="1742"/>
                    <a:pt x="281" y="1686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4" name="Google Shape;12914;p27"/>
            <p:cNvSpPr/>
            <p:nvPr/>
          </p:nvSpPr>
          <p:spPr>
            <a:xfrm>
              <a:off x="119242" y="294741"/>
              <a:ext cx="30708" cy="98243"/>
            </a:xfrm>
            <a:custGeom>
              <a:avLst/>
              <a:gdLst/>
              <a:ahLst/>
              <a:cxnLst/>
              <a:rect l="l" t="t" r="r" b="b"/>
              <a:pathLst>
                <a:path w="562" h="1798" extrusionOk="0">
                  <a:moveTo>
                    <a:pt x="337" y="0"/>
                  </a:moveTo>
                  <a:lnTo>
                    <a:pt x="0" y="1685"/>
                  </a:lnTo>
                  <a:cubicBezTo>
                    <a:pt x="0" y="1741"/>
                    <a:pt x="56" y="1797"/>
                    <a:pt x="113" y="1797"/>
                  </a:cubicBezTo>
                  <a:cubicBezTo>
                    <a:pt x="169" y="1797"/>
                    <a:pt x="225" y="1741"/>
                    <a:pt x="225" y="1685"/>
                  </a:cubicBezTo>
                  <a:lnTo>
                    <a:pt x="562" y="56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5" name="Google Shape;12915;p27"/>
            <p:cNvSpPr/>
            <p:nvPr/>
          </p:nvSpPr>
          <p:spPr>
            <a:xfrm>
              <a:off x="-347225" y="58421"/>
              <a:ext cx="12294" cy="21528"/>
            </a:xfrm>
            <a:custGeom>
              <a:avLst/>
              <a:gdLst/>
              <a:ahLst/>
              <a:cxnLst/>
              <a:rect l="l" t="t" r="r" b="b"/>
              <a:pathLst>
                <a:path w="225" h="394" extrusionOk="0">
                  <a:moveTo>
                    <a:pt x="0" y="0"/>
                  </a:moveTo>
                  <a:lnTo>
                    <a:pt x="0" y="393"/>
                  </a:lnTo>
                  <a:lnTo>
                    <a:pt x="225" y="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6" name="Google Shape;12916;p27"/>
            <p:cNvSpPr/>
            <p:nvPr/>
          </p:nvSpPr>
          <p:spPr>
            <a:xfrm>
              <a:off x="469051" y="313101"/>
              <a:ext cx="21583" cy="98297"/>
            </a:xfrm>
            <a:custGeom>
              <a:avLst/>
              <a:gdLst/>
              <a:ahLst/>
              <a:cxnLst/>
              <a:rect l="l" t="t" r="r" b="b"/>
              <a:pathLst>
                <a:path w="395" h="1799" extrusionOk="0">
                  <a:moveTo>
                    <a:pt x="1" y="1"/>
                  </a:moveTo>
                  <a:lnTo>
                    <a:pt x="113" y="1686"/>
                  </a:lnTo>
                  <a:cubicBezTo>
                    <a:pt x="169" y="1742"/>
                    <a:pt x="226" y="1798"/>
                    <a:pt x="282" y="1798"/>
                  </a:cubicBezTo>
                  <a:cubicBezTo>
                    <a:pt x="338" y="1798"/>
                    <a:pt x="394" y="1742"/>
                    <a:pt x="394" y="1686"/>
                  </a:cubicBezTo>
                  <a:lnTo>
                    <a:pt x="22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7" name="Google Shape;12917;p27"/>
            <p:cNvSpPr/>
            <p:nvPr/>
          </p:nvSpPr>
          <p:spPr>
            <a:xfrm>
              <a:off x="-316572" y="125902"/>
              <a:ext cx="64530" cy="86003"/>
            </a:xfrm>
            <a:custGeom>
              <a:avLst/>
              <a:gdLst/>
              <a:ahLst/>
              <a:cxnLst/>
              <a:rect l="l" t="t" r="r" b="b"/>
              <a:pathLst>
                <a:path w="1181" h="1574" extrusionOk="0">
                  <a:moveTo>
                    <a:pt x="956" y="1"/>
                  </a:moveTo>
                  <a:lnTo>
                    <a:pt x="1" y="1405"/>
                  </a:lnTo>
                  <a:cubicBezTo>
                    <a:pt x="1" y="1461"/>
                    <a:pt x="1" y="1517"/>
                    <a:pt x="57" y="1574"/>
                  </a:cubicBezTo>
                  <a:lnTo>
                    <a:pt x="113" y="1574"/>
                  </a:lnTo>
                  <a:cubicBezTo>
                    <a:pt x="169" y="1574"/>
                    <a:pt x="226" y="1517"/>
                    <a:pt x="226" y="1517"/>
                  </a:cubicBezTo>
                  <a:lnTo>
                    <a:pt x="1180" y="113"/>
                  </a:lnTo>
                  <a:lnTo>
                    <a:pt x="9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8" name="Google Shape;12918;p27"/>
            <p:cNvSpPr/>
            <p:nvPr/>
          </p:nvSpPr>
          <p:spPr>
            <a:xfrm>
              <a:off x="5699" y="264033"/>
              <a:ext cx="43002" cy="98243"/>
            </a:xfrm>
            <a:custGeom>
              <a:avLst/>
              <a:gdLst/>
              <a:ahLst/>
              <a:cxnLst/>
              <a:rect l="l" t="t" r="r" b="b"/>
              <a:pathLst>
                <a:path w="787" h="1798" extrusionOk="0">
                  <a:moveTo>
                    <a:pt x="506" y="0"/>
                  </a:moveTo>
                  <a:lnTo>
                    <a:pt x="0" y="1685"/>
                  </a:lnTo>
                  <a:cubicBezTo>
                    <a:pt x="0" y="1741"/>
                    <a:pt x="56" y="1798"/>
                    <a:pt x="112" y="1798"/>
                  </a:cubicBezTo>
                  <a:lnTo>
                    <a:pt x="169" y="1798"/>
                  </a:lnTo>
                  <a:cubicBezTo>
                    <a:pt x="225" y="1798"/>
                    <a:pt x="281" y="1798"/>
                    <a:pt x="281" y="1741"/>
                  </a:cubicBezTo>
                  <a:lnTo>
                    <a:pt x="786" y="113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19" name="Google Shape;12919;p27"/>
            <p:cNvSpPr/>
            <p:nvPr/>
          </p:nvSpPr>
          <p:spPr>
            <a:xfrm>
              <a:off x="-107844" y="230265"/>
              <a:ext cx="49121" cy="95183"/>
            </a:xfrm>
            <a:custGeom>
              <a:avLst/>
              <a:gdLst/>
              <a:ahLst/>
              <a:cxnLst/>
              <a:rect l="l" t="t" r="r" b="b"/>
              <a:pathLst>
                <a:path w="899" h="1742" extrusionOk="0">
                  <a:moveTo>
                    <a:pt x="674" y="1"/>
                  </a:moveTo>
                  <a:lnTo>
                    <a:pt x="0" y="1573"/>
                  </a:lnTo>
                  <a:cubicBezTo>
                    <a:pt x="0" y="1629"/>
                    <a:pt x="0" y="1685"/>
                    <a:pt x="112" y="1742"/>
                  </a:cubicBezTo>
                  <a:cubicBezTo>
                    <a:pt x="169" y="1742"/>
                    <a:pt x="225" y="1685"/>
                    <a:pt x="281" y="1685"/>
                  </a:cubicBezTo>
                  <a:lnTo>
                    <a:pt x="899" y="113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0" name="Google Shape;12920;p27"/>
            <p:cNvSpPr/>
            <p:nvPr/>
          </p:nvSpPr>
          <p:spPr>
            <a:xfrm>
              <a:off x="1337564" y="-1212081"/>
              <a:ext cx="178072" cy="73709"/>
            </a:xfrm>
            <a:custGeom>
              <a:avLst/>
              <a:gdLst/>
              <a:ahLst/>
              <a:cxnLst/>
              <a:rect l="l" t="t" r="r" b="b"/>
              <a:pathLst>
                <a:path w="3259" h="1349" extrusionOk="0">
                  <a:moveTo>
                    <a:pt x="3090" y="0"/>
                  </a:moveTo>
                  <a:lnTo>
                    <a:pt x="0" y="1067"/>
                  </a:lnTo>
                  <a:cubicBezTo>
                    <a:pt x="57" y="1180"/>
                    <a:pt x="113" y="1236"/>
                    <a:pt x="113" y="1348"/>
                  </a:cubicBezTo>
                  <a:lnTo>
                    <a:pt x="3146" y="281"/>
                  </a:lnTo>
                  <a:cubicBezTo>
                    <a:pt x="3202" y="225"/>
                    <a:pt x="3258" y="169"/>
                    <a:pt x="3258" y="113"/>
                  </a:cubicBezTo>
                  <a:cubicBezTo>
                    <a:pt x="3202" y="0"/>
                    <a:pt x="3146" y="0"/>
                    <a:pt x="3090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1" name="Google Shape;12921;p27"/>
            <p:cNvSpPr/>
            <p:nvPr/>
          </p:nvSpPr>
          <p:spPr>
            <a:xfrm>
              <a:off x="1297676" y="-1307210"/>
              <a:ext cx="159603" cy="70595"/>
            </a:xfrm>
            <a:custGeom>
              <a:avLst/>
              <a:gdLst/>
              <a:ahLst/>
              <a:cxnLst/>
              <a:rect l="l" t="t" r="r" b="b"/>
              <a:pathLst>
                <a:path w="2921" h="1292" extrusionOk="0">
                  <a:moveTo>
                    <a:pt x="2303" y="0"/>
                  </a:moveTo>
                  <a:lnTo>
                    <a:pt x="0" y="1067"/>
                  </a:lnTo>
                  <a:lnTo>
                    <a:pt x="113" y="1292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2" name="Google Shape;12922;p27"/>
            <p:cNvSpPr/>
            <p:nvPr/>
          </p:nvSpPr>
          <p:spPr>
            <a:xfrm>
              <a:off x="1398926" y="-865332"/>
              <a:ext cx="184191" cy="21528"/>
            </a:xfrm>
            <a:custGeom>
              <a:avLst/>
              <a:gdLst/>
              <a:ahLst/>
              <a:cxnLst/>
              <a:rect l="l" t="t" r="r" b="b"/>
              <a:pathLst>
                <a:path w="3371" h="394" extrusionOk="0">
                  <a:moveTo>
                    <a:pt x="3202" y="1"/>
                  </a:moveTo>
                  <a:cubicBezTo>
                    <a:pt x="3212" y="1"/>
                    <a:pt x="3222" y="1"/>
                    <a:pt x="3232" y="2"/>
                  </a:cubicBezTo>
                  <a:lnTo>
                    <a:pt x="3232" y="2"/>
                  </a:lnTo>
                  <a:lnTo>
                    <a:pt x="3258" y="1"/>
                  </a:lnTo>
                  <a:close/>
                  <a:moveTo>
                    <a:pt x="3232" y="2"/>
                  </a:moveTo>
                  <a:lnTo>
                    <a:pt x="1" y="169"/>
                  </a:lnTo>
                  <a:lnTo>
                    <a:pt x="1" y="394"/>
                  </a:lnTo>
                  <a:lnTo>
                    <a:pt x="3258" y="225"/>
                  </a:lnTo>
                  <a:cubicBezTo>
                    <a:pt x="3314" y="225"/>
                    <a:pt x="3371" y="169"/>
                    <a:pt x="3371" y="113"/>
                  </a:cubicBezTo>
                  <a:cubicBezTo>
                    <a:pt x="3371" y="62"/>
                    <a:pt x="3324" y="11"/>
                    <a:pt x="3232" y="2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3" name="Google Shape;12923;p27"/>
            <p:cNvSpPr/>
            <p:nvPr/>
          </p:nvSpPr>
          <p:spPr>
            <a:xfrm>
              <a:off x="1368272" y="-1101598"/>
              <a:ext cx="181077" cy="58356"/>
            </a:xfrm>
            <a:custGeom>
              <a:avLst/>
              <a:gdLst/>
              <a:ahLst/>
              <a:cxnLst/>
              <a:rect l="l" t="t" r="r" b="b"/>
              <a:pathLst>
                <a:path w="3314" h="1068" extrusionOk="0">
                  <a:moveTo>
                    <a:pt x="3145" y="0"/>
                  </a:moveTo>
                  <a:lnTo>
                    <a:pt x="0" y="786"/>
                  </a:lnTo>
                  <a:lnTo>
                    <a:pt x="56" y="1067"/>
                  </a:lnTo>
                  <a:lnTo>
                    <a:pt x="3202" y="281"/>
                  </a:lnTo>
                  <a:cubicBezTo>
                    <a:pt x="3258" y="281"/>
                    <a:pt x="3314" y="169"/>
                    <a:pt x="3314" y="112"/>
                  </a:cubicBezTo>
                  <a:cubicBezTo>
                    <a:pt x="3258" y="56"/>
                    <a:pt x="3202" y="0"/>
                    <a:pt x="3145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4" name="Google Shape;12924;p27"/>
            <p:cNvSpPr/>
            <p:nvPr/>
          </p:nvSpPr>
          <p:spPr>
            <a:xfrm>
              <a:off x="1389746" y="-981935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3202" y="1"/>
                  </a:moveTo>
                  <a:lnTo>
                    <a:pt x="0" y="450"/>
                  </a:lnTo>
                  <a:cubicBezTo>
                    <a:pt x="0" y="618"/>
                    <a:pt x="0" y="618"/>
                    <a:pt x="0" y="731"/>
                  </a:cubicBezTo>
                  <a:lnTo>
                    <a:pt x="3202" y="281"/>
                  </a:lnTo>
                  <a:cubicBezTo>
                    <a:pt x="3314" y="225"/>
                    <a:pt x="3314" y="169"/>
                    <a:pt x="3314" y="113"/>
                  </a:cubicBezTo>
                  <a:cubicBezTo>
                    <a:pt x="3314" y="57"/>
                    <a:pt x="3258" y="1"/>
                    <a:pt x="3202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5" name="Google Shape;12925;p27"/>
            <p:cNvSpPr/>
            <p:nvPr/>
          </p:nvSpPr>
          <p:spPr>
            <a:xfrm>
              <a:off x="180603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506" y="0"/>
                  </a:moveTo>
                  <a:lnTo>
                    <a:pt x="0" y="3201"/>
                  </a:lnTo>
                  <a:cubicBezTo>
                    <a:pt x="0" y="3314"/>
                    <a:pt x="57" y="3370"/>
                    <a:pt x="113" y="3370"/>
                  </a:cubicBezTo>
                  <a:cubicBezTo>
                    <a:pt x="225" y="3370"/>
                    <a:pt x="225" y="3314"/>
                    <a:pt x="281" y="3258"/>
                  </a:cubicBezTo>
                  <a:lnTo>
                    <a:pt x="731" y="56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6" name="Google Shape;12926;p27"/>
            <p:cNvSpPr/>
            <p:nvPr/>
          </p:nvSpPr>
          <p:spPr>
            <a:xfrm>
              <a:off x="978521" y="27713"/>
              <a:ext cx="116656" cy="153484"/>
            </a:xfrm>
            <a:custGeom>
              <a:avLst/>
              <a:gdLst/>
              <a:ahLst/>
              <a:cxnLst/>
              <a:rect l="l" t="t" r="r" b="b"/>
              <a:pathLst>
                <a:path w="2135" h="2809" extrusionOk="0">
                  <a:moveTo>
                    <a:pt x="169" y="1"/>
                  </a:moveTo>
                  <a:lnTo>
                    <a:pt x="0" y="169"/>
                  </a:lnTo>
                  <a:lnTo>
                    <a:pt x="1910" y="2753"/>
                  </a:lnTo>
                  <a:cubicBezTo>
                    <a:pt x="1910" y="2753"/>
                    <a:pt x="1966" y="2809"/>
                    <a:pt x="2022" y="2809"/>
                  </a:cubicBezTo>
                  <a:lnTo>
                    <a:pt x="2078" y="2809"/>
                  </a:lnTo>
                  <a:cubicBezTo>
                    <a:pt x="2134" y="2753"/>
                    <a:pt x="2134" y="2640"/>
                    <a:pt x="2078" y="2584"/>
                  </a:cubicBezTo>
                  <a:lnTo>
                    <a:pt x="16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7" name="Google Shape;12927;p27"/>
            <p:cNvSpPr/>
            <p:nvPr/>
          </p:nvSpPr>
          <p:spPr>
            <a:xfrm>
              <a:off x="889511" y="86014"/>
              <a:ext cx="104417" cy="165013"/>
            </a:xfrm>
            <a:custGeom>
              <a:avLst/>
              <a:gdLst/>
              <a:ahLst/>
              <a:cxnLst/>
              <a:rect l="l" t="t" r="r" b="b"/>
              <a:pathLst>
                <a:path w="1911" h="3020" extrusionOk="0">
                  <a:moveTo>
                    <a:pt x="225" y="1"/>
                  </a:moveTo>
                  <a:lnTo>
                    <a:pt x="0" y="113"/>
                  </a:lnTo>
                  <a:lnTo>
                    <a:pt x="1685" y="2921"/>
                  </a:lnTo>
                  <a:cubicBezTo>
                    <a:pt x="1685" y="2961"/>
                    <a:pt x="1713" y="3001"/>
                    <a:pt x="1750" y="3001"/>
                  </a:cubicBezTo>
                  <a:cubicBezTo>
                    <a:pt x="1765" y="3001"/>
                    <a:pt x="1781" y="2994"/>
                    <a:pt x="1798" y="2978"/>
                  </a:cubicBezTo>
                  <a:cubicBezTo>
                    <a:pt x="1798" y="3006"/>
                    <a:pt x="1812" y="3020"/>
                    <a:pt x="1826" y="3020"/>
                  </a:cubicBezTo>
                  <a:cubicBezTo>
                    <a:pt x="1840" y="3020"/>
                    <a:pt x="1854" y="3006"/>
                    <a:pt x="1854" y="2978"/>
                  </a:cubicBezTo>
                  <a:cubicBezTo>
                    <a:pt x="1910" y="2978"/>
                    <a:pt x="1910" y="2865"/>
                    <a:pt x="1910" y="2809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8" name="Google Shape;12928;p27"/>
            <p:cNvSpPr/>
            <p:nvPr/>
          </p:nvSpPr>
          <p:spPr>
            <a:xfrm>
              <a:off x="1055236" y="-36708"/>
              <a:ext cx="128950" cy="144250"/>
            </a:xfrm>
            <a:custGeom>
              <a:avLst/>
              <a:gdLst/>
              <a:ahLst/>
              <a:cxnLst/>
              <a:rect l="l" t="t" r="r" b="b"/>
              <a:pathLst>
                <a:path w="2360" h="2640" extrusionOk="0">
                  <a:moveTo>
                    <a:pt x="169" y="0"/>
                  </a:moveTo>
                  <a:lnTo>
                    <a:pt x="0" y="169"/>
                  </a:lnTo>
                  <a:lnTo>
                    <a:pt x="2135" y="2584"/>
                  </a:lnTo>
                  <a:cubicBezTo>
                    <a:pt x="2191" y="2584"/>
                    <a:pt x="2191" y="2640"/>
                    <a:pt x="2247" y="2640"/>
                  </a:cubicBezTo>
                  <a:lnTo>
                    <a:pt x="2359" y="2640"/>
                  </a:lnTo>
                  <a:cubicBezTo>
                    <a:pt x="2359" y="2584"/>
                    <a:pt x="2359" y="2471"/>
                    <a:pt x="2359" y="241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29" name="Google Shape;12929;p27"/>
            <p:cNvSpPr/>
            <p:nvPr/>
          </p:nvSpPr>
          <p:spPr>
            <a:xfrm>
              <a:off x="803561" y="132076"/>
              <a:ext cx="89063" cy="168838"/>
            </a:xfrm>
            <a:custGeom>
              <a:avLst/>
              <a:gdLst/>
              <a:ahLst/>
              <a:cxnLst/>
              <a:rect l="l" t="t" r="r" b="b"/>
              <a:pathLst>
                <a:path w="1630" h="3090" extrusionOk="0">
                  <a:moveTo>
                    <a:pt x="226" y="0"/>
                  </a:moveTo>
                  <a:lnTo>
                    <a:pt x="1" y="113"/>
                  </a:lnTo>
                  <a:lnTo>
                    <a:pt x="1405" y="3033"/>
                  </a:lnTo>
                  <a:cubicBezTo>
                    <a:pt x="1405" y="3089"/>
                    <a:pt x="1461" y="3089"/>
                    <a:pt x="1517" y="3089"/>
                  </a:cubicBezTo>
                  <a:lnTo>
                    <a:pt x="1573" y="3089"/>
                  </a:lnTo>
                  <a:cubicBezTo>
                    <a:pt x="1630" y="3089"/>
                    <a:pt x="1630" y="2977"/>
                    <a:pt x="1630" y="2921"/>
                  </a:cubicBezTo>
                  <a:lnTo>
                    <a:pt x="22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0" name="Google Shape;12930;p27"/>
            <p:cNvSpPr/>
            <p:nvPr/>
          </p:nvSpPr>
          <p:spPr>
            <a:xfrm>
              <a:off x="1128892" y="-110364"/>
              <a:ext cx="144304" cy="128950"/>
            </a:xfrm>
            <a:custGeom>
              <a:avLst/>
              <a:gdLst/>
              <a:ahLst/>
              <a:cxnLst/>
              <a:rect l="l" t="t" r="r" b="b"/>
              <a:pathLst>
                <a:path w="2641" h="2360" extrusionOk="0">
                  <a:moveTo>
                    <a:pt x="169" y="0"/>
                  </a:moveTo>
                  <a:lnTo>
                    <a:pt x="0" y="169"/>
                  </a:lnTo>
                  <a:lnTo>
                    <a:pt x="2359" y="2359"/>
                  </a:lnTo>
                  <a:lnTo>
                    <a:pt x="2472" y="2359"/>
                  </a:lnTo>
                  <a:cubicBezTo>
                    <a:pt x="2528" y="2359"/>
                    <a:pt x="2528" y="2359"/>
                    <a:pt x="2584" y="2303"/>
                  </a:cubicBezTo>
                  <a:cubicBezTo>
                    <a:pt x="2640" y="2247"/>
                    <a:pt x="2640" y="2191"/>
                    <a:pt x="2584" y="2135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1" name="Google Shape;12931;p27"/>
            <p:cNvSpPr/>
            <p:nvPr/>
          </p:nvSpPr>
          <p:spPr>
            <a:xfrm>
              <a:off x="613303" y="202672"/>
              <a:ext cx="55296" cy="178017"/>
            </a:xfrm>
            <a:custGeom>
              <a:avLst/>
              <a:gdLst/>
              <a:ahLst/>
              <a:cxnLst/>
              <a:rect l="l" t="t" r="r" b="b"/>
              <a:pathLst>
                <a:path w="1012" h="3258" extrusionOk="0">
                  <a:moveTo>
                    <a:pt x="225" y="0"/>
                  </a:moveTo>
                  <a:lnTo>
                    <a:pt x="1" y="56"/>
                  </a:lnTo>
                  <a:lnTo>
                    <a:pt x="787" y="3201"/>
                  </a:lnTo>
                  <a:cubicBezTo>
                    <a:pt x="787" y="3258"/>
                    <a:pt x="843" y="3258"/>
                    <a:pt x="899" y="3258"/>
                  </a:cubicBezTo>
                  <a:cubicBezTo>
                    <a:pt x="955" y="3258"/>
                    <a:pt x="1012" y="3201"/>
                    <a:pt x="1012" y="3145"/>
                  </a:cubicBezTo>
                  <a:lnTo>
                    <a:pt x="225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2" name="Google Shape;12932;p27"/>
            <p:cNvSpPr/>
            <p:nvPr/>
          </p:nvSpPr>
          <p:spPr>
            <a:xfrm>
              <a:off x="705372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281" y="0"/>
                  </a:moveTo>
                  <a:lnTo>
                    <a:pt x="1" y="113"/>
                  </a:lnTo>
                  <a:lnTo>
                    <a:pt x="1124" y="3146"/>
                  </a:lnTo>
                  <a:cubicBezTo>
                    <a:pt x="1124" y="3202"/>
                    <a:pt x="1180" y="3202"/>
                    <a:pt x="1236" y="3202"/>
                  </a:cubicBezTo>
                  <a:lnTo>
                    <a:pt x="1292" y="3202"/>
                  </a:lnTo>
                  <a:cubicBezTo>
                    <a:pt x="1349" y="3202"/>
                    <a:pt x="1405" y="3146"/>
                    <a:pt x="1349" y="3033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3" name="Google Shape;12933;p27"/>
            <p:cNvSpPr/>
            <p:nvPr/>
          </p:nvSpPr>
          <p:spPr>
            <a:xfrm>
              <a:off x="1193313" y="-187079"/>
              <a:ext cx="153484" cy="116656"/>
            </a:xfrm>
            <a:custGeom>
              <a:avLst/>
              <a:gdLst/>
              <a:ahLst/>
              <a:cxnLst/>
              <a:rect l="l" t="t" r="r" b="b"/>
              <a:pathLst>
                <a:path w="2809" h="2135" extrusionOk="0">
                  <a:moveTo>
                    <a:pt x="113" y="0"/>
                  </a:moveTo>
                  <a:cubicBezTo>
                    <a:pt x="57" y="56"/>
                    <a:pt x="1" y="112"/>
                    <a:pt x="1" y="225"/>
                  </a:cubicBezTo>
                  <a:lnTo>
                    <a:pt x="2584" y="2134"/>
                  </a:lnTo>
                  <a:lnTo>
                    <a:pt x="2640" y="2134"/>
                  </a:lnTo>
                  <a:cubicBezTo>
                    <a:pt x="2697" y="2134"/>
                    <a:pt x="2697" y="2134"/>
                    <a:pt x="2753" y="2078"/>
                  </a:cubicBezTo>
                  <a:cubicBezTo>
                    <a:pt x="2809" y="2022"/>
                    <a:pt x="2809" y="1966"/>
                    <a:pt x="2753" y="1910"/>
                  </a:cubicBezTo>
                  <a:lnTo>
                    <a:pt x="11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4" name="Google Shape;12934;p27"/>
            <p:cNvSpPr/>
            <p:nvPr/>
          </p:nvSpPr>
          <p:spPr>
            <a:xfrm>
              <a:off x="1368272" y="-552297"/>
              <a:ext cx="178017" cy="55296"/>
            </a:xfrm>
            <a:custGeom>
              <a:avLst/>
              <a:gdLst/>
              <a:ahLst/>
              <a:cxnLst/>
              <a:rect l="l" t="t" r="r" b="b"/>
              <a:pathLst>
                <a:path w="3258" h="1012" extrusionOk="0">
                  <a:moveTo>
                    <a:pt x="56" y="1"/>
                  </a:moveTo>
                  <a:cubicBezTo>
                    <a:pt x="56" y="57"/>
                    <a:pt x="0" y="169"/>
                    <a:pt x="0" y="225"/>
                  </a:cubicBezTo>
                  <a:lnTo>
                    <a:pt x="3145" y="1012"/>
                  </a:lnTo>
                  <a:cubicBezTo>
                    <a:pt x="3258" y="1012"/>
                    <a:pt x="3258" y="787"/>
                    <a:pt x="3145" y="787"/>
                  </a:cubicBezTo>
                  <a:lnTo>
                    <a:pt x="3202" y="787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5" name="Google Shape;12935;p27"/>
            <p:cNvSpPr/>
            <p:nvPr/>
          </p:nvSpPr>
          <p:spPr>
            <a:xfrm>
              <a:off x="1389746" y="-653546"/>
              <a:ext cx="181077" cy="39942"/>
            </a:xfrm>
            <a:custGeom>
              <a:avLst/>
              <a:gdLst/>
              <a:ahLst/>
              <a:cxnLst/>
              <a:rect l="l" t="t" r="r" b="b"/>
              <a:pathLst>
                <a:path w="3314" h="731" extrusionOk="0">
                  <a:moveTo>
                    <a:pt x="0" y="0"/>
                  </a:moveTo>
                  <a:lnTo>
                    <a:pt x="0" y="225"/>
                  </a:lnTo>
                  <a:lnTo>
                    <a:pt x="3202" y="730"/>
                  </a:lnTo>
                  <a:cubicBezTo>
                    <a:pt x="3258" y="730"/>
                    <a:pt x="3314" y="674"/>
                    <a:pt x="3314" y="618"/>
                  </a:cubicBezTo>
                  <a:cubicBezTo>
                    <a:pt x="3314" y="506"/>
                    <a:pt x="3258" y="449"/>
                    <a:pt x="3202" y="44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6" name="Google Shape;12936;p27"/>
            <p:cNvSpPr/>
            <p:nvPr/>
          </p:nvSpPr>
          <p:spPr>
            <a:xfrm>
              <a:off x="1398926" y="-754849"/>
              <a:ext cx="184191" cy="24643"/>
            </a:xfrm>
            <a:custGeom>
              <a:avLst/>
              <a:gdLst/>
              <a:ahLst/>
              <a:cxnLst/>
              <a:rect l="l" t="t" r="r" b="b"/>
              <a:pathLst>
                <a:path w="3371" h="451" extrusionOk="0">
                  <a:moveTo>
                    <a:pt x="1" y="1"/>
                  </a:moveTo>
                  <a:lnTo>
                    <a:pt x="1" y="282"/>
                  </a:lnTo>
                  <a:lnTo>
                    <a:pt x="3258" y="450"/>
                  </a:lnTo>
                  <a:cubicBezTo>
                    <a:pt x="3314" y="450"/>
                    <a:pt x="3371" y="394"/>
                    <a:pt x="3371" y="338"/>
                  </a:cubicBezTo>
                  <a:cubicBezTo>
                    <a:pt x="3371" y="225"/>
                    <a:pt x="3314" y="169"/>
                    <a:pt x="3258" y="16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7" name="Google Shape;12937;p27"/>
            <p:cNvSpPr/>
            <p:nvPr/>
          </p:nvSpPr>
          <p:spPr>
            <a:xfrm>
              <a:off x="1337564" y="-457167"/>
              <a:ext cx="174957" cy="73709"/>
            </a:xfrm>
            <a:custGeom>
              <a:avLst/>
              <a:gdLst/>
              <a:ahLst/>
              <a:cxnLst/>
              <a:rect l="l" t="t" r="r" b="b"/>
              <a:pathLst>
                <a:path w="3202" h="1349" extrusionOk="0">
                  <a:moveTo>
                    <a:pt x="57" y="1"/>
                  </a:moveTo>
                  <a:cubicBezTo>
                    <a:pt x="57" y="57"/>
                    <a:pt x="0" y="169"/>
                    <a:pt x="0" y="225"/>
                  </a:cubicBezTo>
                  <a:lnTo>
                    <a:pt x="3033" y="1349"/>
                  </a:lnTo>
                  <a:lnTo>
                    <a:pt x="3090" y="1349"/>
                  </a:lnTo>
                  <a:cubicBezTo>
                    <a:pt x="3146" y="1292"/>
                    <a:pt x="3202" y="1292"/>
                    <a:pt x="3202" y="1236"/>
                  </a:cubicBezTo>
                  <a:cubicBezTo>
                    <a:pt x="3202" y="1180"/>
                    <a:pt x="3202" y="1124"/>
                    <a:pt x="3146" y="1068"/>
                  </a:cubicBezTo>
                  <a:lnTo>
                    <a:pt x="5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8" name="Google Shape;12938;p27"/>
            <p:cNvSpPr/>
            <p:nvPr/>
          </p:nvSpPr>
          <p:spPr>
            <a:xfrm>
              <a:off x="1251614" y="-273029"/>
              <a:ext cx="162718" cy="101303"/>
            </a:xfrm>
            <a:custGeom>
              <a:avLst/>
              <a:gdLst/>
              <a:ahLst/>
              <a:cxnLst/>
              <a:rect l="l" t="t" r="r" b="b"/>
              <a:pathLst>
                <a:path w="2978" h="1854" extrusionOk="0">
                  <a:moveTo>
                    <a:pt x="113" y="1"/>
                  </a:moveTo>
                  <a:lnTo>
                    <a:pt x="1" y="225"/>
                  </a:lnTo>
                  <a:lnTo>
                    <a:pt x="2753" y="1854"/>
                  </a:lnTo>
                  <a:lnTo>
                    <a:pt x="2809" y="1854"/>
                  </a:lnTo>
                  <a:cubicBezTo>
                    <a:pt x="2865" y="1854"/>
                    <a:pt x="2921" y="1854"/>
                    <a:pt x="2921" y="1798"/>
                  </a:cubicBezTo>
                  <a:cubicBezTo>
                    <a:pt x="2978" y="1742"/>
                    <a:pt x="2921" y="1685"/>
                    <a:pt x="2865" y="1629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39" name="Google Shape;12939;p27"/>
            <p:cNvSpPr/>
            <p:nvPr/>
          </p:nvSpPr>
          <p:spPr>
            <a:xfrm>
              <a:off x="508994" y="221086"/>
              <a:ext cx="39942" cy="184137"/>
            </a:xfrm>
            <a:custGeom>
              <a:avLst/>
              <a:gdLst/>
              <a:ahLst/>
              <a:cxnLst/>
              <a:rect l="l" t="t" r="r" b="b"/>
              <a:pathLst>
                <a:path w="731" h="3370" extrusionOk="0">
                  <a:moveTo>
                    <a:pt x="281" y="0"/>
                  </a:moveTo>
                  <a:lnTo>
                    <a:pt x="0" y="56"/>
                  </a:lnTo>
                  <a:lnTo>
                    <a:pt x="449" y="3258"/>
                  </a:lnTo>
                  <a:cubicBezTo>
                    <a:pt x="506" y="3314"/>
                    <a:pt x="562" y="3370"/>
                    <a:pt x="618" y="3370"/>
                  </a:cubicBezTo>
                  <a:cubicBezTo>
                    <a:pt x="674" y="3370"/>
                    <a:pt x="730" y="3314"/>
                    <a:pt x="730" y="3201"/>
                  </a:cubicBez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0" name="Google Shape;12940;p27"/>
            <p:cNvSpPr/>
            <p:nvPr/>
          </p:nvSpPr>
          <p:spPr>
            <a:xfrm>
              <a:off x="1297676" y="-362038"/>
              <a:ext cx="168838" cy="89063"/>
            </a:xfrm>
            <a:custGeom>
              <a:avLst/>
              <a:gdLst/>
              <a:ahLst/>
              <a:cxnLst/>
              <a:rect l="l" t="t" r="r" b="b"/>
              <a:pathLst>
                <a:path w="3090" h="1630" extrusionOk="0">
                  <a:moveTo>
                    <a:pt x="113" y="1"/>
                  </a:moveTo>
                  <a:lnTo>
                    <a:pt x="0" y="225"/>
                  </a:lnTo>
                  <a:lnTo>
                    <a:pt x="2921" y="1630"/>
                  </a:lnTo>
                  <a:lnTo>
                    <a:pt x="2977" y="1630"/>
                  </a:lnTo>
                  <a:cubicBezTo>
                    <a:pt x="3033" y="1630"/>
                    <a:pt x="3089" y="1630"/>
                    <a:pt x="3089" y="1573"/>
                  </a:cubicBezTo>
                  <a:cubicBezTo>
                    <a:pt x="3089" y="1517"/>
                    <a:pt x="3089" y="1405"/>
                    <a:pt x="3033" y="1405"/>
                  </a:cubicBezTo>
                  <a:lnTo>
                    <a:pt x="113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1" name="Google Shape;12941;p27"/>
            <p:cNvSpPr/>
            <p:nvPr/>
          </p:nvSpPr>
          <p:spPr>
            <a:xfrm>
              <a:off x="410750" y="233325"/>
              <a:ext cx="21528" cy="184191"/>
            </a:xfrm>
            <a:custGeom>
              <a:avLst/>
              <a:gdLst/>
              <a:ahLst/>
              <a:cxnLst/>
              <a:rect l="l" t="t" r="r" b="b"/>
              <a:pathLst>
                <a:path w="394" h="3371" extrusionOk="0">
                  <a:moveTo>
                    <a:pt x="1" y="1"/>
                  </a:moveTo>
                  <a:lnTo>
                    <a:pt x="169" y="3258"/>
                  </a:lnTo>
                  <a:cubicBezTo>
                    <a:pt x="169" y="3314"/>
                    <a:pt x="225" y="3371"/>
                    <a:pt x="282" y="3371"/>
                  </a:cubicBezTo>
                  <a:cubicBezTo>
                    <a:pt x="338" y="3371"/>
                    <a:pt x="394" y="3314"/>
                    <a:pt x="394" y="3202"/>
                  </a:cubicBezTo>
                  <a:lnTo>
                    <a:pt x="22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2" name="Google Shape;12942;p27"/>
            <p:cNvSpPr/>
            <p:nvPr/>
          </p:nvSpPr>
          <p:spPr>
            <a:xfrm>
              <a:off x="60940" y="202672"/>
              <a:ext cx="58356" cy="178017"/>
            </a:xfrm>
            <a:custGeom>
              <a:avLst/>
              <a:gdLst/>
              <a:ahLst/>
              <a:cxnLst/>
              <a:rect l="l" t="t" r="r" b="b"/>
              <a:pathLst>
                <a:path w="1068" h="3258" extrusionOk="0">
                  <a:moveTo>
                    <a:pt x="843" y="0"/>
                  </a:moveTo>
                  <a:lnTo>
                    <a:pt x="56" y="3089"/>
                  </a:lnTo>
                  <a:cubicBezTo>
                    <a:pt x="0" y="3145"/>
                    <a:pt x="56" y="3258"/>
                    <a:pt x="112" y="3258"/>
                  </a:cubicBezTo>
                  <a:cubicBezTo>
                    <a:pt x="169" y="3258"/>
                    <a:pt x="225" y="3201"/>
                    <a:pt x="281" y="3145"/>
                  </a:cubicBezTo>
                  <a:lnTo>
                    <a:pt x="1067" y="56"/>
                  </a:lnTo>
                  <a:lnTo>
                    <a:pt x="8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3" name="Google Shape;12943;p27"/>
            <p:cNvSpPr/>
            <p:nvPr/>
          </p:nvSpPr>
          <p:spPr>
            <a:xfrm>
              <a:off x="-49543" y="171964"/>
              <a:ext cx="76769" cy="174957"/>
            </a:xfrm>
            <a:custGeom>
              <a:avLst/>
              <a:gdLst/>
              <a:ahLst/>
              <a:cxnLst/>
              <a:rect l="l" t="t" r="r" b="b"/>
              <a:pathLst>
                <a:path w="1405" h="3202" extrusionOk="0">
                  <a:moveTo>
                    <a:pt x="1123" y="0"/>
                  </a:moveTo>
                  <a:lnTo>
                    <a:pt x="56" y="3033"/>
                  </a:lnTo>
                  <a:cubicBezTo>
                    <a:pt x="0" y="3089"/>
                    <a:pt x="56" y="3202"/>
                    <a:pt x="112" y="3202"/>
                  </a:cubicBezTo>
                  <a:lnTo>
                    <a:pt x="169" y="3202"/>
                  </a:lnTo>
                  <a:cubicBezTo>
                    <a:pt x="225" y="3202"/>
                    <a:pt x="281" y="3146"/>
                    <a:pt x="337" y="3089"/>
                  </a:cubicBezTo>
                  <a:lnTo>
                    <a:pt x="1404" y="57"/>
                  </a:lnTo>
                  <a:lnTo>
                    <a:pt x="112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4" name="Google Shape;12944;p27"/>
            <p:cNvSpPr/>
            <p:nvPr/>
          </p:nvSpPr>
          <p:spPr>
            <a:xfrm>
              <a:off x="-347225" y="-39768"/>
              <a:ext cx="24588" cy="39942"/>
            </a:xfrm>
            <a:custGeom>
              <a:avLst/>
              <a:gdLst/>
              <a:ahLst/>
              <a:cxnLst/>
              <a:rect l="l" t="t" r="r" b="b"/>
              <a:pathLst>
                <a:path w="450" h="731" extrusionOk="0">
                  <a:moveTo>
                    <a:pt x="281" y="0"/>
                  </a:moveTo>
                  <a:lnTo>
                    <a:pt x="0" y="337"/>
                  </a:lnTo>
                  <a:lnTo>
                    <a:pt x="0" y="730"/>
                  </a:lnTo>
                  <a:lnTo>
                    <a:pt x="450" y="225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5" name="Google Shape;12945;p27"/>
            <p:cNvSpPr/>
            <p:nvPr/>
          </p:nvSpPr>
          <p:spPr>
            <a:xfrm>
              <a:off x="297207" y="233325"/>
              <a:ext cx="24643" cy="184191"/>
            </a:xfrm>
            <a:custGeom>
              <a:avLst/>
              <a:gdLst/>
              <a:ahLst/>
              <a:cxnLst/>
              <a:rect l="l" t="t" r="r" b="b"/>
              <a:pathLst>
                <a:path w="451" h="3371" extrusionOk="0">
                  <a:moveTo>
                    <a:pt x="169" y="1"/>
                  </a:moveTo>
                  <a:lnTo>
                    <a:pt x="1" y="3202"/>
                  </a:lnTo>
                  <a:cubicBezTo>
                    <a:pt x="1" y="3314"/>
                    <a:pt x="57" y="3371"/>
                    <a:pt x="113" y="3371"/>
                  </a:cubicBezTo>
                  <a:cubicBezTo>
                    <a:pt x="225" y="3371"/>
                    <a:pt x="282" y="3314"/>
                    <a:pt x="282" y="3202"/>
                  </a:cubicBezTo>
                  <a:lnTo>
                    <a:pt x="45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6" name="Google Shape;12946;p27"/>
            <p:cNvSpPr/>
            <p:nvPr/>
          </p:nvSpPr>
          <p:spPr>
            <a:xfrm>
              <a:off x="-163086" y="132076"/>
              <a:ext cx="92068" cy="168838"/>
            </a:xfrm>
            <a:custGeom>
              <a:avLst/>
              <a:gdLst/>
              <a:ahLst/>
              <a:cxnLst/>
              <a:rect l="l" t="t" r="r" b="b"/>
              <a:pathLst>
                <a:path w="1685" h="3090" extrusionOk="0">
                  <a:moveTo>
                    <a:pt x="1460" y="0"/>
                  </a:moveTo>
                  <a:lnTo>
                    <a:pt x="56" y="2921"/>
                  </a:lnTo>
                  <a:cubicBezTo>
                    <a:pt x="0" y="2977"/>
                    <a:pt x="56" y="3033"/>
                    <a:pt x="112" y="3089"/>
                  </a:cubicBezTo>
                  <a:lnTo>
                    <a:pt x="169" y="3089"/>
                  </a:lnTo>
                  <a:cubicBezTo>
                    <a:pt x="225" y="3089"/>
                    <a:pt x="281" y="3033"/>
                    <a:pt x="281" y="2977"/>
                  </a:cubicBezTo>
                  <a:lnTo>
                    <a:pt x="1685" y="113"/>
                  </a:lnTo>
                  <a:lnTo>
                    <a:pt x="146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7" name="Google Shape;12947;p27"/>
            <p:cNvSpPr/>
            <p:nvPr/>
          </p:nvSpPr>
          <p:spPr>
            <a:xfrm>
              <a:off x="-347225" y="24653"/>
              <a:ext cx="104362" cy="147364"/>
            </a:xfrm>
            <a:custGeom>
              <a:avLst/>
              <a:gdLst/>
              <a:ahLst/>
              <a:cxnLst/>
              <a:rect l="l" t="t" r="r" b="b"/>
              <a:pathLst>
                <a:path w="1910" h="2697" extrusionOk="0">
                  <a:moveTo>
                    <a:pt x="1685" y="1"/>
                  </a:moveTo>
                  <a:lnTo>
                    <a:pt x="0" y="2247"/>
                  </a:lnTo>
                  <a:lnTo>
                    <a:pt x="0" y="2696"/>
                  </a:lnTo>
                  <a:lnTo>
                    <a:pt x="1910" y="169"/>
                  </a:lnTo>
                  <a:lnTo>
                    <a:pt x="1685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8" name="Google Shape;12948;p27"/>
            <p:cNvSpPr/>
            <p:nvPr/>
          </p:nvSpPr>
          <p:spPr>
            <a:xfrm>
              <a:off x="-264390" y="82954"/>
              <a:ext cx="104417" cy="162718"/>
            </a:xfrm>
            <a:custGeom>
              <a:avLst/>
              <a:gdLst/>
              <a:ahLst/>
              <a:cxnLst/>
              <a:rect l="l" t="t" r="r" b="b"/>
              <a:pathLst>
                <a:path w="1911" h="2978" extrusionOk="0">
                  <a:moveTo>
                    <a:pt x="1686" y="1"/>
                  </a:moveTo>
                  <a:lnTo>
                    <a:pt x="57" y="2809"/>
                  </a:lnTo>
                  <a:cubicBezTo>
                    <a:pt x="1" y="2865"/>
                    <a:pt x="1" y="2921"/>
                    <a:pt x="113" y="2977"/>
                  </a:cubicBezTo>
                  <a:lnTo>
                    <a:pt x="169" y="2977"/>
                  </a:lnTo>
                  <a:cubicBezTo>
                    <a:pt x="225" y="2977"/>
                    <a:pt x="225" y="2921"/>
                    <a:pt x="281" y="2921"/>
                  </a:cubicBezTo>
                  <a:lnTo>
                    <a:pt x="1910" y="113"/>
                  </a:lnTo>
                  <a:lnTo>
                    <a:pt x="168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49" name="Google Shape;12949;p27"/>
            <p:cNvSpPr/>
            <p:nvPr/>
          </p:nvSpPr>
          <p:spPr>
            <a:xfrm>
              <a:off x="-347225" y="-1307210"/>
              <a:ext cx="1896554" cy="1436267"/>
            </a:xfrm>
            <a:custGeom>
              <a:avLst/>
              <a:gdLst/>
              <a:ahLst/>
              <a:cxnLst/>
              <a:rect l="l" t="t" r="r" b="b"/>
              <a:pathLst>
                <a:path w="34710" h="26286" extrusionOk="0">
                  <a:moveTo>
                    <a:pt x="26791" y="0"/>
                  </a:moveTo>
                  <a:cubicBezTo>
                    <a:pt x="31677" y="7358"/>
                    <a:pt x="29936" y="17355"/>
                    <a:pt x="22747" y="22578"/>
                  </a:cubicBezTo>
                  <a:cubicBezTo>
                    <a:pt x="19818" y="24706"/>
                    <a:pt x="16413" y="25734"/>
                    <a:pt x="13035" y="25734"/>
                  </a:cubicBezTo>
                  <a:cubicBezTo>
                    <a:pt x="8121" y="25734"/>
                    <a:pt x="3262" y="23560"/>
                    <a:pt x="0" y="19433"/>
                  </a:cubicBezTo>
                  <a:lnTo>
                    <a:pt x="0" y="20163"/>
                  </a:lnTo>
                  <a:cubicBezTo>
                    <a:pt x="3258" y="24039"/>
                    <a:pt x="8032" y="26285"/>
                    <a:pt x="13087" y="26285"/>
                  </a:cubicBezTo>
                  <a:cubicBezTo>
                    <a:pt x="26566" y="26285"/>
                    <a:pt x="34710" y="11289"/>
                    <a:pt x="2729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0" name="Google Shape;12950;p27"/>
            <p:cNvSpPr/>
            <p:nvPr/>
          </p:nvSpPr>
          <p:spPr>
            <a:xfrm>
              <a:off x="67060" y="-1097773"/>
              <a:ext cx="107477" cy="106712"/>
            </a:xfrm>
            <a:custGeom>
              <a:avLst/>
              <a:gdLst/>
              <a:ahLst/>
              <a:cxnLst/>
              <a:rect l="l" t="t" r="r" b="b"/>
              <a:pathLst>
                <a:path w="1967" h="1953" extrusionOk="0">
                  <a:moveTo>
                    <a:pt x="169" y="0"/>
                  </a:moveTo>
                  <a:cubicBezTo>
                    <a:pt x="127" y="0"/>
                    <a:pt x="85" y="14"/>
                    <a:pt x="57" y="42"/>
                  </a:cubicBezTo>
                  <a:cubicBezTo>
                    <a:pt x="0" y="99"/>
                    <a:pt x="0" y="155"/>
                    <a:pt x="57" y="211"/>
                  </a:cubicBezTo>
                  <a:lnTo>
                    <a:pt x="1798" y="1952"/>
                  </a:lnTo>
                  <a:lnTo>
                    <a:pt x="1966" y="1727"/>
                  </a:lnTo>
                  <a:lnTo>
                    <a:pt x="281" y="42"/>
                  </a:lnTo>
                  <a:cubicBezTo>
                    <a:pt x="253" y="14"/>
                    <a:pt x="211" y="0"/>
                    <a:pt x="16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1" name="Google Shape;12951;p27"/>
            <p:cNvSpPr/>
            <p:nvPr/>
          </p:nvSpPr>
          <p:spPr>
            <a:xfrm>
              <a:off x="-187674" y="-810091"/>
              <a:ext cx="276260" cy="12349"/>
            </a:xfrm>
            <a:custGeom>
              <a:avLst/>
              <a:gdLst/>
              <a:ahLst/>
              <a:cxnLst/>
              <a:rect l="l" t="t" r="r" b="b"/>
              <a:pathLst>
                <a:path w="5056" h="226" extrusionOk="0">
                  <a:moveTo>
                    <a:pt x="113" y="1"/>
                  </a:moveTo>
                  <a:cubicBezTo>
                    <a:pt x="57" y="1"/>
                    <a:pt x="1" y="57"/>
                    <a:pt x="1" y="113"/>
                  </a:cubicBezTo>
                  <a:cubicBezTo>
                    <a:pt x="1" y="169"/>
                    <a:pt x="57" y="225"/>
                    <a:pt x="113" y="225"/>
                  </a:cubicBezTo>
                  <a:lnTo>
                    <a:pt x="5056" y="225"/>
                  </a:lnTo>
                  <a:lnTo>
                    <a:pt x="5056" y="169"/>
                  </a:lnTo>
                  <a:lnTo>
                    <a:pt x="5056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2" name="Google Shape;12952;p27"/>
            <p:cNvSpPr/>
            <p:nvPr/>
          </p:nvSpPr>
          <p:spPr>
            <a:xfrm>
              <a:off x="355508" y="-1310325"/>
              <a:ext cx="15408" cy="230253"/>
            </a:xfrm>
            <a:custGeom>
              <a:avLst/>
              <a:gdLst/>
              <a:ahLst/>
              <a:cxnLst/>
              <a:rect l="l" t="t" r="r" b="b"/>
              <a:pathLst>
                <a:path w="282" h="4214" extrusionOk="0">
                  <a:moveTo>
                    <a:pt x="1" y="1"/>
                  </a:moveTo>
                  <a:lnTo>
                    <a:pt x="1" y="4213"/>
                  </a:lnTo>
                  <a:lnTo>
                    <a:pt x="282" y="4213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3" name="Google Shape;12953;p27"/>
            <p:cNvSpPr/>
            <p:nvPr/>
          </p:nvSpPr>
          <p:spPr>
            <a:xfrm>
              <a:off x="-34243" y="-1196727"/>
              <a:ext cx="948277" cy="943414"/>
            </a:xfrm>
            <a:custGeom>
              <a:avLst/>
              <a:gdLst/>
              <a:ahLst/>
              <a:cxnLst/>
              <a:rect l="l" t="t" r="r" b="b"/>
              <a:pathLst>
                <a:path w="17355" h="17266" extrusionOk="0">
                  <a:moveTo>
                    <a:pt x="9493" y="0"/>
                  </a:moveTo>
                  <a:lnTo>
                    <a:pt x="9212" y="899"/>
                  </a:lnTo>
                  <a:cubicBezTo>
                    <a:pt x="10167" y="1179"/>
                    <a:pt x="11065" y="1685"/>
                    <a:pt x="11852" y="2415"/>
                  </a:cubicBezTo>
                  <a:lnTo>
                    <a:pt x="10785" y="3482"/>
                  </a:lnTo>
                  <a:lnTo>
                    <a:pt x="11009" y="3651"/>
                  </a:lnTo>
                  <a:lnTo>
                    <a:pt x="12020" y="2584"/>
                  </a:lnTo>
                  <a:cubicBezTo>
                    <a:pt x="13200" y="3819"/>
                    <a:pt x="13874" y="5392"/>
                    <a:pt x="13930" y="7021"/>
                  </a:cubicBezTo>
                  <a:lnTo>
                    <a:pt x="12469" y="7021"/>
                  </a:lnTo>
                  <a:lnTo>
                    <a:pt x="12469" y="7245"/>
                  </a:lnTo>
                  <a:lnTo>
                    <a:pt x="12469" y="7358"/>
                  </a:lnTo>
                  <a:lnTo>
                    <a:pt x="13874" y="7358"/>
                  </a:lnTo>
                  <a:cubicBezTo>
                    <a:pt x="13817" y="8986"/>
                    <a:pt x="13200" y="10615"/>
                    <a:pt x="12020" y="11795"/>
                  </a:cubicBezTo>
                  <a:lnTo>
                    <a:pt x="11009" y="10784"/>
                  </a:lnTo>
                  <a:lnTo>
                    <a:pt x="10841" y="11008"/>
                  </a:lnTo>
                  <a:lnTo>
                    <a:pt x="11852" y="12019"/>
                  </a:lnTo>
                  <a:cubicBezTo>
                    <a:pt x="10616" y="13199"/>
                    <a:pt x="9043" y="13873"/>
                    <a:pt x="7359" y="13873"/>
                  </a:cubicBezTo>
                  <a:lnTo>
                    <a:pt x="7359" y="12412"/>
                  </a:lnTo>
                  <a:lnTo>
                    <a:pt x="7078" y="12412"/>
                  </a:lnTo>
                  <a:lnTo>
                    <a:pt x="7078" y="13873"/>
                  </a:lnTo>
                  <a:cubicBezTo>
                    <a:pt x="5393" y="13873"/>
                    <a:pt x="3820" y="13199"/>
                    <a:pt x="2585" y="12019"/>
                  </a:cubicBezTo>
                  <a:lnTo>
                    <a:pt x="3708" y="10896"/>
                  </a:lnTo>
                  <a:lnTo>
                    <a:pt x="3539" y="10727"/>
                  </a:lnTo>
                  <a:lnTo>
                    <a:pt x="2416" y="11851"/>
                  </a:lnTo>
                  <a:cubicBezTo>
                    <a:pt x="1686" y="11121"/>
                    <a:pt x="1180" y="10222"/>
                    <a:pt x="900" y="9211"/>
                  </a:cubicBezTo>
                  <a:lnTo>
                    <a:pt x="1" y="9492"/>
                  </a:lnTo>
                  <a:cubicBezTo>
                    <a:pt x="956" y="12637"/>
                    <a:pt x="3820" y="14771"/>
                    <a:pt x="7078" y="14827"/>
                  </a:cubicBezTo>
                  <a:lnTo>
                    <a:pt x="7078" y="17186"/>
                  </a:lnTo>
                  <a:cubicBezTo>
                    <a:pt x="7117" y="17226"/>
                    <a:pt x="7157" y="17266"/>
                    <a:pt x="7197" y="17266"/>
                  </a:cubicBezTo>
                  <a:cubicBezTo>
                    <a:pt x="7213" y="17266"/>
                    <a:pt x="7230" y="17259"/>
                    <a:pt x="7246" y="17243"/>
                  </a:cubicBezTo>
                  <a:cubicBezTo>
                    <a:pt x="7359" y="17243"/>
                    <a:pt x="7415" y="17186"/>
                    <a:pt x="7415" y="17130"/>
                  </a:cubicBezTo>
                  <a:lnTo>
                    <a:pt x="7415" y="14827"/>
                  </a:lnTo>
                  <a:cubicBezTo>
                    <a:pt x="11459" y="14715"/>
                    <a:pt x="14772" y="11401"/>
                    <a:pt x="14828" y="7358"/>
                  </a:cubicBezTo>
                  <a:lnTo>
                    <a:pt x="17187" y="7358"/>
                  </a:lnTo>
                  <a:cubicBezTo>
                    <a:pt x="17343" y="7358"/>
                    <a:pt x="17355" y="7070"/>
                    <a:pt x="17223" y="7070"/>
                  </a:cubicBezTo>
                  <a:cubicBezTo>
                    <a:pt x="17212" y="7070"/>
                    <a:pt x="17200" y="7072"/>
                    <a:pt x="17187" y="7077"/>
                  </a:cubicBezTo>
                  <a:lnTo>
                    <a:pt x="14828" y="7077"/>
                  </a:lnTo>
                  <a:cubicBezTo>
                    <a:pt x="14772" y="5111"/>
                    <a:pt x="13986" y="3258"/>
                    <a:pt x="12638" y="1910"/>
                  </a:cubicBezTo>
                  <a:lnTo>
                    <a:pt x="12638" y="1853"/>
                  </a:lnTo>
                  <a:cubicBezTo>
                    <a:pt x="12638" y="1835"/>
                    <a:pt x="12638" y="1828"/>
                    <a:pt x="12636" y="1828"/>
                  </a:cubicBezTo>
                  <a:cubicBezTo>
                    <a:pt x="12632" y="1828"/>
                    <a:pt x="12619" y="1853"/>
                    <a:pt x="12582" y="1853"/>
                  </a:cubicBezTo>
                  <a:cubicBezTo>
                    <a:pt x="11683" y="1011"/>
                    <a:pt x="10616" y="337"/>
                    <a:pt x="9493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4" name="Google Shape;12954;p27"/>
            <p:cNvSpPr/>
            <p:nvPr/>
          </p:nvSpPr>
          <p:spPr>
            <a:xfrm>
              <a:off x="-175380" y="-1307210"/>
              <a:ext cx="1402500" cy="1288466"/>
            </a:xfrm>
            <a:custGeom>
              <a:avLst/>
              <a:gdLst/>
              <a:ahLst/>
              <a:cxnLst/>
              <a:rect l="l" t="t" r="r" b="b"/>
              <a:pathLst>
                <a:path w="25668" h="23581" extrusionOk="0">
                  <a:moveTo>
                    <a:pt x="18647" y="0"/>
                  </a:moveTo>
                  <a:cubicBezTo>
                    <a:pt x="21231" y="2415"/>
                    <a:pt x="22691" y="5785"/>
                    <a:pt x="22635" y="9267"/>
                  </a:cubicBezTo>
                  <a:cubicBezTo>
                    <a:pt x="22673" y="16981"/>
                    <a:pt x="16387" y="22072"/>
                    <a:pt x="9830" y="22072"/>
                  </a:cubicBezTo>
                  <a:cubicBezTo>
                    <a:pt x="6695" y="22072"/>
                    <a:pt x="3497" y="20908"/>
                    <a:pt x="899" y="18310"/>
                  </a:cubicBezTo>
                  <a:lnTo>
                    <a:pt x="0" y="19208"/>
                  </a:lnTo>
                  <a:cubicBezTo>
                    <a:pt x="2764" y="22118"/>
                    <a:pt x="6463" y="23580"/>
                    <a:pt x="10175" y="23580"/>
                  </a:cubicBezTo>
                  <a:cubicBezTo>
                    <a:pt x="13628" y="23580"/>
                    <a:pt x="17092" y="22315"/>
                    <a:pt x="19826" y="19770"/>
                  </a:cubicBezTo>
                  <a:cubicBezTo>
                    <a:pt x="25443" y="14434"/>
                    <a:pt x="25668" y="5617"/>
                    <a:pt x="20388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5" name="Google Shape;12955;p27"/>
            <p:cNvSpPr/>
            <p:nvPr/>
          </p:nvSpPr>
          <p:spPr>
            <a:xfrm>
              <a:off x="622537" y="-1307210"/>
              <a:ext cx="494110" cy="807142"/>
            </a:xfrm>
            <a:custGeom>
              <a:avLst/>
              <a:gdLst/>
              <a:ahLst/>
              <a:cxnLst/>
              <a:rect l="l" t="t" r="r" b="b"/>
              <a:pathLst>
                <a:path w="9043" h="14772" extrusionOk="0">
                  <a:moveTo>
                    <a:pt x="0" y="0"/>
                  </a:moveTo>
                  <a:cubicBezTo>
                    <a:pt x="730" y="393"/>
                    <a:pt x="1460" y="843"/>
                    <a:pt x="2134" y="1404"/>
                  </a:cubicBezTo>
                  <a:lnTo>
                    <a:pt x="2640" y="786"/>
                  </a:lnTo>
                  <a:cubicBezTo>
                    <a:pt x="6403" y="4156"/>
                    <a:pt x="7582" y="9548"/>
                    <a:pt x="5448" y="14154"/>
                  </a:cubicBezTo>
                  <a:lnTo>
                    <a:pt x="6740" y="14771"/>
                  </a:lnTo>
                  <a:cubicBezTo>
                    <a:pt x="9043" y="9717"/>
                    <a:pt x="7863" y="3763"/>
                    <a:pt x="3819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6" name="Google Shape;12956;p27"/>
            <p:cNvSpPr/>
            <p:nvPr/>
          </p:nvSpPr>
          <p:spPr>
            <a:xfrm>
              <a:off x="-347225" y="-1304151"/>
              <a:ext cx="702780" cy="1190770"/>
            </a:xfrm>
            <a:custGeom>
              <a:avLst/>
              <a:gdLst/>
              <a:ahLst/>
              <a:cxnLst/>
              <a:rect l="l" t="t" r="r" b="b"/>
              <a:pathLst>
                <a:path w="12862" h="21793" extrusionOk="0">
                  <a:moveTo>
                    <a:pt x="4100" y="0"/>
                  </a:moveTo>
                  <a:cubicBezTo>
                    <a:pt x="1517" y="2415"/>
                    <a:pt x="56" y="5785"/>
                    <a:pt x="0" y="9324"/>
                  </a:cubicBezTo>
                  <a:cubicBezTo>
                    <a:pt x="0" y="10728"/>
                    <a:pt x="281" y="12132"/>
                    <a:pt x="730" y="13536"/>
                  </a:cubicBezTo>
                  <a:lnTo>
                    <a:pt x="1067" y="13424"/>
                  </a:lnTo>
                  <a:cubicBezTo>
                    <a:pt x="2808" y="18422"/>
                    <a:pt x="7526" y="21792"/>
                    <a:pt x="12862" y="21792"/>
                  </a:cubicBezTo>
                  <a:lnTo>
                    <a:pt x="12862" y="19883"/>
                  </a:lnTo>
                  <a:cubicBezTo>
                    <a:pt x="7863" y="19883"/>
                    <a:pt x="3482" y="16400"/>
                    <a:pt x="2471" y="11458"/>
                  </a:cubicBezTo>
                  <a:cubicBezTo>
                    <a:pt x="2359" y="10784"/>
                    <a:pt x="2303" y="10054"/>
                    <a:pt x="2303" y="9380"/>
                  </a:cubicBezTo>
                  <a:lnTo>
                    <a:pt x="1460" y="9380"/>
                  </a:lnTo>
                  <a:cubicBezTo>
                    <a:pt x="1460" y="6403"/>
                    <a:pt x="2640" y="3482"/>
                    <a:pt x="4718" y="1404"/>
                  </a:cubicBezTo>
                  <a:lnTo>
                    <a:pt x="5336" y="1966"/>
                  </a:lnTo>
                  <a:cubicBezTo>
                    <a:pt x="6066" y="1180"/>
                    <a:pt x="7021" y="506"/>
                    <a:pt x="7976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7" name="Google Shape;12957;p27"/>
            <p:cNvSpPr/>
            <p:nvPr/>
          </p:nvSpPr>
          <p:spPr>
            <a:xfrm>
              <a:off x="407690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1236" y="0"/>
                  </a:moveTo>
                  <a:lnTo>
                    <a:pt x="1" y="1236"/>
                  </a:lnTo>
                  <a:cubicBezTo>
                    <a:pt x="113" y="1348"/>
                    <a:pt x="225" y="1460"/>
                    <a:pt x="338" y="1573"/>
                  </a:cubicBezTo>
                  <a:lnTo>
                    <a:pt x="1573" y="337"/>
                  </a:lnTo>
                  <a:lnTo>
                    <a:pt x="1236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8" name="Google Shape;12958;p27"/>
            <p:cNvSpPr/>
            <p:nvPr/>
          </p:nvSpPr>
          <p:spPr>
            <a:xfrm>
              <a:off x="226611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1180" y="1"/>
                  </a:moveTo>
                  <a:lnTo>
                    <a:pt x="1" y="1237"/>
                  </a:lnTo>
                  <a:lnTo>
                    <a:pt x="338" y="1573"/>
                  </a:lnTo>
                  <a:lnTo>
                    <a:pt x="1517" y="338"/>
                  </a:lnTo>
                  <a:cubicBezTo>
                    <a:pt x="1405" y="226"/>
                    <a:pt x="1293" y="113"/>
                    <a:pt x="1180" y="1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59" name="Google Shape;12959;p27"/>
            <p:cNvSpPr/>
            <p:nvPr/>
          </p:nvSpPr>
          <p:spPr>
            <a:xfrm>
              <a:off x="410750" y="-751789"/>
              <a:ext cx="82944" cy="86003"/>
            </a:xfrm>
            <a:custGeom>
              <a:avLst/>
              <a:gdLst/>
              <a:ahLst/>
              <a:cxnLst/>
              <a:rect l="l" t="t" r="r" b="b"/>
              <a:pathLst>
                <a:path w="1518" h="1574" extrusionOk="0">
                  <a:moveTo>
                    <a:pt x="282" y="1"/>
                  </a:moveTo>
                  <a:cubicBezTo>
                    <a:pt x="225" y="113"/>
                    <a:pt x="113" y="226"/>
                    <a:pt x="1" y="338"/>
                  </a:cubicBezTo>
                  <a:lnTo>
                    <a:pt x="1180" y="1573"/>
                  </a:lnTo>
                  <a:lnTo>
                    <a:pt x="1517" y="1237"/>
                  </a:lnTo>
                  <a:lnTo>
                    <a:pt x="28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0" name="Google Shape;12960;p27"/>
            <p:cNvSpPr/>
            <p:nvPr/>
          </p:nvSpPr>
          <p:spPr>
            <a:xfrm>
              <a:off x="226611" y="-935873"/>
              <a:ext cx="86003" cy="85949"/>
            </a:xfrm>
            <a:custGeom>
              <a:avLst/>
              <a:gdLst/>
              <a:ahLst/>
              <a:cxnLst/>
              <a:rect l="l" t="t" r="r" b="b"/>
              <a:pathLst>
                <a:path w="1574" h="1573" extrusionOk="0">
                  <a:moveTo>
                    <a:pt x="338" y="0"/>
                  </a:moveTo>
                  <a:lnTo>
                    <a:pt x="1" y="337"/>
                  </a:lnTo>
                  <a:lnTo>
                    <a:pt x="1237" y="1573"/>
                  </a:lnTo>
                  <a:cubicBezTo>
                    <a:pt x="1293" y="1460"/>
                    <a:pt x="1405" y="1348"/>
                    <a:pt x="1574" y="1236"/>
                  </a:cubicBezTo>
                  <a:lnTo>
                    <a:pt x="338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1" name="Google Shape;12961;p27"/>
            <p:cNvSpPr/>
            <p:nvPr/>
          </p:nvSpPr>
          <p:spPr>
            <a:xfrm>
              <a:off x="303381" y="-856098"/>
              <a:ext cx="132010" cy="113760"/>
            </a:xfrm>
            <a:custGeom>
              <a:avLst/>
              <a:gdLst/>
              <a:ahLst/>
              <a:cxnLst/>
              <a:rect l="l" t="t" r="r" b="b"/>
              <a:pathLst>
                <a:path w="2416" h="2082" extrusionOk="0">
                  <a:moveTo>
                    <a:pt x="1011" y="0"/>
                  </a:moveTo>
                  <a:cubicBezTo>
                    <a:pt x="449" y="0"/>
                    <a:pt x="0" y="450"/>
                    <a:pt x="0" y="1011"/>
                  </a:cubicBezTo>
                  <a:cubicBezTo>
                    <a:pt x="0" y="1665"/>
                    <a:pt x="526" y="2081"/>
                    <a:pt x="1074" y="2081"/>
                  </a:cubicBezTo>
                  <a:cubicBezTo>
                    <a:pt x="1327" y="2081"/>
                    <a:pt x="1585" y="1993"/>
                    <a:pt x="1797" y="1798"/>
                  </a:cubicBezTo>
                  <a:cubicBezTo>
                    <a:pt x="2415" y="1124"/>
                    <a:pt x="1966" y="0"/>
                    <a:pt x="1011" y="0"/>
                  </a:cubicBez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2" name="Google Shape;12962;p27"/>
            <p:cNvSpPr/>
            <p:nvPr/>
          </p:nvSpPr>
          <p:spPr>
            <a:xfrm>
              <a:off x="3439753" y="-1034117"/>
              <a:ext cx="1157002" cy="616886"/>
            </a:xfrm>
            <a:custGeom>
              <a:avLst/>
              <a:gdLst/>
              <a:ahLst/>
              <a:cxnLst/>
              <a:rect l="l" t="t" r="r" b="b"/>
              <a:pathLst>
                <a:path w="21175" h="11290" extrusionOk="0">
                  <a:moveTo>
                    <a:pt x="0" y="1"/>
                  </a:moveTo>
                  <a:lnTo>
                    <a:pt x="0" y="169"/>
                  </a:lnTo>
                  <a:lnTo>
                    <a:pt x="5504" y="169"/>
                  </a:lnTo>
                  <a:lnTo>
                    <a:pt x="7751" y="11290"/>
                  </a:lnTo>
                  <a:lnTo>
                    <a:pt x="21174" y="11290"/>
                  </a:lnTo>
                  <a:lnTo>
                    <a:pt x="21174" y="11121"/>
                  </a:lnTo>
                  <a:lnTo>
                    <a:pt x="7919" y="111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3" name="Google Shape;12963;p27"/>
            <p:cNvSpPr/>
            <p:nvPr/>
          </p:nvSpPr>
          <p:spPr>
            <a:xfrm>
              <a:off x="3412105" y="-1061710"/>
              <a:ext cx="64530" cy="64475"/>
            </a:xfrm>
            <a:custGeom>
              <a:avLst/>
              <a:gdLst/>
              <a:ahLst/>
              <a:cxnLst/>
              <a:rect l="l" t="t" r="r" b="b"/>
              <a:pathLst>
                <a:path w="1181" h="1180" extrusionOk="0">
                  <a:moveTo>
                    <a:pt x="1" y="0"/>
                  </a:moveTo>
                  <a:lnTo>
                    <a:pt x="1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4" name="Google Shape;12964;p27"/>
            <p:cNvSpPr/>
            <p:nvPr/>
          </p:nvSpPr>
          <p:spPr>
            <a:xfrm>
              <a:off x="4566006" y="-454108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5" name="Google Shape;12965;p27"/>
            <p:cNvSpPr/>
            <p:nvPr/>
          </p:nvSpPr>
          <p:spPr>
            <a:xfrm>
              <a:off x="1641366" y="-1202902"/>
              <a:ext cx="472691" cy="583118"/>
            </a:xfrm>
            <a:custGeom>
              <a:avLst/>
              <a:gdLst/>
              <a:ahLst/>
              <a:cxnLst/>
              <a:rect l="l" t="t" r="r" b="b"/>
              <a:pathLst>
                <a:path w="8651" h="10672" extrusionOk="0">
                  <a:moveTo>
                    <a:pt x="1" y="1"/>
                  </a:moveTo>
                  <a:lnTo>
                    <a:pt x="1" y="169"/>
                  </a:lnTo>
                  <a:lnTo>
                    <a:pt x="4943" y="169"/>
                  </a:lnTo>
                  <a:lnTo>
                    <a:pt x="4943" y="10672"/>
                  </a:lnTo>
                  <a:lnTo>
                    <a:pt x="8650" y="10672"/>
                  </a:lnTo>
                  <a:lnTo>
                    <a:pt x="8650" y="10503"/>
                  </a:lnTo>
                  <a:lnTo>
                    <a:pt x="5112" y="10503"/>
                  </a:lnTo>
                  <a:lnTo>
                    <a:pt x="5112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6" name="Google Shape;12966;p27"/>
            <p:cNvSpPr/>
            <p:nvPr/>
          </p:nvSpPr>
          <p:spPr>
            <a:xfrm>
              <a:off x="2083299" y="-65666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7" name="Google Shape;12967;p27"/>
            <p:cNvSpPr/>
            <p:nvPr/>
          </p:nvSpPr>
          <p:spPr>
            <a:xfrm>
              <a:off x="6787858" y="-1187548"/>
              <a:ext cx="537111" cy="273200"/>
            </a:xfrm>
            <a:custGeom>
              <a:avLst/>
              <a:gdLst/>
              <a:ahLst/>
              <a:cxnLst/>
              <a:rect l="l" t="t" r="r" b="b"/>
              <a:pathLst>
                <a:path w="9830" h="5000" extrusionOk="0">
                  <a:moveTo>
                    <a:pt x="3876" y="1"/>
                  </a:moveTo>
                  <a:lnTo>
                    <a:pt x="3876" y="4831"/>
                  </a:lnTo>
                  <a:lnTo>
                    <a:pt x="1" y="4831"/>
                  </a:lnTo>
                  <a:lnTo>
                    <a:pt x="1" y="4999"/>
                  </a:lnTo>
                  <a:lnTo>
                    <a:pt x="4044" y="4999"/>
                  </a:lnTo>
                  <a:lnTo>
                    <a:pt x="4044" y="169"/>
                  </a:lnTo>
                  <a:lnTo>
                    <a:pt x="9829" y="169"/>
                  </a:lnTo>
                  <a:lnTo>
                    <a:pt x="9829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8" name="Google Shape;12968;p27"/>
            <p:cNvSpPr/>
            <p:nvPr/>
          </p:nvSpPr>
          <p:spPr>
            <a:xfrm>
              <a:off x="6766384" y="-951227"/>
              <a:ext cx="64475" cy="64475"/>
            </a:xfrm>
            <a:custGeom>
              <a:avLst/>
              <a:gdLst/>
              <a:ahLst/>
              <a:cxnLst/>
              <a:rect l="l" t="t" r="r" b="b"/>
              <a:pathLst>
                <a:path w="1180" h="1180" extrusionOk="0">
                  <a:moveTo>
                    <a:pt x="0" y="0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69" name="Google Shape;12969;p27"/>
            <p:cNvSpPr/>
            <p:nvPr/>
          </p:nvSpPr>
          <p:spPr>
            <a:xfrm>
              <a:off x="3596244" y="-426459"/>
              <a:ext cx="270086" cy="383627"/>
            </a:xfrm>
            <a:custGeom>
              <a:avLst/>
              <a:gdLst/>
              <a:ahLst/>
              <a:cxnLst/>
              <a:rect l="l" t="t" r="r" b="b"/>
              <a:pathLst>
                <a:path w="4943" h="7021" extrusionOk="0">
                  <a:moveTo>
                    <a:pt x="1" y="0"/>
                  </a:moveTo>
                  <a:lnTo>
                    <a:pt x="1" y="7021"/>
                  </a:lnTo>
                  <a:lnTo>
                    <a:pt x="169" y="7021"/>
                  </a:lnTo>
                  <a:lnTo>
                    <a:pt x="169" y="169"/>
                  </a:lnTo>
                  <a:lnTo>
                    <a:pt x="4943" y="169"/>
                  </a:lnTo>
                  <a:lnTo>
                    <a:pt x="4943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0" name="Google Shape;12970;p27"/>
            <p:cNvSpPr/>
            <p:nvPr/>
          </p:nvSpPr>
          <p:spPr>
            <a:xfrm>
              <a:off x="3568650" y="-79710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1" name="Google Shape;12971;p27"/>
            <p:cNvSpPr/>
            <p:nvPr/>
          </p:nvSpPr>
          <p:spPr>
            <a:xfrm>
              <a:off x="3835624" y="-457167"/>
              <a:ext cx="64475" cy="64530"/>
            </a:xfrm>
            <a:custGeom>
              <a:avLst/>
              <a:gdLst/>
              <a:ahLst/>
              <a:cxnLst/>
              <a:rect l="l" t="t" r="r" b="b"/>
              <a:pathLst>
                <a:path w="1180" h="1181" extrusionOk="0">
                  <a:moveTo>
                    <a:pt x="0" y="1"/>
                  </a:moveTo>
                  <a:lnTo>
                    <a:pt x="0" y="1180"/>
                  </a:lnTo>
                  <a:lnTo>
                    <a:pt x="1180" y="1180"/>
                  </a:lnTo>
                  <a:lnTo>
                    <a:pt x="1180" y="1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972" name="Google Shape;12972;p27"/>
            <p:cNvSpPr/>
            <p:nvPr/>
          </p:nvSpPr>
          <p:spPr>
            <a:xfrm>
              <a:off x="2295032" y="-128778"/>
              <a:ext cx="24643" cy="39942"/>
            </a:xfrm>
            <a:custGeom>
              <a:avLst/>
              <a:gdLst/>
              <a:ahLst/>
              <a:cxnLst/>
              <a:rect l="l" t="t" r="r" b="b"/>
              <a:pathLst>
                <a:path w="451" h="731" extrusionOk="0">
                  <a:moveTo>
                    <a:pt x="1" y="0"/>
                  </a:moveTo>
                  <a:lnTo>
                    <a:pt x="1" y="730"/>
                  </a:lnTo>
                  <a:lnTo>
                    <a:pt x="450" y="730"/>
                  </a:lnTo>
                  <a:lnTo>
                    <a:pt x="450" y="0"/>
                  </a:lnTo>
                  <a:close/>
                </a:path>
              </a:pathLst>
            </a:custGeom>
            <a:solidFill>
              <a:srgbClr val="EFF0F1">
                <a:alpha val="44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2973" name="Google Shape;12973;p27"/>
          <p:cNvGrpSpPr/>
          <p:nvPr/>
        </p:nvGrpSpPr>
        <p:grpSpPr>
          <a:xfrm>
            <a:off x="-31476" y="4719701"/>
            <a:ext cx="9206952" cy="461886"/>
            <a:chOff x="12" y="4706850"/>
            <a:chExt cx="9519181" cy="461886"/>
          </a:xfrm>
        </p:grpSpPr>
        <p:sp>
          <p:nvSpPr>
            <p:cNvPr id="12974" name="Google Shape;12974;p27"/>
            <p:cNvSpPr/>
            <p:nvPr/>
          </p:nvSpPr>
          <p:spPr>
            <a:xfrm>
              <a:off x="12" y="4900567"/>
              <a:ext cx="9493606" cy="235503"/>
            </a:xfrm>
            <a:custGeom>
              <a:avLst/>
              <a:gdLst/>
              <a:ahLst/>
              <a:cxnLst/>
              <a:rect l="l" t="t" r="r" b="b"/>
              <a:pathLst>
                <a:path w="140412" h="3483" extrusionOk="0">
                  <a:moveTo>
                    <a:pt x="0" y="0"/>
                  </a:moveTo>
                  <a:lnTo>
                    <a:pt x="0" y="3482"/>
                  </a:lnTo>
                  <a:lnTo>
                    <a:pt x="140411" y="3482"/>
                  </a:lnTo>
                  <a:lnTo>
                    <a:pt x="14041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975" name="Google Shape;12975;p27"/>
            <p:cNvGrpSpPr/>
            <p:nvPr/>
          </p:nvGrpSpPr>
          <p:grpSpPr>
            <a:xfrm>
              <a:off x="1209078" y="4884373"/>
              <a:ext cx="258320" cy="284364"/>
              <a:chOff x="-95938" y="5196046"/>
              <a:chExt cx="289499" cy="318687"/>
            </a:xfrm>
          </p:grpSpPr>
          <p:sp>
            <p:nvSpPr>
              <p:cNvPr id="12976" name="Google Shape;12976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77" name="Google Shape;12977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78" name="Google Shape;12978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79" name="Google Shape;12979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0" name="Google Shape;12980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981" name="Google Shape;12981;p27"/>
            <p:cNvGrpSpPr/>
            <p:nvPr/>
          </p:nvGrpSpPr>
          <p:grpSpPr>
            <a:xfrm>
              <a:off x="500999" y="4884373"/>
              <a:ext cx="258320" cy="284364"/>
              <a:chOff x="-95938" y="5196046"/>
              <a:chExt cx="289499" cy="318687"/>
            </a:xfrm>
          </p:grpSpPr>
          <p:sp>
            <p:nvSpPr>
              <p:cNvPr id="12982" name="Google Shape;12982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3" name="Google Shape;12983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4" name="Google Shape;12984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5" name="Google Shape;12985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86" name="Google Shape;12986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2987" name="Google Shape;12987;p27"/>
            <p:cNvSpPr/>
            <p:nvPr/>
          </p:nvSpPr>
          <p:spPr>
            <a:xfrm>
              <a:off x="12" y="4706850"/>
              <a:ext cx="9493606" cy="193785"/>
            </a:xfrm>
            <a:custGeom>
              <a:avLst/>
              <a:gdLst/>
              <a:ahLst/>
              <a:cxnLst/>
              <a:rect l="l" t="t" r="r" b="b"/>
              <a:pathLst>
                <a:path w="140412" h="2866" extrusionOk="0">
                  <a:moveTo>
                    <a:pt x="140411" y="2191"/>
                  </a:moveTo>
                  <a:lnTo>
                    <a:pt x="136648" y="1"/>
                  </a:lnTo>
                  <a:lnTo>
                    <a:pt x="3089" y="1"/>
                  </a:lnTo>
                  <a:lnTo>
                    <a:pt x="0" y="2247"/>
                  </a:lnTo>
                  <a:lnTo>
                    <a:pt x="0" y="2865"/>
                  </a:lnTo>
                  <a:lnTo>
                    <a:pt x="140411" y="286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2988" name="Google Shape;12988;p27"/>
            <p:cNvGrpSpPr/>
            <p:nvPr/>
          </p:nvGrpSpPr>
          <p:grpSpPr>
            <a:xfrm>
              <a:off x="1917157" y="4884373"/>
              <a:ext cx="258320" cy="284364"/>
              <a:chOff x="-95938" y="5196046"/>
              <a:chExt cx="289499" cy="318687"/>
            </a:xfrm>
          </p:grpSpPr>
          <p:sp>
            <p:nvSpPr>
              <p:cNvPr id="12989" name="Google Shape;1298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0" name="Google Shape;1299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1" name="Google Shape;1299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2" name="Google Shape;1299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3" name="Google Shape;1299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2994" name="Google Shape;12994;p27"/>
            <p:cNvGrpSpPr/>
            <p:nvPr/>
          </p:nvGrpSpPr>
          <p:grpSpPr>
            <a:xfrm>
              <a:off x="2625237" y="4884373"/>
              <a:ext cx="258320" cy="284364"/>
              <a:chOff x="-95938" y="5196046"/>
              <a:chExt cx="289499" cy="318687"/>
            </a:xfrm>
          </p:grpSpPr>
          <p:sp>
            <p:nvSpPr>
              <p:cNvPr id="12995" name="Google Shape;12995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6" name="Google Shape;12996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7" name="Google Shape;12997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8" name="Google Shape;12998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2999" name="Google Shape;12999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00" name="Google Shape;13000;p27"/>
            <p:cNvGrpSpPr/>
            <p:nvPr/>
          </p:nvGrpSpPr>
          <p:grpSpPr>
            <a:xfrm>
              <a:off x="3333316" y="4884373"/>
              <a:ext cx="258320" cy="284364"/>
              <a:chOff x="-95938" y="5196046"/>
              <a:chExt cx="289499" cy="318687"/>
            </a:xfrm>
          </p:grpSpPr>
          <p:sp>
            <p:nvSpPr>
              <p:cNvPr id="13001" name="Google Shape;13001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2" name="Google Shape;13002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3" name="Google Shape;13003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4" name="Google Shape;13004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5" name="Google Shape;13005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06" name="Google Shape;13006;p27"/>
            <p:cNvGrpSpPr/>
            <p:nvPr/>
          </p:nvGrpSpPr>
          <p:grpSpPr>
            <a:xfrm>
              <a:off x="4041396" y="4884373"/>
              <a:ext cx="258320" cy="284364"/>
              <a:chOff x="-95938" y="5196046"/>
              <a:chExt cx="289499" cy="318687"/>
            </a:xfrm>
          </p:grpSpPr>
          <p:sp>
            <p:nvSpPr>
              <p:cNvPr id="13007" name="Google Shape;13007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8" name="Google Shape;13008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09" name="Google Shape;13009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0" name="Google Shape;13010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1" name="Google Shape;13011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12" name="Google Shape;13012;p27"/>
            <p:cNvGrpSpPr/>
            <p:nvPr/>
          </p:nvGrpSpPr>
          <p:grpSpPr>
            <a:xfrm>
              <a:off x="4749475" y="4884373"/>
              <a:ext cx="258320" cy="284364"/>
              <a:chOff x="-95938" y="5196046"/>
              <a:chExt cx="289499" cy="318687"/>
            </a:xfrm>
          </p:grpSpPr>
          <p:sp>
            <p:nvSpPr>
              <p:cNvPr id="13013" name="Google Shape;13013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4" name="Google Shape;13014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5" name="Google Shape;13015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6" name="Google Shape;13016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17" name="Google Shape;13017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18" name="Google Shape;13018;p27"/>
            <p:cNvGrpSpPr/>
            <p:nvPr/>
          </p:nvGrpSpPr>
          <p:grpSpPr>
            <a:xfrm>
              <a:off x="5457554" y="4884373"/>
              <a:ext cx="258320" cy="284364"/>
              <a:chOff x="-95938" y="5196046"/>
              <a:chExt cx="289499" cy="318687"/>
            </a:xfrm>
          </p:grpSpPr>
          <p:sp>
            <p:nvSpPr>
              <p:cNvPr id="13019" name="Google Shape;1301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0" name="Google Shape;1302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1" name="Google Shape;1302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2" name="Google Shape;1302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3" name="Google Shape;1302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24" name="Google Shape;13024;p27"/>
            <p:cNvGrpSpPr/>
            <p:nvPr/>
          </p:nvGrpSpPr>
          <p:grpSpPr>
            <a:xfrm>
              <a:off x="6165634" y="4884373"/>
              <a:ext cx="258320" cy="284364"/>
              <a:chOff x="-95938" y="5196046"/>
              <a:chExt cx="289499" cy="318687"/>
            </a:xfrm>
          </p:grpSpPr>
          <p:sp>
            <p:nvSpPr>
              <p:cNvPr id="13025" name="Google Shape;13025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6" name="Google Shape;13026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7" name="Google Shape;13027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8" name="Google Shape;13028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29" name="Google Shape;13029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30" name="Google Shape;13030;p27"/>
            <p:cNvGrpSpPr/>
            <p:nvPr/>
          </p:nvGrpSpPr>
          <p:grpSpPr>
            <a:xfrm>
              <a:off x="6873713" y="4884373"/>
              <a:ext cx="258320" cy="284364"/>
              <a:chOff x="-95938" y="5196046"/>
              <a:chExt cx="289499" cy="318687"/>
            </a:xfrm>
          </p:grpSpPr>
          <p:sp>
            <p:nvSpPr>
              <p:cNvPr id="13031" name="Google Shape;13031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2" name="Google Shape;13032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3" name="Google Shape;13033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4" name="Google Shape;13034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5" name="Google Shape;13035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36" name="Google Shape;13036;p27"/>
            <p:cNvGrpSpPr/>
            <p:nvPr/>
          </p:nvGrpSpPr>
          <p:grpSpPr>
            <a:xfrm>
              <a:off x="7581793" y="4884373"/>
              <a:ext cx="258320" cy="284364"/>
              <a:chOff x="-95938" y="5196046"/>
              <a:chExt cx="289499" cy="318687"/>
            </a:xfrm>
          </p:grpSpPr>
          <p:sp>
            <p:nvSpPr>
              <p:cNvPr id="13037" name="Google Shape;13037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8" name="Google Shape;13038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39" name="Google Shape;13039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0" name="Google Shape;13040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1" name="Google Shape;13041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42" name="Google Shape;13042;p27"/>
            <p:cNvGrpSpPr/>
            <p:nvPr/>
          </p:nvGrpSpPr>
          <p:grpSpPr>
            <a:xfrm>
              <a:off x="8289872" y="4884373"/>
              <a:ext cx="258320" cy="284364"/>
              <a:chOff x="-95938" y="5196046"/>
              <a:chExt cx="289499" cy="318687"/>
            </a:xfrm>
          </p:grpSpPr>
          <p:sp>
            <p:nvSpPr>
              <p:cNvPr id="13043" name="Google Shape;13043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4" name="Google Shape;13044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5" name="Google Shape;13045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6" name="Google Shape;13046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47" name="Google Shape;13047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48" name="Google Shape;13048;p27"/>
            <p:cNvGrpSpPr/>
            <p:nvPr/>
          </p:nvGrpSpPr>
          <p:grpSpPr>
            <a:xfrm>
              <a:off x="8997951" y="4884373"/>
              <a:ext cx="258320" cy="284364"/>
              <a:chOff x="-95938" y="5196046"/>
              <a:chExt cx="289499" cy="318687"/>
            </a:xfrm>
          </p:grpSpPr>
          <p:sp>
            <p:nvSpPr>
              <p:cNvPr id="13049" name="Google Shape;13049;p27"/>
              <p:cNvSpPr/>
              <p:nvPr/>
            </p:nvSpPr>
            <p:spPr>
              <a:xfrm>
                <a:off x="-95938" y="5225234"/>
                <a:ext cx="289499" cy="28949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1629" y="1"/>
                    </a:moveTo>
                    <a:cubicBezTo>
                      <a:pt x="3089" y="1"/>
                      <a:pt x="3819" y="1798"/>
                      <a:pt x="2752" y="2809"/>
                    </a:cubicBezTo>
                    <a:cubicBezTo>
                      <a:pt x="1741" y="3820"/>
                      <a:pt x="0" y="3090"/>
                      <a:pt x="0" y="1629"/>
                    </a:cubicBezTo>
                    <a:cubicBezTo>
                      <a:pt x="0" y="731"/>
                      <a:pt x="730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0" name="Google Shape;13050;p27"/>
              <p:cNvSpPr/>
              <p:nvPr/>
            </p:nvSpPr>
            <p:spPr>
              <a:xfrm>
                <a:off x="-82611" y="5196046"/>
                <a:ext cx="234176" cy="276767"/>
              </a:xfrm>
              <a:custGeom>
                <a:avLst/>
                <a:gdLst/>
                <a:ahLst/>
                <a:cxnLst/>
                <a:rect l="l" t="t" r="r" b="b"/>
                <a:pathLst>
                  <a:path w="3090" h="3652" extrusionOk="0">
                    <a:moveTo>
                      <a:pt x="2865" y="1236"/>
                    </a:moveTo>
                    <a:cubicBezTo>
                      <a:pt x="3033" y="1461"/>
                      <a:pt x="3090" y="1741"/>
                      <a:pt x="3090" y="2022"/>
                    </a:cubicBezTo>
                    <a:cubicBezTo>
                      <a:pt x="3090" y="2921"/>
                      <a:pt x="2359" y="3651"/>
                      <a:pt x="1461" y="3651"/>
                    </a:cubicBezTo>
                    <a:cubicBezTo>
                      <a:pt x="955" y="3651"/>
                      <a:pt x="506" y="3426"/>
                      <a:pt x="169" y="3033"/>
                    </a:cubicBezTo>
                    <a:cubicBezTo>
                      <a:pt x="57" y="2809"/>
                      <a:pt x="0" y="2528"/>
                      <a:pt x="0" y="2247"/>
                    </a:cubicBezTo>
                    <a:cubicBezTo>
                      <a:pt x="0" y="674"/>
                      <a:pt x="1910" y="0"/>
                      <a:pt x="2865" y="123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1" name="Google Shape;13051;p27"/>
              <p:cNvSpPr/>
              <p:nvPr/>
            </p:nvSpPr>
            <p:spPr>
              <a:xfrm>
                <a:off x="-44935" y="5276313"/>
                <a:ext cx="170365" cy="170365"/>
              </a:xfrm>
              <a:custGeom>
                <a:avLst/>
                <a:gdLst/>
                <a:ahLst/>
                <a:cxnLst/>
                <a:rect l="l" t="t" r="r" b="b"/>
                <a:pathLst>
                  <a:path w="2248" h="2248" extrusionOk="0">
                    <a:moveTo>
                      <a:pt x="956" y="0"/>
                    </a:moveTo>
                    <a:cubicBezTo>
                      <a:pt x="1798" y="0"/>
                      <a:pt x="2248" y="1011"/>
                      <a:pt x="1630" y="1629"/>
                    </a:cubicBezTo>
                    <a:cubicBezTo>
                      <a:pt x="1012" y="2247"/>
                      <a:pt x="1" y="1798"/>
                      <a:pt x="1" y="955"/>
                    </a:cubicBezTo>
                    <a:cubicBezTo>
                      <a:pt x="1" y="450"/>
                      <a:pt x="450" y="0"/>
                      <a:pt x="9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2" name="Google Shape;13052;p27"/>
              <p:cNvSpPr/>
              <p:nvPr/>
            </p:nvSpPr>
            <p:spPr>
              <a:xfrm>
                <a:off x="-30937" y="5294555"/>
                <a:ext cx="132017" cy="127774"/>
              </a:xfrm>
              <a:custGeom>
                <a:avLst/>
                <a:gdLst/>
                <a:ahLst/>
                <a:cxnLst/>
                <a:rect l="l" t="t" r="r" b="b"/>
                <a:pathLst>
                  <a:path w="1742" h="1686" extrusionOk="0">
                    <a:moveTo>
                      <a:pt x="1573" y="169"/>
                    </a:moveTo>
                    <a:cubicBezTo>
                      <a:pt x="1685" y="337"/>
                      <a:pt x="1742" y="506"/>
                      <a:pt x="1742" y="730"/>
                    </a:cubicBezTo>
                    <a:cubicBezTo>
                      <a:pt x="1742" y="1236"/>
                      <a:pt x="1292" y="1685"/>
                      <a:pt x="787" y="1685"/>
                    </a:cubicBezTo>
                    <a:cubicBezTo>
                      <a:pt x="337" y="1685"/>
                      <a:pt x="0" y="1348"/>
                      <a:pt x="57" y="899"/>
                    </a:cubicBezTo>
                    <a:cubicBezTo>
                      <a:pt x="57" y="393"/>
                      <a:pt x="450" y="0"/>
                      <a:pt x="1011" y="0"/>
                    </a:cubicBezTo>
                    <a:cubicBezTo>
                      <a:pt x="1180" y="0"/>
                      <a:pt x="1405" y="56"/>
                      <a:pt x="1573" y="169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3" name="Google Shape;13053;p27"/>
              <p:cNvSpPr/>
              <p:nvPr/>
            </p:nvSpPr>
            <p:spPr>
              <a:xfrm>
                <a:off x="-27884" y="5272069"/>
                <a:ext cx="119286" cy="157557"/>
              </a:xfrm>
              <a:custGeom>
                <a:avLst/>
                <a:gdLst/>
                <a:ahLst/>
                <a:cxnLst/>
                <a:rect l="l" t="t" r="r" b="b"/>
                <a:pathLst>
                  <a:path w="1574" h="2079" extrusionOk="0">
                    <a:moveTo>
                      <a:pt x="113" y="1685"/>
                    </a:moveTo>
                    <a:cubicBezTo>
                      <a:pt x="1" y="1517"/>
                      <a:pt x="1" y="1348"/>
                      <a:pt x="1" y="1180"/>
                    </a:cubicBezTo>
                    <a:cubicBezTo>
                      <a:pt x="1" y="450"/>
                      <a:pt x="843" y="0"/>
                      <a:pt x="1461" y="450"/>
                    </a:cubicBezTo>
                    <a:cubicBezTo>
                      <a:pt x="1517" y="562"/>
                      <a:pt x="1573" y="730"/>
                      <a:pt x="1573" y="899"/>
                    </a:cubicBezTo>
                    <a:cubicBezTo>
                      <a:pt x="1573" y="1629"/>
                      <a:pt x="731" y="2078"/>
                      <a:pt x="113" y="1685"/>
                    </a:cubicBezTo>
                    <a:close/>
                  </a:path>
                </a:pathLst>
              </a:custGeom>
              <a:solidFill>
                <a:srgbClr val="EFF0F1">
                  <a:alpha val="660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sp>
          <p:nvSpPr>
            <p:cNvPr id="13054" name="Google Shape;13054;p27"/>
            <p:cNvSpPr/>
            <p:nvPr/>
          </p:nvSpPr>
          <p:spPr>
            <a:xfrm>
              <a:off x="12" y="4896780"/>
              <a:ext cx="9519181" cy="79786"/>
            </a:xfrm>
            <a:custGeom>
              <a:avLst/>
              <a:gdLst/>
              <a:ahLst/>
              <a:cxnLst/>
              <a:rect l="l" t="t" r="r" b="b"/>
              <a:pathLst>
                <a:path w="122327" h="1180" extrusionOk="0">
                  <a:moveTo>
                    <a:pt x="122045" y="0"/>
                  </a:moveTo>
                  <a:lnTo>
                    <a:pt x="0" y="56"/>
                  </a:lnTo>
                  <a:lnTo>
                    <a:pt x="0" y="1179"/>
                  </a:lnTo>
                  <a:lnTo>
                    <a:pt x="122326" y="117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055" name="Google Shape;13055;p27"/>
          <p:cNvGrpSpPr/>
          <p:nvPr/>
        </p:nvGrpSpPr>
        <p:grpSpPr>
          <a:xfrm>
            <a:off x="466400" y="4388350"/>
            <a:ext cx="7842416" cy="456872"/>
            <a:chOff x="466400" y="4388350"/>
            <a:chExt cx="7842416" cy="456872"/>
          </a:xfrm>
        </p:grpSpPr>
        <p:grpSp>
          <p:nvGrpSpPr>
            <p:cNvPr id="13056" name="Google Shape;13056;p27"/>
            <p:cNvGrpSpPr/>
            <p:nvPr/>
          </p:nvGrpSpPr>
          <p:grpSpPr>
            <a:xfrm flipH="1">
              <a:off x="4720853" y="4521513"/>
              <a:ext cx="462413" cy="323709"/>
              <a:chOff x="75" y="3006199"/>
              <a:chExt cx="316266" cy="221400"/>
            </a:xfrm>
          </p:grpSpPr>
          <p:sp>
            <p:nvSpPr>
              <p:cNvPr id="13057" name="Google Shape;13057;p27"/>
              <p:cNvSpPr/>
              <p:nvPr/>
            </p:nvSpPr>
            <p:spPr>
              <a:xfrm>
                <a:off x="110776" y="3006199"/>
                <a:ext cx="205565" cy="193742"/>
              </a:xfrm>
              <a:custGeom>
                <a:avLst/>
                <a:gdLst/>
                <a:ahLst/>
                <a:cxnLst/>
                <a:rect l="l" t="t" r="r" b="b"/>
                <a:pathLst>
                  <a:path w="2921" h="2753" extrusionOk="0">
                    <a:moveTo>
                      <a:pt x="450" y="1910"/>
                    </a:moveTo>
                    <a:cubicBezTo>
                      <a:pt x="0" y="955"/>
                      <a:pt x="955" y="1"/>
                      <a:pt x="1910" y="338"/>
                    </a:cubicBezTo>
                    <a:cubicBezTo>
                      <a:pt x="2921" y="731"/>
                      <a:pt x="2921" y="2079"/>
                      <a:pt x="1966" y="2528"/>
                    </a:cubicBezTo>
                    <a:cubicBezTo>
                      <a:pt x="1404" y="2753"/>
                      <a:pt x="730" y="2528"/>
                      <a:pt x="450" y="191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8" name="Google Shape;13058;p27"/>
              <p:cNvSpPr/>
              <p:nvPr/>
            </p:nvSpPr>
            <p:spPr>
              <a:xfrm>
                <a:off x="150256" y="3022033"/>
                <a:ext cx="166085" cy="154192"/>
              </a:xfrm>
              <a:custGeom>
                <a:avLst/>
                <a:gdLst/>
                <a:ahLst/>
                <a:cxnLst/>
                <a:rect l="l" t="t" r="r" b="b"/>
                <a:pathLst>
                  <a:path w="2360" h="2191" extrusionOk="0">
                    <a:moveTo>
                      <a:pt x="169" y="1573"/>
                    </a:moveTo>
                    <a:cubicBezTo>
                      <a:pt x="1" y="1124"/>
                      <a:pt x="226" y="618"/>
                      <a:pt x="619" y="450"/>
                    </a:cubicBezTo>
                    <a:cubicBezTo>
                      <a:pt x="1630" y="0"/>
                      <a:pt x="2360" y="1517"/>
                      <a:pt x="1349" y="2022"/>
                    </a:cubicBezTo>
                    <a:cubicBezTo>
                      <a:pt x="900" y="2191"/>
                      <a:pt x="394" y="2022"/>
                      <a:pt x="169" y="157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59" name="Google Shape;13059;p27"/>
              <p:cNvSpPr/>
              <p:nvPr/>
            </p:nvSpPr>
            <p:spPr>
              <a:xfrm>
                <a:off x="154268" y="3053632"/>
                <a:ext cx="114641" cy="122593"/>
              </a:xfrm>
              <a:custGeom>
                <a:avLst/>
                <a:gdLst/>
                <a:ahLst/>
                <a:cxnLst/>
                <a:rect l="l" t="t" r="r" b="b"/>
                <a:pathLst>
                  <a:path w="1629" h="1742" extrusionOk="0">
                    <a:moveTo>
                      <a:pt x="112" y="1124"/>
                    </a:moveTo>
                    <a:cubicBezTo>
                      <a:pt x="0" y="843"/>
                      <a:pt x="56" y="562"/>
                      <a:pt x="225" y="281"/>
                    </a:cubicBezTo>
                    <a:cubicBezTo>
                      <a:pt x="281" y="225"/>
                      <a:pt x="337" y="169"/>
                      <a:pt x="449" y="169"/>
                    </a:cubicBezTo>
                    <a:cubicBezTo>
                      <a:pt x="843" y="1"/>
                      <a:pt x="1348" y="169"/>
                      <a:pt x="1517" y="562"/>
                    </a:cubicBezTo>
                    <a:cubicBezTo>
                      <a:pt x="1629" y="843"/>
                      <a:pt x="1629" y="1124"/>
                      <a:pt x="1460" y="1405"/>
                    </a:cubicBezTo>
                    <a:cubicBezTo>
                      <a:pt x="1404" y="1461"/>
                      <a:pt x="1292" y="1517"/>
                      <a:pt x="1236" y="1573"/>
                    </a:cubicBezTo>
                    <a:cubicBezTo>
                      <a:pt x="786" y="1742"/>
                      <a:pt x="337" y="1517"/>
                      <a:pt x="112" y="1124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0" name="Google Shape;13060;p27"/>
              <p:cNvSpPr/>
              <p:nvPr/>
            </p:nvSpPr>
            <p:spPr>
              <a:xfrm>
                <a:off x="173973" y="3073407"/>
                <a:ext cx="79172" cy="75160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1068" extrusionOk="0">
                    <a:moveTo>
                      <a:pt x="563" y="1068"/>
                    </a:moveTo>
                    <a:cubicBezTo>
                      <a:pt x="226" y="1011"/>
                      <a:pt x="1" y="674"/>
                      <a:pt x="57" y="337"/>
                    </a:cubicBezTo>
                    <a:cubicBezTo>
                      <a:pt x="57" y="225"/>
                      <a:pt x="113" y="113"/>
                      <a:pt x="226" y="0"/>
                    </a:cubicBezTo>
                    <a:cubicBezTo>
                      <a:pt x="169" y="57"/>
                      <a:pt x="169" y="169"/>
                      <a:pt x="113" y="225"/>
                    </a:cubicBezTo>
                    <a:cubicBezTo>
                      <a:pt x="57" y="562"/>
                      <a:pt x="282" y="899"/>
                      <a:pt x="675" y="955"/>
                    </a:cubicBezTo>
                    <a:cubicBezTo>
                      <a:pt x="843" y="955"/>
                      <a:pt x="1012" y="899"/>
                      <a:pt x="1124" y="787"/>
                    </a:cubicBezTo>
                    <a:cubicBezTo>
                      <a:pt x="1012" y="955"/>
                      <a:pt x="787" y="1068"/>
                      <a:pt x="563" y="106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1" name="Google Shape;13061;p27"/>
              <p:cNvSpPr/>
              <p:nvPr/>
            </p:nvSpPr>
            <p:spPr>
              <a:xfrm>
                <a:off x="75" y="3065525"/>
                <a:ext cx="142369" cy="162074"/>
              </a:xfrm>
              <a:custGeom>
                <a:avLst/>
                <a:gdLst/>
                <a:ahLst/>
                <a:cxnLst/>
                <a:rect l="l" t="t" r="r" b="b"/>
                <a:pathLst>
                  <a:path w="2023" h="2303" extrusionOk="0">
                    <a:moveTo>
                      <a:pt x="394" y="1460"/>
                    </a:moveTo>
                    <a:cubicBezTo>
                      <a:pt x="1" y="562"/>
                      <a:pt x="1292" y="0"/>
                      <a:pt x="1686" y="843"/>
                    </a:cubicBezTo>
                    <a:cubicBezTo>
                      <a:pt x="2023" y="1741"/>
                      <a:pt x="731" y="2303"/>
                      <a:pt x="394" y="146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2" name="Google Shape;13062;p27"/>
              <p:cNvSpPr/>
              <p:nvPr/>
            </p:nvSpPr>
            <p:spPr>
              <a:xfrm>
                <a:off x="27733" y="3101065"/>
                <a:ext cx="87054" cy="87054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237" extrusionOk="0">
                    <a:moveTo>
                      <a:pt x="169" y="843"/>
                    </a:moveTo>
                    <a:cubicBezTo>
                      <a:pt x="1" y="562"/>
                      <a:pt x="169" y="281"/>
                      <a:pt x="394" y="169"/>
                    </a:cubicBezTo>
                    <a:cubicBezTo>
                      <a:pt x="843" y="1"/>
                      <a:pt x="1236" y="394"/>
                      <a:pt x="1068" y="787"/>
                    </a:cubicBezTo>
                    <a:cubicBezTo>
                      <a:pt x="956" y="1236"/>
                      <a:pt x="338" y="1236"/>
                      <a:pt x="169" y="84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3" name="Google Shape;13063;p27"/>
              <p:cNvSpPr/>
              <p:nvPr/>
            </p:nvSpPr>
            <p:spPr>
              <a:xfrm>
                <a:off x="31674" y="3105006"/>
                <a:ext cx="87054" cy="83113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181" extrusionOk="0">
                    <a:moveTo>
                      <a:pt x="113" y="787"/>
                    </a:moveTo>
                    <a:cubicBezTo>
                      <a:pt x="1" y="619"/>
                      <a:pt x="57" y="450"/>
                      <a:pt x="169" y="282"/>
                    </a:cubicBezTo>
                    <a:cubicBezTo>
                      <a:pt x="169" y="225"/>
                      <a:pt x="226" y="225"/>
                      <a:pt x="282" y="225"/>
                    </a:cubicBezTo>
                    <a:cubicBezTo>
                      <a:pt x="787" y="1"/>
                      <a:pt x="1237" y="506"/>
                      <a:pt x="900" y="956"/>
                    </a:cubicBezTo>
                    <a:cubicBezTo>
                      <a:pt x="900" y="1012"/>
                      <a:pt x="843" y="1012"/>
                      <a:pt x="787" y="1068"/>
                    </a:cubicBezTo>
                    <a:cubicBezTo>
                      <a:pt x="506" y="1180"/>
                      <a:pt x="169" y="1068"/>
                      <a:pt x="57" y="787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4" name="Google Shape;13064;p27"/>
              <p:cNvSpPr/>
              <p:nvPr/>
            </p:nvSpPr>
            <p:spPr>
              <a:xfrm>
                <a:off x="39626" y="3124781"/>
                <a:ext cx="55385" cy="47503"/>
              </a:xfrm>
              <a:custGeom>
                <a:avLst/>
                <a:gdLst/>
                <a:ahLst/>
                <a:cxnLst/>
                <a:rect l="l" t="t" r="r" b="b"/>
                <a:pathLst>
                  <a:path w="787" h="675" extrusionOk="0">
                    <a:moveTo>
                      <a:pt x="450" y="618"/>
                    </a:moveTo>
                    <a:cubicBezTo>
                      <a:pt x="113" y="618"/>
                      <a:pt x="0" y="225"/>
                      <a:pt x="225" y="1"/>
                    </a:cubicBezTo>
                    <a:cubicBezTo>
                      <a:pt x="169" y="57"/>
                      <a:pt x="169" y="113"/>
                      <a:pt x="169" y="169"/>
                    </a:cubicBezTo>
                    <a:cubicBezTo>
                      <a:pt x="113" y="338"/>
                      <a:pt x="281" y="562"/>
                      <a:pt x="506" y="562"/>
                    </a:cubicBezTo>
                    <a:cubicBezTo>
                      <a:pt x="562" y="562"/>
                      <a:pt x="674" y="562"/>
                      <a:pt x="787" y="450"/>
                    </a:cubicBezTo>
                    <a:cubicBezTo>
                      <a:pt x="730" y="562"/>
                      <a:pt x="562" y="675"/>
                      <a:pt x="450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65" name="Google Shape;13065;p27"/>
            <p:cNvGrpSpPr/>
            <p:nvPr/>
          </p:nvGrpSpPr>
          <p:grpSpPr>
            <a:xfrm flipH="1">
              <a:off x="4028855" y="4475313"/>
              <a:ext cx="156092" cy="306422"/>
              <a:chOff x="474406" y="2974600"/>
              <a:chExt cx="106759" cy="209577"/>
            </a:xfrm>
          </p:grpSpPr>
          <p:sp>
            <p:nvSpPr>
              <p:cNvPr id="13066" name="Google Shape;13066;p27"/>
              <p:cNvSpPr/>
              <p:nvPr/>
            </p:nvSpPr>
            <p:spPr>
              <a:xfrm>
                <a:off x="474406" y="2974600"/>
                <a:ext cx="106759" cy="209577"/>
              </a:xfrm>
              <a:custGeom>
                <a:avLst/>
                <a:gdLst/>
                <a:ahLst/>
                <a:cxnLst/>
                <a:rect l="l" t="t" r="r" b="b"/>
                <a:pathLst>
                  <a:path w="1517" h="2978" extrusionOk="0">
                    <a:moveTo>
                      <a:pt x="1517" y="2977"/>
                    </a:moveTo>
                    <a:lnTo>
                      <a:pt x="0" y="2977"/>
                    </a:lnTo>
                    <a:lnTo>
                      <a:pt x="0" y="731"/>
                    </a:lnTo>
                    <a:cubicBezTo>
                      <a:pt x="0" y="0"/>
                      <a:pt x="1517" y="0"/>
                      <a:pt x="1517" y="73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7" name="Google Shape;13067;p27"/>
              <p:cNvSpPr/>
              <p:nvPr/>
            </p:nvSpPr>
            <p:spPr>
              <a:xfrm>
                <a:off x="474406" y="2982482"/>
                <a:ext cx="98877" cy="201695"/>
              </a:xfrm>
              <a:custGeom>
                <a:avLst/>
                <a:gdLst/>
                <a:ahLst/>
                <a:cxnLst/>
                <a:rect l="l" t="t" r="r" b="b"/>
                <a:pathLst>
                  <a:path w="1405" h="2866" extrusionOk="0">
                    <a:moveTo>
                      <a:pt x="1405" y="2865"/>
                    </a:moveTo>
                    <a:lnTo>
                      <a:pt x="0" y="2865"/>
                    </a:lnTo>
                    <a:lnTo>
                      <a:pt x="0" y="619"/>
                    </a:lnTo>
                    <a:cubicBezTo>
                      <a:pt x="0" y="506"/>
                      <a:pt x="57" y="338"/>
                      <a:pt x="169" y="282"/>
                    </a:cubicBezTo>
                    <a:cubicBezTo>
                      <a:pt x="618" y="1"/>
                      <a:pt x="1405" y="169"/>
                      <a:pt x="1405" y="675"/>
                    </a:cubicBezTo>
                    <a:lnTo>
                      <a:pt x="1405" y="2865"/>
                    </a:lnTo>
                    <a:close/>
                  </a:path>
                </a:pathLst>
              </a:custGeom>
              <a:solidFill>
                <a:srgbClr val="7A7A7A">
                  <a:alpha val="60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8" name="Google Shape;13068;p27"/>
              <p:cNvSpPr/>
              <p:nvPr/>
            </p:nvSpPr>
            <p:spPr>
              <a:xfrm>
                <a:off x="482288" y="3014151"/>
                <a:ext cx="83113" cy="98877"/>
              </a:xfrm>
              <a:custGeom>
                <a:avLst/>
                <a:gdLst/>
                <a:ahLst/>
                <a:cxnLst/>
                <a:rect l="l" t="t" r="r" b="b"/>
                <a:pathLst>
                  <a:path w="1181" h="1405" extrusionOk="0">
                    <a:moveTo>
                      <a:pt x="1068" y="618"/>
                    </a:moveTo>
                    <a:cubicBezTo>
                      <a:pt x="1180" y="1404"/>
                      <a:pt x="1" y="1404"/>
                      <a:pt x="57" y="618"/>
                    </a:cubicBezTo>
                    <a:cubicBezTo>
                      <a:pt x="169" y="0"/>
                      <a:pt x="1012" y="0"/>
                      <a:pt x="1068" y="61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69" name="Google Shape;13069;p27"/>
              <p:cNvSpPr/>
              <p:nvPr/>
            </p:nvSpPr>
            <p:spPr>
              <a:xfrm>
                <a:off x="482288" y="3029915"/>
                <a:ext cx="79172" cy="59397"/>
              </a:xfrm>
              <a:custGeom>
                <a:avLst/>
                <a:gdLst/>
                <a:ahLst/>
                <a:cxnLst/>
                <a:rect l="l" t="t" r="r" b="b"/>
                <a:pathLst>
                  <a:path w="1125" h="844" extrusionOk="0">
                    <a:moveTo>
                      <a:pt x="225" y="57"/>
                    </a:moveTo>
                    <a:cubicBezTo>
                      <a:pt x="338" y="1"/>
                      <a:pt x="394" y="1"/>
                      <a:pt x="506" y="1"/>
                    </a:cubicBezTo>
                    <a:cubicBezTo>
                      <a:pt x="899" y="1"/>
                      <a:pt x="1124" y="450"/>
                      <a:pt x="956" y="787"/>
                    </a:cubicBezTo>
                    <a:cubicBezTo>
                      <a:pt x="843" y="843"/>
                      <a:pt x="787" y="843"/>
                      <a:pt x="675" y="843"/>
                    </a:cubicBezTo>
                    <a:cubicBezTo>
                      <a:pt x="282" y="843"/>
                      <a:pt x="1" y="394"/>
                      <a:pt x="225" y="57"/>
                    </a:cubicBezTo>
                    <a:close/>
                  </a:path>
                </a:pathLst>
              </a:custGeom>
              <a:solidFill>
                <a:srgbClr val="7A7A7A">
                  <a:alpha val="60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70" name="Google Shape;13070;p27"/>
            <p:cNvGrpSpPr/>
            <p:nvPr/>
          </p:nvGrpSpPr>
          <p:grpSpPr>
            <a:xfrm flipH="1">
              <a:off x="466400" y="4388350"/>
              <a:ext cx="230087" cy="393387"/>
              <a:chOff x="1267792" y="5309150"/>
              <a:chExt cx="230087" cy="393387"/>
            </a:xfrm>
          </p:grpSpPr>
          <p:sp>
            <p:nvSpPr>
              <p:cNvPr id="13071" name="Google Shape;13071;p27"/>
              <p:cNvSpPr/>
              <p:nvPr/>
            </p:nvSpPr>
            <p:spPr>
              <a:xfrm>
                <a:off x="1267792" y="5309150"/>
                <a:ext cx="230087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3483" h="5955" extrusionOk="0">
                    <a:moveTo>
                      <a:pt x="3483" y="1"/>
                    </a:moveTo>
                    <a:lnTo>
                      <a:pt x="3483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2" name="Google Shape;13072;p27"/>
              <p:cNvSpPr/>
              <p:nvPr/>
            </p:nvSpPr>
            <p:spPr>
              <a:xfrm>
                <a:off x="1416227" y="5309150"/>
                <a:ext cx="81650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1236" h="5955" extrusionOk="0">
                    <a:moveTo>
                      <a:pt x="1236" y="1"/>
                    </a:moveTo>
                    <a:lnTo>
                      <a:pt x="1236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3" name="Google Shape;13073;p27"/>
              <p:cNvSpPr/>
              <p:nvPr/>
            </p:nvSpPr>
            <p:spPr>
              <a:xfrm>
                <a:off x="1312316" y="5309150"/>
                <a:ext cx="44591" cy="393387"/>
              </a:xfrm>
              <a:custGeom>
                <a:avLst/>
                <a:gdLst/>
                <a:ahLst/>
                <a:cxnLst/>
                <a:rect l="l" t="t" r="r" b="b"/>
                <a:pathLst>
                  <a:path w="675" h="5955" extrusionOk="0">
                    <a:moveTo>
                      <a:pt x="674" y="1"/>
                    </a:moveTo>
                    <a:lnTo>
                      <a:pt x="674" y="5954"/>
                    </a:lnTo>
                    <a:lnTo>
                      <a:pt x="0" y="595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74" name="Google Shape;13074;p27"/>
            <p:cNvGrpSpPr/>
            <p:nvPr/>
          </p:nvGrpSpPr>
          <p:grpSpPr>
            <a:xfrm flipH="1">
              <a:off x="7441113" y="4705024"/>
              <a:ext cx="356261" cy="81650"/>
              <a:chOff x="1962943" y="5517637"/>
              <a:chExt cx="356261" cy="81650"/>
            </a:xfrm>
          </p:grpSpPr>
          <p:sp>
            <p:nvSpPr>
              <p:cNvPr id="13075" name="Google Shape;13075;p27"/>
              <p:cNvSpPr/>
              <p:nvPr/>
            </p:nvSpPr>
            <p:spPr>
              <a:xfrm>
                <a:off x="1985205" y="5517637"/>
                <a:ext cx="70552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1236" extrusionOk="0">
                    <a:moveTo>
                      <a:pt x="57" y="1236"/>
                    </a:moveTo>
                    <a:lnTo>
                      <a:pt x="0" y="0"/>
                    </a:lnTo>
                    <a:lnTo>
                      <a:pt x="1068" y="0"/>
                    </a:lnTo>
                    <a:lnTo>
                      <a:pt x="1068" y="123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6" name="Google Shape;13076;p27"/>
              <p:cNvSpPr/>
              <p:nvPr/>
            </p:nvSpPr>
            <p:spPr>
              <a:xfrm>
                <a:off x="2055690" y="5517637"/>
                <a:ext cx="263513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1236" extrusionOk="0">
                    <a:moveTo>
                      <a:pt x="1" y="1236"/>
                    </a:moveTo>
                    <a:lnTo>
                      <a:pt x="1" y="0"/>
                    </a:lnTo>
                    <a:lnTo>
                      <a:pt x="3988" y="0"/>
                    </a:lnTo>
                    <a:lnTo>
                      <a:pt x="3988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7" name="Google Shape;13077;p27"/>
              <p:cNvSpPr/>
              <p:nvPr/>
            </p:nvSpPr>
            <p:spPr>
              <a:xfrm>
                <a:off x="1962943" y="5517637"/>
                <a:ext cx="26028" cy="81650"/>
              </a:xfrm>
              <a:custGeom>
                <a:avLst/>
                <a:gdLst/>
                <a:ahLst/>
                <a:cxnLst/>
                <a:rect l="l" t="t" r="r" b="b"/>
                <a:pathLst>
                  <a:path w="394" h="1236" extrusionOk="0">
                    <a:moveTo>
                      <a:pt x="0" y="1236"/>
                    </a:moveTo>
                    <a:lnTo>
                      <a:pt x="0" y="0"/>
                    </a:lnTo>
                    <a:lnTo>
                      <a:pt x="337" y="0"/>
                    </a:lnTo>
                    <a:lnTo>
                      <a:pt x="394" y="123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8" name="Google Shape;13078;p27"/>
              <p:cNvSpPr/>
              <p:nvPr/>
            </p:nvSpPr>
            <p:spPr>
              <a:xfrm>
                <a:off x="2055690" y="5580723"/>
                <a:ext cx="263513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89" h="281" extrusionOk="0">
                    <a:moveTo>
                      <a:pt x="3988" y="0"/>
                    </a:moveTo>
                    <a:lnTo>
                      <a:pt x="3988" y="281"/>
                    </a:lnTo>
                    <a:lnTo>
                      <a:pt x="1" y="281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79" name="Google Shape;13079;p27"/>
              <p:cNvSpPr/>
              <p:nvPr/>
            </p:nvSpPr>
            <p:spPr>
              <a:xfrm>
                <a:off x="1962943" y="5580723"/>
                <a:ext cx="26028" cy="18563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81" extrusionOk="0">
                    <a:moveTo>
                      <a:pt x="394" y="0"/>
                    </a:moveTo>
                    <a:lnTo>
                      <a:pt x="394" y="281"/>
                    </a:lnTo>
                    <a:lnTo>
                      <a:pt x="0" y="2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  <p:grpSp>
          <p:nvGrpSpPr>
            <p:cNvPr id="13080" name="Google Shape;13080;p27"/>
            <p:cNvGrpSpPr/>
            <p:nvPr/>
          </p:nvGrpSpPr>
          <p:grpSpPr>
            <a:xfrm flipH="1">
              <a:off x="8056467" y="4536578"/>
              <a:ext cx="252349" cy="252349"/>
              <a:chOff x="1647575" y="5358103"/>
              <a:chExt cx="252349" cy="252349"/>
            </a:xfrm>
          </p:grpSpPr>
          <p:sp>
            <p:nvSpPr>
              <p:cNvPr id="13081" name="Google Shape;13081;p27"/>
              <p:cNvSpPr/>
              <p:nvPr/>
            </p:nvSpPr>
            <p:spPr>
              <a:xfrm>
                <a:off x="1647575" y="5358103"/>
                <a:ext cx="252349" cy="252349"/>
              </a:xfrm>
              <a:custGeom>
                <a:avLst/>
                <a:gdLst/>
                <a:ahLst/>
                <a:cxnLst/>
                <a:rect l="l" t="t" r="r" b="b"/>
                <a:pathLst>
                  <a:path w="3820" h="3820" extrusionOk="0">
                    <a:moveTo>
                      <a:pt x="3707" y="2303"/>
                    </a:moveTo>
                    <a:cubicBezTo>
                      <a:pt x="3820" y="899"/>
                      <a:pt x="2247" y="0"/>
                      <a:pt x="1124" y="899"/>
                    </a:cubicBezTo>
                    <a:cubicBezTo>
                      <a:pt x="0" y="1741"/>
                      <a:pt x="506" y="3539"/>
                      <a:pt x="1910" y="3707"/>
                    </a:cubicBezTo>
                    <a:cubicBezTo>
                      <a:pt x="2809" y="3819"/>
                      <a:pt x="3595" y="3145"/>
                      <a:pt x="3707" y="2303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82" name="Google Shape;13082;p27"/>
              <p:cNvSpPr/>
              <p:nvPr/>
            </p:nvSpPr>
            <p:spPr>
              <a:xfrm>
                <a:off x="1695798" y="5428588"/>
                <a:ext cx="163300" cy="141038"/>
              </a:xfrm>
              <a:custGeom>
                <a:avLst/>
                <a:gdLst/>
                <a:ahLst/>
                <a:cxnLst/>
                <a:rect l="l" t="t" r="r" b="b"/>
                <a:pathLst>
                  <a:path w="2472" h="2135" extrusionOk="0">
                    <a:moveTo>
                      <a:pt x="2416" y="1180"/>
                    </a:moveTo>
                    <a:cubicBezTo>
                      <a:pt x="2472" y="562"/>
                      <a:pt x="2079" y="57"/>
                      <a:pt x="1461" y="0"/>
                    </a:cubicBezTo>
                    <a:lnTo>
                      <a:pt x="1405" y="0"/>
                    </a:lnTo>
                    <a:cubicBezTo>
                      <a:pt x="1" y="0"/>
                      <a:pt x="1" y="2135"/>
                      <a:pt x="1405" y="2135"/>
                    </a:cubicBezTo>
                    <a:lnTo>
                      <a:pt x="1461" y="2135"/>
                    </a:lnTo>
                    <a:cubicBezTo>
                      <a:pt x="1966" y="2022"/>
                      <a:pt x="2360" y="1685"/>
                      <a:pt x="2416" y="1180"/>
                    </a:cubicBezTo>
                    <a:close/>
                  </a:path>
                </a:pathLst>
              </a:custGeom>
              <a:solidFill>
                <a:srgbClr val="EFF0F1">
                  <a:alpha val="4151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83" name="Google Shape;13083;p27"/>
              <p:cNvSpPr/>
              <p:nvPr/>
            </p:nvSpPr>
            <p:spPr>
              <a:xfrm>
                <a:off x="1740322" y="5450850"/>
                <a:ext cx="85416" cy="85416"/>
              </a:xfrm>
              <a:custGeom>
                <a:avLst/>
                <a:gdLst/>
                <a:ahLst/>
                <a:cxnLst/>
                <a:rect l="l" t="t" r="r" b="b"/>
                <a:pathLst>
                  <a:path w="1293" h="1293" extrusionOk="0">
                    <a:moveTo>
                      <a:pt x="1236" y="787"/>
                    </a:moveTo>
                    <a:cubicBezTo>
                      <a:pt x="1292" y="281"/>
                      <a:pt x="731" y="0"/>
                      <a:pt x="394" y="281"/>
                    </a:cubicBezTo>
                    <a:cubicBezTo>
                      <a:pt x="1" y="618"/>
                      <a:pt x="169" y="1180"/>
                      <a:pt x="675" y="1236"/>
                    </a:cubicBezTo>
                    <a:cubicBezTo>
                      <a:pt x="955" y="1292"/>
                      <a:pt x="1180" y="1068"/>
                      <a:pt x="1236" y="78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13084" name="Google Shape;13084;p27"/>
              <p:cNvSpPr/>
              <p:nvPr/>
            </p:nvSpPr>
            <p:spPr>
              <a:xfrm>
                <a:off x="1758885" y="5495374"/>
                <a:ext cx="22328" cy="22328"/>
              </a:xfrm>
              <a:custGeom>
                <a:avLst/>
                <a:gdLst/>
                <a:ahLst/>
                <a:cxnLst/>
                <a:rect l="l" t="t" r="r" b="b"/>
                <a:pathLst>
                  <a:path w="338" h="338" extrusionOk="0">
                    <a:moveTo>
                      <a:pt x="337" y="169"/>
                    </a:moveTo>
                    <a:cubicBezTo>
                      <a:pt x="337" y="113"/>
                      <a:pt x="281" y="0"/>
                      <a:pt x="225" y="0"/>
                    </a:cubicBezTo>
                    <a:cubicBezTo>
                      <a:pt x="113" y="0"/>
                      <a:pt x="57" y="57"/>
                      <a:pt x="57" y="169"/>
                    </a:cubicBezTo>
                    <a:cubicBezTo>
                      <a:pt x="0" y="225"/>
                      <a:pt x="57" y="337"/>
                      <a:pt x="169" y="337"/>
                    </a:cubicBezTo>
                    <a:cubicBezTo>
                      <a:pt x="281" y="337"/>
                      <a:pt x="337" y="281"/>
                      <a:pt x="337" y="1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ichroma"/>
              <a:buNone/>
              <a:defRPr sz="2800">
                <a:solidFill>
                  <a:schemeClr val="lt1"/>
                </a:solidFill>
                <a:latin typeface="Michroma"/>
                <a:ea typeface="Michroma"/>
                <a:cs typeface="Michroma"/>
                <a:sym typeface="Michrom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675" y="1159054"/>
            <a:ext cx="7714800" cy="3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●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○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M Sans"/>
              <a:buChar char="■"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6" r:id="rId14"/>
    <p:sldLayoutId id="2147483671" r:id="rId15"/>
    <p:sldLayoutId id="2147483672" r:id="rId16"/>
    <p:sldLayoutId id="2147483673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5" name="Google Shape;13095;p31"/>
          <p:cNvSpPr txBox="1">
            <a:spLocks noGrp="1"/>
          </p:cNvSpPr>
          <p:nvPr>
            <p:ph type="subTitle" idx="1"/>
          </p:nvPr>
        </p:nvSpPr>
        <p:spPr>
          <a:xfrm>
            <a:off x="885800" y="4208677"/>
            <a:ext cx="6192900" cy="35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13096" name="Google Shape;13096;p31"/>
          <p:cNvSpPr txBox="1">
            <a:spLocks noGrp="1"/>
          </p:cNvSpPr>
          <p:nvPr>
            <p:ph type="ctrTitle"/>
          </p:nvPr>
        </p:nvSpPr>
        <p:spPr>
          <a:xfrm>
            <a:off x="885800" y="2097740"/>
            <a:ext cx="6192900" cy="209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100" dirty="0">
                <a:solidFill>
                  <a:schemeClr val="lt1"/>
                </a:solidFill>
              </a:rPr>
              <a:t>Robot Arm Ned2 </a:t>
            </a:r>
            <a:r>
              <a:rPr lang="en" sz="3100" dirty="0">
                <a:solidFill>
                  <a:schemeClr val="accent2"/>
                </a:solidFill>
              </a:rPr>
              <a:t>Pick &amp; Place</a:t>
            </a:r>
            <a:endParaRPr dirty="0"/>
          </a:p>
        </p:txBody>
      </p:sp>
      <p:grpSp>
        <p:nvGrpSpPr>
          <p:cNvPr id="13097" name="Google Shape;13097;p31"/>
          <p:cNvGrpSpPr/>
          <p:nvPr/>
        </p:nvGrpSpPr>
        <p:grpSpPr>
          <a:xfrm>
            <a:off x="6148837" y="1025595"/>
            <a:ext cx="3431442" cy="4129357"/>
            <a:chOff x="9304175" y="2551300"/>
            <a:chExt cx="1871321" cy="2251926"/>
          </a:xfrm>
        </p:grpSpPr>
        <p:sp>
          <p:nvSpPr>
            <p:cNvPr id="13098" name="Google Shape;13098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099" name="Google Shape;13099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0" name="Google Shape;13100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1" name="Google Shape;13101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2" name="Google Shape;13102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3" name="Google Shape;13103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4" name="Google Shape;13104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5" name="Google Shape;13105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6" name="Google Shape;13106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7" name="Google Shape;13107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8" name="Google Shape;13108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09" name="Google Shape;13109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0" name="Google Shape;13110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1" name="Google Shape;13111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2" name="Google Shape;13112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3" name="Google Shape;13113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4" name="Google Shape;13114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rgbClr val="2E66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5" name="Google Shape;13115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6" name="Google Shape;13116;p31"/>
            <p:cNvSpPr/>
            <p:nvPr/>
          </p:nvSpPr>
          <p:spPr>
            <a:xfrm flipH="1">
              <a:off x="9586620" y="2665084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7" name="Google Shape;13117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8" name="Google Shape;13118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19" name="Google Shape;13119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0" name="Google Shape;13120;p31"/>
            <p:cNvSpPr/>
            <p:nvPr/>
          </p:nvSpPr>
          <p:spPr>
            <a:xfrm flipH="1">
              <a:off x="10226102" y="3186854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1" name="Google Shape;13121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2" name="Google Shape;13122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3" name="Google Shape;13123;p31"/>
            <p:cNvSpPr/>
            <p:nvPr/>
          </p:nvSpPr>
          <p:spPr>
            <a:xfrm flipH="1">
              <a:off x="10347713" y="3308461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4" name="Google Shape;13124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5" name="Google Shape;13125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6" name="Google Shape;13126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7" name="Google Shape;13127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8" name="Google Shape;13128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29" name="Google Shape;13129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0" name="Google Shape;13130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1" name="Google Shape;13131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2" name="Google Shape;13132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3" name="Google Shape;13133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4" name="Google Shape;13134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5" name="Google Shape;13135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6" name="Google Shape;13136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7" name="Google Shape;13137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8" name="Google Shape;13138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39" name="Google Shape;13139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0" name="Google Shape;13140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1" name="Google Shape;13141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2" name="Google Shape;13142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3" name="Google Shape;13143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4" name="Google Shape;13144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5" name="Google Shape;13145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6" name="Google Shape;13146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7" name="Google Shape;13147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8" name="Google Shape;13148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49" name="Google Shape;13149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0" name="Google Shape;13150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1" name="Google Shape;13151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2" name="Google Shape;13152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3" name="Google Shape;13153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4" name="Google Shape;13154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5" name="Google Shape;13155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6" name="Google Shape;13156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7" name="Google Shape;13157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8" name="Google Shape;13158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59" name="Google Shape;13159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0" name="Google Shape;13160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1" name="Google Shape;13161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2" name="Google Shape;13162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3" name="Google Shape;13163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4" name="Google Shape;13164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5" name="Google Shape;13165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6" name="Google Shape;13166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7" name="Google Shape;13167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8" name="Google Shape;13168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69" name="Google Shape;13169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0" name="Google Shape;13170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1" name="Google Shape;13171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2" name="Google Shape;13172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3" name="Google Shape;13173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4" name="Google Shape;13174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5" name="Google Shape;13175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6" name="Google Shape;13176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7" name="Google Shape;13177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8" name="Google Shape;13178;p31"/>
            <p:cNvSpPr/>
            <p:nvPr/>
          </p:nvSpPr>
          <p:spPr>
            <a:xfrm flipH="1">
              <a:off x="9586620" y="2666786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79" name="Google Shape;13179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0" name="Google Shape;13180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1" name="Google Shape;13181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2" name="Google Shape;13182;p31"/>
            <p:cNvSpPr/>
            <p:nvPr/>
          </p:nvSpPr>
          <p:spPr>
            <a:xfrm flipH="1">
              <a:off x="10223549" y="3189407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3" name="Google Shape;13183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4" name="Google Shape;13184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5" name="Google Shape;13185;p31"/>
            <p:cNvSpPr/>
            <p:nvPr/>
          </p:nvSpPr>
          <p:spPr>
            <a:xfrm flipH="1">
              <a:off x="10344309" y="3310163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6" name="Google Shape;13186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7" name="Google Shape;13187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8" name="Google Shape;13188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89" name="Google Shape;13189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0" name="Google Shape;13190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1" name="Google Shape;13191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2" name="Google Shape;13192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3" name="Google Shape;13193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4" name="Google Shape;13194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5" name="Google Shape;13195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6" name="Google Shape;13196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7" name="Google Shape;13197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8" name="Google Shape;13198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199" name="Google Shape;13199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0" name="Google Shape;13200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1" name="Google Shape;13201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2" name="Google Shape;13202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3" name="Google Shape;13203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4" name="Google Shape;13204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5" name="Google Shape;13205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6" name="Google Shape;13206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7" name="Google Shape;13207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8" name="Google Shape;13208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09" name="Google Shape;13209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0" name="Google Shape;13210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1" name="Google Shape;13211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2" name="Google Shape;13212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3" name="Google Shape;13213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4" name="Google Shape;13214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5" name="Google Shape;13215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6" name="Google Shape;13216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7" name="Google Shape;13217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8" name="Google Shape;13218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19" name="Google Shape;13219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0" name="Google Shape;13220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1" name="Google Shape;13221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222" name="Google Shape;13222;p31"/>
          <p:cNvGrpSpPr/>
          <p:nvPr/>
        </p:nvGrpSpPr>
        <p:grpSpPr>
          <a:xfrm>
            <a:off x="278650" y="0"/>
            <a:ext cx="2828515" cy="1907662"/>
            <a:chOff x="126250" y="0"/>
            <a:chExt cx="2828515" cy="1907662"/>
          </a:xfrm>
        </p:grpSpPr>
        <p:sp>
          <p:nvSpPr>
            <p:cNvPr id="13223" name="Google Shape;13223;p31"/>
            <p:cNvSpPr/>
            <p:nvPr/>
          </p:nvSpPr>
          <p:spPr>
            <a:xfrm rot="1793316">
              <a:off x="1946350" y="1299243"/>
              <a:ext cx="578549" cy="11274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4" name="Google Shape;13224;p31"/>
            <p:cNvSpPr/>
            <p:nvPr/>
          </p:nvSpPr>
          <p:spPr>
            <a:xfrm rot="-781044">
              <a:off x="2485436" y="1463120"/>
              <a:ext cx="383362" cy="287535"/>
            </a:xfrm>
            <a:custGeom>
              <a:avLst/>
              <a:gdLst/>
              <a:ahLst/>
              <a:cxnLst/>
              <a:rect l="l" t="t" r="r" b="b"/>
              <a:pathLst>
                <a:path w="3820" h="2865" extrusionOk="0">
                  <a:moveTo>
                    <a:pt x="0" y="0"/>
                  </a:moveTo>
                  <a:lnTo>
                    <a:pt x="2135" y="2022"/>
                  </a:lnTo>
                  <a:lnTo>
                    <a:pt x="3763" y="2864"/>
                  </a:lnTo>
                  <a:lnTo>
                    <a:pt x="3819" y="2640"/>
                  </a:lnTo>
                  <a:lnTo>
                    <a:pt x="2415" y="1741"/>
                  </a:lnTo>
                  <a:lnTo>
                    <a:pt x="2303" y="1629"/>
                  </a:lnTo>
                  <a:lnTo>
                    <a:pt x="2303" y="1629"/>
                  </a:lnTo>
                  <a:lnTo>
                    <a:pt x="955" y="168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5" name="Google Shape;13225;p31"/>
            <p:cNvSpPr/>
            <p:nvPr/>
          </p:nvSpPr>
          <p:spPr>
            <a:xfrm rot="-781044">
              <a:off x="2504051" y="1478498"/>
              <a:ext cx="360882" cy="270675"/>
            </a:xfrm>
            <a:custGeom>
              <a:avLst/>
              <a:gdLst/>
              <a:ahLst/>
              <a:cxnLst/>
              <a:rect l="l" t="t" r="r" b="b"/>
              <a:pathLst>
                <a:path w="3596" h="2697" extrusionOk="0">
                  <a:moveTo>
                    <a:pt x="1" y="0"/>
                  </a:moveTo>
                  <a:lnTo>
                    <a:pt x="1967" y="1854"/>
                  </a:lnTo>
                  <a:lnTo>
                    <a:pt x="3595" y="2696"/>
                  </a:lnTo>
                  <a:lnTo>
                    <a:pt x="3595" y="2640"/>
                  </a:lnTo>
                  <a:lnTo>
                    <a:pt x="2191" y="1742"/>
                  </a:lnTo>
                  <a:lnTo>
                    <a:pt x="2079" y="1573"/>
                  </a:lnTo>
                  <a:lnTo>
                    <a:pt x="2079" y="1573"/>
                  </a:lnTo>
                  <a:lnTo>
                    <a:pt x="731" y="113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6" name="Google Shape;13226;p31"/>
            <p:cNvSpPr/>
            <p:nvPr/>
          </p:nvSpPr>
          <p:spPr>
            <a:xfrm rot="-1579503">
              <a:off x="1556192" y="888026"/>
              <a:ext cx="574950" cy="586304"/>
            </a:xfrm>
            <a:custGeom>
              <a:avLst/>
              <a:gdLst/>
              <a:ahLst/>
              <a:cxnLst/>
              <a:rect l="l" t="t" r="r" b="b"/>
              <a:pathLst>
                <a:path w="5729" h="5842" extrusionOk="0">
                  <a:moveTo>
                    <a:pt x="3819" y="5841"/>
                  </a:moveTo>
                  <a:lnTo>
                    <a:pt x="5729" y="4100"/>
                  </a:lnTo>
                  <a:lnTo>
                    <a:pt x="1910" y="0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7" name="Google Shape;13227;p31"/>
            <p:cNvSpPr/>
            <p:nvPr/>
          </p:nvSpPr>
          <p:spPr>
            <a:xfrm rot="-1579503">
              <a:off x="1576678" y="883235"/>
              <a:ext cx="546750" cy="558102"/>
            </a:xfrm>
            <a:custGeom>
              <a:avLst/>
              <a:gdLst/>
              <a:ahLst/>
              <a:cxnLst/>
              <a:rect l="l" t="t" r="r" b="b"/>
              <a:pathLst>
                <a:path w="5448" h="5561" extrusionOk="0">
                  <a:moveTo>
                    <a:pt x="5448" y="4100"/>
                  </a:moveTo>
                  <a:lnTo>
                    <a:pt x="1629" y="0"/>
                  </a:lnTo>
                  <a:lnTo>
                    <a:pt x="0" y="1404"/>
                  </a:lnTo>
                  <a:lnTo>
                    <a:pt x="3819" y="5561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8" name="Google Shape;13228;p31"/>
            <p:cNvSpPr/>
            <p:nvPr/>
          </p:nvSpPr>
          <p:spPr>
            <a:xfrm rot="-1579503">
              <a:off x="1609442" y="927206"/>
              <a:ext cx="496169" cy="513041"/>
            </a:xfrm>
            <a:custGeom>
              <a:avLst/>
              <a:gdLst/>
              <a:ahLst/>
              <a:cxnLst/>
              <a:rect l="l" t="t" r="r" b="b"/>
              <a:pathLst>
                <a:path w="4944" h="5112" extrusionOk="0">
                  <a:moveTo>
                    <a:pt x="1" y="1180"/>
                  </a:moveTo>
                  <a:lnTo>
                    <a:pt x="3595" y="5112"/>
                  </a:lnTo>
                  <a:lnTo>
                    <a:pt x="4943" y="387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29" name="Google Shape;13229;p31"/>
            <p:cNvSpPr/>
            <p:nvPr/>
          </p:nvSpPr>
          <p:spPr>
            <a:xfrm rot="-781044">
              <a:off x="2441088" y="1287913"/>
              <a:ext cx="479202" cy="360799"/>
            </a:xfrm>
            <a:custGeom>
              <a:avLst/>
              <a:gdLst/>
              <a:ahLst/>
              <a:cxnLst/>
              <a:rect l="l" t="t" r="r" b="b"/>
              <a:pathLst>
                <a:path w="4775" h="3595" extrusionOk="0">
                  <a:moveTo>
                    <a:pt x="1741" y="0"/>
                  </a:moveTo>
                  <a:lnTo>
                    <a:pt x="3932" y="1629"/>
                  </a:lnTo>
                  <a:lnTo>
                    <a:pt x="4774" y="3482"/>
                  </a:lnTo>
                  <a:lnTo>
                    <a:pt x="4606" y="3595"/>
                  </a:lnTo>
                  <a:lnTo>
                    <a:pt x="3707" y="1966"/>
                  </a:lnTo>
                  <a:lnTo>
                    <a:pt x="1910" y="843"/>
                  </a:lnTo>
                  <a:lnTo>
                    <a:pt x="1067" y="2191"/>
                  </a:lnTo>
                  <a:lnTo>
                    <a:pt x="0" y="1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0" name="Google Shape;13230;p31"/>
            <p:cNvSpPr/>
            <p:nvPr/>
          </p:nvSpPr>
          <p:spPr>
            <a:xfrm rot="-781044">
              <a:off x="2379852" y="1448836"/>
              <a:ext cx="417182" cy="417202"/>
            </a:xfrm>
            <a:custGeom>
              <a:avLst/>
              <a:gdLst/>
              <a:ahLst/>
              <a:cxnLst/>
              <a:rect l="l" t="t" r="r" b="b"/>
              <a:pathLst>
                <a:path w="4157" h="4157" extrusionOk="0">
                  <a:moveTo>
                    <a:pt x="0" y="1741"/>
                  </a:moveTo>
                  <a:lnTo>
                    <a:pt x="1910" y="3651"/>
                  </a:lnTo>
                  <a:lnTo>
                    <a:pt x="4100" y="4156"/>
                  </a:lnTo>
                  <a:lnTo>
                    <a:pt x="4156" y="3932"/>
                  </a:lnTo>
                  <a:lnTo>
                    <a:pt x="2191" y="3426"/>
                  </a:lnTo>
                  <a:lnTo>
                    <a:pt x="2078" y="3314"/>
                  </a:lnTo>
                  <a:lnTo>
                    <a:pt x="2078" y="3314"/>
                  </a:lnTo>
                  <a:lnTo>
                    <a:pt x="843" y="1797"/>
                  </a:lnTo>
                  <a:lnTo>
                    <a:pt x="2022" y="786"/>
                  </a:lnTo>
                  <a:lnTo>
                    <a:pt x="9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1" name="Google Shape;13231;p31"/>
            <p:cNvSpPr/>
            <p:nvPr/>
          </p:nvSpPr>
          <p:spPr>
            <a:xfrm rot="-781044">
              <a:off x="2414004" y="1421646"/>
              <a:ext cx="152241" cy="146728"/>
            </a:xfrm>
            <a:custGeom>
              <a:avLst/>
              <a:gdLst/>
              <a:ahLst/>
              <a:cxnLst/>
              <a:rect l="l" t="t" r="r" b="b"/>
              <a:pathLst>
                <a:path w="1517" h="1462" extrusionOk="0">
                  <a:moveTo>
                    <a:pt x="0" y="731"/>
                  </a:moveTo>
                  <a:cubicBezTo>
                    <a:pt x="0" y="338"/>
                    <a:pt x="393" y="1"/>
                    <a:pt x="787" y="1"/>
                  </a:cubicBezTo>
                  <a:cubicBezTo>
                    <a:pt x="1180" y="1"/>
                    <a:pt x="1517" y="338"/>
                    <a:pt x="1517" y="731"/>
                  </a:cubicBezTo>
                  <a:cubicBezTo>
                    <a:pt x="1517" y="1124"/>
                    <a:pt x="1180" y="1461"/>
                    <a:pt x="787" y="1461"/>
                  </a:cubicBezTo>
                  <a:cubicBezTo>
                    <a:pt x="337" y="1461"/>
                    <a:pt x="0" y="1124"/>
                    <a:pt x="0" y="73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2" name="Google Shape;13232;p31"/>
            <p:cNvSpPr/>
            <p:nvPr/>
          </p:nvSpPr>
          <p:spPr>
            <a:xfrm rot="-781044">
              <a:off x="2443615" y="1456589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6"/>
                    <a:pt x="169" y="1"/>
                    <a:pt x="449" y="57"/>
                  </a:cubicBezTo>
                  <a:cubicBezTo>
                    <a:pt x="674" y="57"/>
                    <a:pt x="843" y="226"/>
                    <a:pt x="843" y="506"/>
                  </a:cubicBezTo>
                  <a:cubicBezTo>
                    <a:pt x="843" y="731"/>
                    <a:pt x="674" y="899"/>
                    <a:pt x="449" y="899"/>
                  </a:cubicBezTo>
                  <a:cubicBezTo>
                    <a:pt x="169" y="899"/>
                    <a:pt x="0" y="731"/>
                    <a:pt x="0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3" name="Google Shape;13233;p31"/>
            <p:cNvSpPr/>
            <p:nvPr/>
          </p:nvSpPr>
          <p:spPr>
            <a:xfrm rot="-781044">
              <a:off x="2364180" y="1613795"/>
              <a:ext cx="84701" cy="90325"/>
            </a:xfrm>
            <a:custGeom>
              <a:avLst/>
              <a:gdLst/>
              <a:ahLst/>
              <a:cxnLst/>
              <a:rect l="l" t="t" r="r" b="b"/>
              <a:pathLst>
                <a:path w="844" h="900" extrusionOk="0">
                  <a:moveTo>
                    <a:pt x="1" y="450"/>
                  </a:moveTo>
                  <a:cubicBezTo>
                    <a:pt x="1" y="225"/>
                    <a:pt x="169" y="1"/>
                    <a:pt x="450" y="57"/>
                  </a:cubicBezTo>
                  <a:cubicBezTo>
                    <a:pt x="675" y="57"/>
                    <a:pt x="843" y="225"/>
                    <a:pt x="843" y="506"/>
                  </a:cubicBezTo>
                  <a:cubicBezTo>
                    <a:pt x="843" y="731"/>
                    <a:pt x="619" y="899"/>
                    <a:pt x="394" y="899"/>
                  </a:cubicBezTo>
                  <a:cubicBezTo>
                    <a:pt x="169" y="899"/>
                    <a:pt x="1" y="675"/>
                    <a:pt x="1" y="4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4" name="Google Shape;13234;p31"/>
            <p:cNvSpPr/>
            <p:nvPr/>
          </p:nvSpPr>
          <p:spPr>
            <a:xfrm rot="-781044">
              <a:off x="2367052" y="1600945"/>
              <a:ext cx="90321" cy="90325"/>
            </a:xfrm>
            <a:custGeom>
              <a:avLst/>
              <a:gdLst/>
              <a:ahLst/>
              <a:cxnLst/>
              <a:rect l="l" t="t" r="r" b="b"/>
              <a:pathLst>
                <a:path w="900" h="900" extrusionOk="0">
                  <a:moveTo>
                    <a:pt x="1" y="450"/>
                  </a:moveTo>
                  <a:cubicBezTo>
                    <a:pt x="1" y="225"/>
                    <a:pt x="226" y="0"/>
                    <a:pt x="450" y="57"/>
                  </a:cubicBezTo>
                  <a:cubicBezTo>
                    <a:pt x="675" y="57"/>
                    <a:pt x="900" y="225"/>
                    <a:pt x="843" y="506"/>
                  </a:cubicBezTo>
                  <a:cubicBezTo>
                    <a:pt x="843" y="731"/>
                    <a:pt x="675" y="899"/>
                    <a:pt x="394" y="899"/>
                  </a:cubicBezTo>
                  <a:cubicBezTo>
                    <a:pt x="169" y="899"/>
                    <a:pt x="1" y="674"/>
                    <a:pt x="1" y="4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5" name="Google Shape;13235;p31"/>
            <p:cNvSpPr/>
            <p:nvPr/>
          </p:nvSpPr>
          <p:spPr>
            <a:xfrm rot="-1579503">
              <a:off x="1707198" y="1011361"/>
              <a:ext cx="293246" cy="304392"/>
            </a:xfrm>
            <a:custGeom>
              <a:avLst/>
              <a:gdLst/>
              <a:ahLst/>
              <a:cxnLst/>
              <a:rect l="l" t="t" r="r" b="b"/>
              <a:pathLst>
                <a:path w="2922" h="3033" extrusionOk="0">
                  <a:moveTo>
                    <a:pt x="2921" y="2696"/>
                  </a:moveTo>
                  <a:lnTo>
                    <a:pt x="394" y="0"/>
                  </a:lnTo>
                  <a:lnTo>
                    <a:pt x="1" y="337"/>
                  </a:lnTo>
                  <a:lnTo>
                    <a:pt x="2528" y="3033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6" name="Google Shape;13236;p31"/>
            <p:cNvSpPr/>
            <p:nvPr/>
          </p:nvSpPr>
          <p:spPr>
            <a:xfrm rot="-1579503">
              <a:off x="1695852" y="1023601"/>
              <a:ext cx="293145" cy="310113"/>
            </a:xfrm>
            <a:custGeom>
              <a:avLst/>
              <a:gdLst/>
              <a:ahLst/>
              <a:cxnLst/>
              <a:rect l="l" t="t" r="r" b="b"/>
              <a:pathLst>
                <a:path w="2921" h="3090" extrusionOk="0">
                  <a:moveTo>
                    <a:pt x="2921" y="2696"/>
                  </a:moveTo>
                  <a:lnTo>
                    <a:pt x="393" y="0"/>
                  </a:lnTo>
                  <a:lnTo>
                    <a:pt x="0" y="393"/>
                  </a:lnTo>
                  <a:lnTo>
                    <a:pt x="2472" y="3089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7" name="Google Shape;13237;p31"/>
            <p:cNvSpPr/>
            <p:nvPr/>
          </p:nvSpPr>
          <p:spPr>
            <a:xfrm rot="-1579503">
              <a:off x="1961877" y="1144599"/>
              <a:ext cx="282006" cy="282012"/>
            </a:xfrm>
            <a:custGeom>
              <a:avLst/>
              <a:gdLst/>
              <a:ahLst/>
              <a:cxnLst/>
              <a:rect l="l" t="t" r="r" b="b"/>
              <a:pathLst>
                <a:path w="2810" h="2810" extrusionOk="0">
                  <a:moveTo>
                    <a:pt x="1405" y="1"/>
                  </a:moveTo>
                  <a:cubicBezTo>
                    <a:pt x="619" y="1"/>
                    <a:pt x="1" y="619"/>
                    <a:pt x="1" y="1405"/>
                  </a:cubicBezTo>
                  <a:cubicBezTo>
                    <a:pt x="1" y="2135"/>
                    <a:pt x="619" y="2753"/>
                    <a:pt x="1405" y="2809"/>
                  </a:cubicBezTo>
                  <a:cubicBezTo>
                    <a:pt x="2135" y="2809"/>
                    <a:pt x="2809" y="2135"/>
                    <a:pt x="2809" y="1405"/>
                  </a:cubicBezTo>
                  <a:cubicBezTo>
                    <a:pt x="2809" y="619"/>
                    <a:pt x="2135" y="1"/>
                    <a:pt x="1405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8" name="Google Shape;13238;p31"/>
            <p:cNvSpPr/>
            <p:nvPr/>
          </p:nvSpPr>
          <p:spPr>
            <a:xfrm rot="-1579503">
              <a:off x="1971650" y="1161927"/>
              <a:ext cx="264945" cy="265051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69" y="506"/>
                  </a:moveTo>
                  <a:cubicBezTo>
                    <a:pt x="56" y="730"/>
                    <a:pt x="0" y="955"/>
                    <a:pt x="0" y="1236"/>
                  </a:cubicBezTo>
                  <a:cubicBezTo>
                    <a:pt x="0" y="1966"/>
                    <a:pt x="618" y="2584"/>
                    <a:pt x="1348" y="2640"/>
                  </a:cubicBezTo>
                  <a:cubicBezTo>
                    <a:pt x="1797" y="2640"/>
                    <a:pt x="2190" y="2415"/>
                    <a:pt x="2415" y="2078"/>
                  </a:cubicBezTo>
                  <a:cubicBezTo>
                    <a:pt x="2584" y="1854"/>
                    <a:pt x="2640" y="1629"/>
                    <a:pt x="2584" y="1404"/>
                  </a:cubicBezTo>
                  <a:cubicBezTo>
                    <a:pt x="2584" y="618"/>
                    <a:pt x="1966" y="0"/>
                    <a:pt x="1180" y="0"/>
                  </a:cubicBezTo>
                  <a:cubicBezTo>
                    <a:pt x="786" y="0"/>
                    <a:pt x="393" y="169"/>
                    <a:pt x="169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39" name="Google Shape;13239;p31"/>
            <p:cNvSpPr/>
            <p:nvPr/>
          </p:nvSpPr>
          <p:spPr>
            <a:xfrm rot="-1579503">
              <a:off x="2011285" y="1219158"/>
              <a:ext cx="157863" cy="157967"/>
            </a:xfrm>
            <a:custGeom>
              <a:avLst/>
              <a:gdLst/>
              <a:ahLst/>
              <a:cxnLst/>
              <a:rect l="l" t="t" r="r" b="b"/>
              <a:pathLst>
                <a:path w="1573" h="1574" extrusionOk="0">
                  <a:moveTo>
                    <a:pt x="787" y="1"/>
                  </a:moveTo>
                  <a:cubicBezTo>
                    <a:pt x="337" y="1"/>
                    <a:pt x="0" y="338"/>
                    <a:pt x="0" y="787"/>
                  </a:cubicBezTo>
                  <a:cubicBezTo>
                    <a:pt x="0" y="1236"/>
                    <a:pt x="337" y="1573"/>
                    <a:pt x="787" y="1573"/>
                  </a:cubicBezTo>
                  <a:cubicBezTo>
                    <a:pt x="1236" y="1573"/>
                    <a:pt x="1573" y="1236"/>
                    <a:pt x="1573" y="787"/>
                  </a:cubicBezTo>
                  <a:cubicBezTo>
                    <a:pt x="1573" y="338"/>
                    <a:pt x="1236" y="1"/>
                    <a:pt x="787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0" name="Google Shape;13240;p31"/>
            <p:cNvSpPr/>
            <p:nvPr/>
          </p:nvSpPr>
          <p:spPr>
            <a:xfrm rot="-1579503">
              <a:off x="2014832" y="1197501"/>
              <a:ext cx="163583" cy="16358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843" y="0"/>
                  </a:moveTo>
                  <a:cubicBezTo>
                    <a:pt x="394" y="0"/>
                    <a:pt x="1" y="393"/>
                    <a:pt x="1" y="843"/>
                  </a:cubicBezTo>
                  <a:cubicBezTo>
                    <a:pt x="1" y="1236"/>
                    <a:pt x="394" y="1629"/>
                    <a:pt x="843" y="1629"/>
                  </a:cubicBezTo>
                  <a:cubicBezTo>
                    <a:pt x="1236" y="1629"/>
                    <a:pt x="1629" y="1236"/>
                    <a:pt x="1629" y="843"/>
                  </a:cubicBezTo>
                  <a:cubicBezTo>
                    <a:pt x="1629" y="393"/>
                    <a:pt x="1236" y="0"/>
                    <a:pt x="8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1" name="Google Shape;13241;p31"/>
            <p:cNvSpPr/>
            <p:nvPr/>
          </p:nvSpPr>
          <p:spPr>
            <a:xfrm rot="-1579503">
              <a:off x="2019450" y="1217248"/>
              <a:ext cx="146623" cy="146726"/>
            </a:xfrm>
            <a:custGeom>
              <a:avLst/>
              <a:gdLst/>
              <a:ahLst/>
              <a:cxnLst/>
              <a:rect l="l" t="t" r="r" b="b"/>
              <a:pathLst>
                <a:path w="1461" h="1462" extrusionOk="0">
                  <a:moveTo>
                    <a:pt x="169" y="169"/>
                  </a:moveTo>
                  <a:cubicBezTo>
                    <a:pt x="57" y="282"/>
                    <a:pt x="1" y="450"/>
                    <a:pt x="1" y="675"/>
                  </a:cubicBezTo>
                  <a:cubicBezTo>
                    <a:pt x="1" y="1068"/>
                    <a:pt x="394" y="1461"/>
                    <a:pt x="843" y="1461"/>
                  </a:cubicBezTo>
                  <a:cubicBezTo>
                    <a:pt x="1011" y="1461"/>
                    <a:pt x="1180" y="1405"/>
                    <a:pt x="1292" y="1293"/>
                  </a:cubicBezTo>
                  <a:cubicBezTo>
                    <a:pt x="1405" y="1124"/>
                    <a:pt x="1461" y="956"/>
                    <a:pt x="1461" y="787"/>
                  </a:cubicBezTo>
                  <a:cubicBezTo>
                    <a:pt x="1461" y="338"/>
                    <a:pt x="1124" y="1"/>
                    <a:pt x="675" y="1"/>
                  </a:cubicBezTo>
                  <a:cubicBezTo>
                    <a:pt x="506" y="1"/>
                    <a:pt x="338" y="57"/>
                    <a:pt x="169" y="16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2" name="Google Shape;13242;p31"/>
            <p:cNvSpPr/>
            <p:nvPr/>
          </p:nvSpPr>
          <p:spPr>
            <a:xfrm rot="-1579503">
              <a:off x="2027593" y="1215344"/>
              <a:ext cx="135383" cy="135386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236" y="1180"/>
                  </a:moveTo>
                  <a:cubicBezTo>
                    <a:pt x="1293" y="1068"/>
                    <a:pt x="1349" y="956"/>
                    <a:pt x="1349" y="787"/>
                  </a:cubicBezTo>
                  <a:cubicBezTo>
                    <a:pt x="1349" y="338"/>
                    <a:pt x="1012" y="1"/>
                    <a:pt x="563" y="1"/>
                  </a:cubicBezTo>
                  <a:cubicBezTo>
                    <a:pt x="394" y="1"/>
                    <a:pt x="226" y="57"/>
                    <a:pt x="113" y="113"/>
                  </a:cubicBezTo>
                  <a:cubicBezTo>
                    <a:pt x="57" y="225"/>
                    <a:pt x="1" y="394"/>
                    <a:pt x="1" y="506"/>
                  </a:cubicBezTo>
                  <a:cubicBezTo>
                    <a:pt x="1" y="956"/>
                    <a:pt x="338" y="1293"/>
                    <a:pt x="787" y="1349"/>
                  </a:cubicBezTo>
                  <a:cubicBezTo>
                    <a:pt x="956" y="1293"/>
                    <a:pt x="1124" y="1293"/>
                    <a:pt x="1236" y="1180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3" name="Google Shape;13243;p31"/>
            <p:cNvSpPr/>
            <p:nvPr/>
          </p:nvSpPr>
          <p:spPr>
            <a:xfrm rot="-781044">
              <a:off x="2398842" y="1464200"/>
              <a:ext cx="163581" cy="129667"/>
            </a:xfrm>
            <a:custGeom>
              <a:avLst/>
              <a:gdLst/>
              <a:ahLst/>
              <a:cxnLst/>
              <a:rect l="l" t="t" r="r" b="b"/>
              <a:pathLst>
                <a:path w="1630" h="1292" extrusionOk="0">
                  <a:moveTo>
                    <a:pt x="1629" y="730"/>
                  </a:moveTo>
                  <a:cubicBezTo>
                    <a:pt x="1517" y="1067"/>
                    <a:pt x="1236" y="1292"/>
                    <a:pt x="899" y="1292"/>
                  </a:cubicBezTo>
                  <a:cubicBezTo>
                    <a:pt x="562" y="1236"/>
                    <a:pt x="225" y="1067"/>
                    <a:pt x="1" y="842"/>
                  </a:cubicBezTo>
                  <a:lnTo>
                    <a:pt x="506" y="0"/>
                  </a:lnTo>
                  <a:lnTo>
                    <a:pt x="1629" y="73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4" name="Google Shape;13244;p31"/>
            <p:cNvSpPr/>
            <p:nvPr/>
          </p:nvSpPr>
          <p:spPr>
            <a:xfrm rot="-781044">
              <a:off x="2414637" y="1421574"/>
              <a:ext cx="152241" cy="152349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0" y="731"/>
                  </a:moveTo>
                  <a:cubicBezTo>
                    <a:pt x="0" y="563"/>
                    <a:pt x="56" y="394"/>
                    <a:pt x="169" y="282"/>
                  </a:cubicBezTo>
                  <a:cubicBezTo>
                    <a:pt x="337" y="113"/>
                    <a:pt x="506" y="1"/>
                    <a:pt x="730" y="57"/>
                  </a:cubicBezTo>
                  <a:cubicBezTo>
                    <a:pt x="1180" y="57"/>
                    <a:pt x="1517" y="394"/>
                    <a:pt x="1517" y="787"/>
                  </a:cubicBezTo>
                  <a:cubicBezTo>
                    <a:pt x="1517" y="956"/>
                    <a:pt x="1461" y="1124"/>
                    <a:pt x="1348" y="1236"/>
                  </a:cubicBezTo>
                  <a:cubicBezTo>
                    <a:pt x="1180" y="1405"/>
                    <a:pt x="1011" y="1517"/>
                    <a:pt x="787" y="1517"/>
                  </a:cubicBezTo>
                  <a:cubicBezTo>
                    <a:pt x="337" y="1517"/>
                    <a:pt x="0" y="1180"/>
                    <a:pt x="0" y="731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5" name="Google Shape;13245;p31"/>
            <p:cNvSpPr/>
            <p:nvPr/>
          </p:nvSpPr>
          <p:spPr>
            <a:xfrm rot="-781044">
              <a:off x="2447825" y="1449847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5"/>
                    <a:pt x="225" y="1"/>
                    <a:pt x="450" y="1"/>
                  </a:cubicBezTo>
                  <a:cubicBezTo>
                    <a:pt x="674" y="1"/>
                    <a:pt x="843" y="225"/>
                    <a:pt x="843" y="450"/>
                  </a:cubicBezTo>
                  <a:cubicBezTo>
                    <a:pt x="843" y="675"/>
                    <a:pt x="674" y="899"/>
                    <a:pt x="393" y="899"/>
                  </a:cubicBezTo>
                  <a:cubicBezTo>
                    <a:pt x="169" y="899"/>
                    <a:pt x="0" y="675"/>
                    <a:pt x="0" y="450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6" name="Google Shape;13246;p31"/>
            <p:cNvSpPr/>
            <p:nvPr/>
          </p:nvSpPr>
          <p:spPr>
            <a:xfrm rot="-781044">
              <a:off x="2384085" y="1624159"/>
              <a:ext cx="50780" cy="45163"/>
            </a:xfrm>
            <a:custGeom>
              <a:avLst/>
              <a:gdLst/>
              <a:ahLst/>
              <a:cxnLst/>
              <a:rect l="l" t="t" r="r" b="b"/>
              <a:pathLst>
                <a:path w="506" h="450" extrusionOk="0">
                  <a:moveTo>
                    <a:pt x="57" y="225"/>
                  </a:moveTo>
                  <a:cubicBezTo>
                    <a:pt x="57" y="112"/>
                    <a:pt x="169" y="0"/>
                    <a:pt x="281" y="0"/>
                  </a:cubicBezTo>
                  <a:cubicBezTo>
                    <a:pt x="394" y="0"/>
                    <a:pt x="506" y="112"/>
                    <a:pt x="506" y="225"/>
                  </a:cubicBezTo>
                  <a:cubicBezTo>
                    <a:pt x="506" y="393"/>
                    <a:pt x="394" y="449"/>
                    <a:pt x="225" y="449"/>
                  </a:cubicBezTo>
                  <a:cubicBezTo>
                    <a:pt x="113" y="449"/>
                    <a:pt x="0" y="337"/>
                    <a:pt x="57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7" name="Google Shape;13247;p31"/>
            <p:cNvSpPr/>
            <p:nvPr/>
          </p:nvSpPr>
          <p:spPr>
            <a:xfrm rot="-781044">
              <a:off x="2788113" y="1407544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8"/>
                  </a:moveTo>
                  <a:cubicBezTo>
                    <a:pt x="0" y="169"/>
                    <a:pt x="169" y="1"/>
                    <a:pt x="337" y="1"/>
                  </a:cubicBezTo>
                  <a:cubicBezTo>
                    <a:pt x="506" y="1"/>
                    <a:pt x="674" y="169"/>
                    <a:pt x="674" y="338"/>
                  </a:cubicBezTo>
                  <a:cubicBezTo>
                    <a:pt x="674" y="506"/>
                    <a:pt x="506" y="675"/>
                    <a:pt x="337" y="675"/>
                  </a:cubicBezTo>
                  <a:cubicBezTo>
                    <a:pt x="169" y="675"/>
                    <a:pt x="0" y="506"/>
                    <a:pt x="0" y="3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8" name="Google Shape;13248;p31"/>
            <p:cNvSpPr/>
            <p:nvPr/>
          </p:nvSpPr>
          <p:spPr>
            <a:xfrm rot="-781044">
              <a:off x="2792323" y="1400802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8"/>
                  </a:moveTo>
                  <a:cubicBezTo>
                    <a:pt x="0" y="113"/>
                    <a:pt x="169" y="1"/>
                    <a:pt x="337" y="1"/>
                  </a:cubicBezTo>
                  <a:cubicBezTo>
                    <a:pt x="506" y="1"/>
                    <a:pt x="674" y="169"/>
                    <a:pt x="674" y="338"/>
                  </a:cubicBezTo>
                  <a:cubicBezTo>
                    <a:pt x="674" y="506"/>
                    <a:pt x="506" y="674"/>
                    <a:pt x="337" y="674"/>
                  </a:cubicBezTo>
                  <a:cubicBezTo>
                    <a:pt x="169" y="674"/>
                    <a:pt x="0" y="506"/>
                    <a:pt x="0" y="3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49" name="Google Shape;13249;p31"/>
            <p:cNvSpPr/>
            <p:nvPr/>
          </p:nvSpPr>
          <p:spPr>
            <a:xfrm rot="-781044">
              <a:off x="2576533" y="1768878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57" y="338"/>
                  </a:moveTo>
                  <a:cubicBezTo>
                    <a:pt x="57" y="169"/>
                    <a:pt x="169" y="1"/>
                    <a:pt x="394" y="1"/>
                  </a:cubicBezTo>
                  <a:cubicBezTo>
                    <a:pt x="563" y="1"/>
                    <a:pt x="675" y="169"/>
                    <a:pt x="675" y="338"/>
                  </a:cubicBezTo>
                  <a:cubicBezTo>
                    <a:pt x="675" y="506"/>
                    <a:pt x="506" y="675"/>
                    <a:pt x="338" y="675"/>
                  </a:cubicBezTo>
                  <a:cubicBezTo>
                    <a:pt x="169" y="675"/>
                    <a:pt x="1" y="506"/>
                    <a:pt x="57" y="33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0" name="Google Shape;13250;p31"/>
            <p:cNvSpPr/>
            <p:nvPr/>
          </p:nvSpPr>
          <p:spPr>
            <a:xfrm rot="-781044">
              <a:off x="2580841" y="1762113"/>
              <a:ext cx="67741" cy="67744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0" y="337"/>
                  </a:moveTo>
                  <a:cubicBezTo>
                    <a:pt x="56" y="113"/>
                    <a:pt x="169" y="0"/>
                    <a:pt x="393" y="0"/>
                  </a:cubicBezTo>
                  <a:cubicBezTo>
                    <a:pt x="562" y="0"/>
                    <a:pt x="674" y="169"/>
                    <a:pt x="674" y="337"/>
                  </a:cubicBezTo>
                  <a:cubicBezTo>
                    <a:pt x="674" y="506"/>
                    <a:pt x="506" y="674"/>
                    <a:pt x="337" y="674"/>
                  </a:cubicBezTo>
                  <a:cubicBezTo>
                    <a:pt x="169" y="618"/>
                    <a:pt x="0" y="506"/>
                    <a:pt x="0" y="3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1" name="Google Shape;13251;p31"/>
            <p:cNvSpPr/>
            <p:nvPr/>
          </p:nvSpPr>
          <p:spPr>
            <a:xfrm rot="-781044">
              <a:off x="2597691" y="1778987"/>
              <a:ext cx="33920" cy="33922"/>
            </a:xfrm>
            <a:custGeom>
              <a:avLst/>
              <a:gdLst/>
              <a:ahLst/>
              <a:cxnLst/>
              <a:rect l="l" t="t" r="r" b="b"/>
              <a:pathLst>
                <a:path w="338" h="338" extrusionOk="0">
                  <a:moveTo>
                    <a:pt x="1" y="169"/>
                  </a:moveTo>
                  <a:cubicBezTo>
                    <a:pt x="1" y="57"/>
                    <a:pt x="113" y="1"/>
                    <a:pt x="169" y="1"/>
                  </a:cubicBezTo>
                  <a:cubicBezTo>
                    <a:pt x="281" y="1"/>
                    <a:pt x="338" y="57"/>
                    <a:pt x="338" y="169"/>
                  </a:cubicBezTo>
                  <a:cubicBezTo>
                    <a:pt x="338" y="282"/>
                    <a:pt x="281" y="338"/>
                    <a:pt x="169" y="338"/>
                  </a:cubicBezTo>
                  <a:cubicBezTo>
                    <a:pt x="57" y="338"/>
                    <a:pt x="1" y="226"/>
                    <a:pt x="1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2" name="Google Shape;13252;p31"/>
            <p:cNvSpPr/>
            <p:nvPr/>
          </p:nvSpPr>
          <p:spPr>
            <a:xfrm rot="-781044">
              <a:off x="2674087" y="1609177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281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69" y="618"/>
                    <a:pt x="1" y="506"/>
                    <a:pt x="1" y="281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3" name="Google Shape;13253;p31"/>
            <p:cNvSpPr/>
            <p:nvPr/>
          </p:nvSpPr>
          <p:spPr>
            <a:xfrm rot="-781044">
              <a:off x="2678297" y="1602436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337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13" y="618"/>
                    <a:pt x="1" y="506"/>
                    <a:pt x="1" y="337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4" name="Google Shape;13254;p31"/>
            <p:cNvSpPr/>
            <p:nvPr/>
          </p:nvSpPr>
          <p:spPr>
            <a:xfrm rot="-781044">
              <a:off x="2695245" y="1613666"/>
              <a:ext cx="33920" cy="39542"/>
            </a:xfrm>
            <a:custGeom>
              <a:avLst/>
              <a:gdLst/>
              <a:ahLst/>
              <a:cxnLst/>
              <a:rect l="l" t="t" r="r" b="b"/>
              <a:pathLst>
                <a:path w="338" h="394" extrusionOk="0">
                  <a:moveTo>
                    <a:pt x="0" y="225"/>
                  </a:moveTo>
                  <a:cubicBezTo>
                    <a:pt x="0" y="113"/>
                    <a:pt x="56" y="1"/>
                    <a:pt x="169" y="57"/>
                  </a:cubicBezTo>
                  <a:cubicBezTo>
                    <a:pt x="225" y="57"/>
                    <a:pt x="337" y="113"/>
                    <a:pt x="337" y="225"/>
                  </a:cubicBezTo>
                  <a:cubicBezTo>
                    <a:pt x="337" y="281"/>
                    <a:pt x="225" y="394"/>
                    <a:pt x="169" y="394"/>
                  </a:cubicBezTo>
                  <a:cubicBezTo>
                    <a:pt x="56" y="394"/>
                    <a:pt x="0" y="281"/>
                    <a:pt x="0" y="225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5" name="Google Shape;13255;p31"/>
            <p:cNvSpPr/>
            <p:nvPr/>
          </p:nvSpPr>
          <p:spPr>
            <a:xfrm rot="-781044">
              <a:off x="2485436" y="1463120"/>
              <a:ext cx="383362" cy="287535"/>
            </a:xfrm>
            <a:custGeom>
              <a:avLst/>
              <a:gdLst/>
              <a:ahLst/>
              <a:cxnLst/>
              <a:rect l="l" t="t" r="r" b="b"/>
              <a:pathLst>
                <a:path w="3820" h="2865" extrusionOk="0">
                  <a:moveTo>
                    <a:pt x="0" y="0"/>
                  </a:moveTo>
                  <a:lnTo>
                    <a:pt x="2135" y="2022"/>
                  </a:lnTo>
                  <a:lnTo>
                    <a:pt x="3763" y="2864"/>
                  </a:lnTo>
                  <a:lnTo>
                    <a:pt x="3819" y="2640"/>
                  </a:lnTo>
                  <a:lnTo>
                    <a:pt x="2415" y="1741"/>
                  </a:lnTo>
                  <a:lnTo>
                    <a:pt x="2303" y="1629"/>
                  </a:lnTo>
                  <a:lnTo>
                    <a:pt x="2303" y="1629"/>
                  </a:lnTo>
                  <a:lnTo>
                    <a:pt x="955" y="16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6" name="Google Shape;13256;p31"/>
            <p:cNvSpPr/>
            <p:nvPr/>
          </p:nvSpPr>
          <p:spPr>
            <a:xfrm rot="-781044">
              <a:off x="2504051" y="1478498"/>
              <a:ext cx="360882" cy="270675"/>
            </a:xfrm>
            <a:custGeom>
              <a:avLst/>
              <a:gdLst/>
              <a:ahLst/>
              <a:cxnLst/>
              <a:rect l="l" t="t" r="r" b="b"/>
              <a:pathLst>
                <a:path w="3596" h="2697" extrusionOk="0">
                  <a:moveTo>
                    <a:pt x="1" y="0"/>
                  </a:moveTo>
                  <a:lnTo>
                    <a:pt x="1967" y="1854"/>
                  </a:lnTo>
                  <a:lnTo>
                    <a:pt x="3595" y="2696"/>
                  </a:lnTo>
                  <a:lnTo>
                    <a:pt x="3595" y="2640"/>
                  </a:lnTo>
                  <a:lnTo>
                    <a:pt x="2191" y="1742"/>
                  </a:lnTo>
                  <a:lnTo>
                    <a:pt x="2079" y="1573"/>
                  </a:lnTo>
                  <a:lnTo>
                    <a:pt x="2079" y="1573"/>
                  </a:lnTo>
                  <a:lnTo>
                    <a:pt x="731" y="11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7" name="Google Shape;13257;p31"/>
            <p:cNvSpPr/>
            <p:nvPr/>
          </p:nvSpPr>
          <p:spPr>
            <a:xfrm rot="-1579503">
              <a:off x="1556192" y="888026"/>
              <a:ext cx="574950" cy="586304"/>
            </a:xfrm>
            <a:custGeom>
              <a:avLst/>
              <a:gdLst/>
              <a:ahLst/>
              <a:cxnLst/>
              <a:rect l="l" t="t" r="r" b="b"/>
              <a:pathLst>
                <a:path w="5729" h="5842" extrusionOk="0">
                  <a:moveTo>
                    <a:pt x="3819" y="5841"/>
                  </a:moveTo>
                  <a:lnTo>
                    <a:pt x="5729" y="4100"/>
                  </a:lnTo>
                  <a:lnTo>
                    <a:pt x="1910" y="0"/>
                  </a:lnTo>
                  <a:lnTo>
                    <a:pt x="0" y="168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8" name="Google Shape;13258;p31"/>
            <p:cNvSpPr/>
            <p:nvPr/>
          </p:nvSpPr>
          <p:spPr>
            <a:xfrm rot="-1579503">
              <a:off x="1576678" y="883235"/>
              <a:ext cx="546750" cy="558102"/>
            </a:xfrm>
            <a:custGeom>
              <a:avLst/>
              <a:gdLst/>
              <a:ahLst/>
              <a:cxnLst/>
              <a:rect l="l" t="t" r="r" b="b"/>
              <a:pathLst>
                <a:path w="5448" h="5561" extrusionOk="0">
                  <a:moveTo>
                    <a:pt x="5448" y="4100"/>
                  </a:moveTo>
                  <a:lnTo>
                    <a:pt x="1629" y="0"/>
                  </a:lnTo>
                  <a:lnTo>
                    <a:pt x="0" y="1404"/>
                  </a:lnTo>
                  <a:lnTo>
                    <a:pt x="3819" y="55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59" name="Google Shape;13259;p31"/>
            <p:cNvSpPr/>
            <p:nvPr/>
          </p:nvSpPr>
          <p:spPr>
            <a:xfrm rot="-1579503">
              <a:off x="1609442" y="927206"/>
              <a:ext cx="496169" cy="513041"/>
            </a:xfrm>
            <a:custGeom>
              <a:avLst/>
              <a:gdLst/>
              <a:ahLst/>
              <a:cxnLst/>
              <a:rect l="l" t="t" r="r" b="b"/>
              <a:pathLst>
                <a:path w="4944" h="5112" extrusionOk="0">
                  <a:moveTo>
                    <a:pt x="1" y="1180"/>
                  </a:moveTo>
                  <a:lnTo>
                    <a:pt x="3595" y="5112"/>
                  </a:lnTo>
                  <a:lnTo>
                    <a:pt x="4943" y="3876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0" name="Google Shape;13260;p31"/>
            <p:cNvSpPr/>
            <p:nvPr/>
          </p:nvSpPr>
          <p:spPr>
            <a:xfrm rot="-781044">
              <a:off x="2414004" y="1421646"/>
              <a:ext cx="152241" cy="146728"/>
            </a:xfrm>
            <a:custGeom>
              <a:avLst/>
              <a:gdLst/>
              <a:ahLst/>
              <a:cxnLst/>
              <a:rect l="l" t="t" r="r" b="b"/>
              <a:pathLst>
                <a:path w="1517" h="1462" extrusionOk="0">
                  <a:moveTo>
                    <a:pt x="0" y="731"/>
                  </a:moveTo>
                  <a:cubicBezTo>
                    <a:pt x="0" y="338"/>
                    <a:pt x="393" y="1"/>
                    <a:pt x="787" y="1"/>
                  </a:cubicBezTo>
                  <a:cubicBezTo>
                    <a:pt x="1180" y="1"/>
                    <a:pt x="1517" y="338"/>
                    <a:pt x="1517" y="731"/>
                  </a:cubicBezTo>
                  <a:cubicBezTo>
                    <a:pt x="1517" y="1124"/>
                    <a:pt x="1180" y="1461"/>
                    <a:pt x="787" y="1461"/>
                  </a:cubicBezTo>
                  <a:cubicBezTo>
                    <a:pt x="337" y="1461"/>
                    <a:pt x="0" y="1124"/>
                    <a:pt x="0" y="73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1" name="Google Shape;13261;p31"/>
            <p:cNvSpPr/>
            <p:nvPr/>
          </p:nvSpPr>
          <p:spPr>
            <a:xfrm rot="-781044">
              <a:off x="2443615" y="1456589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6"/>
                    <a:pt x="169" y="1"/>
                    <a:pt x="449" y="57"/>
                  </a:cubicBezTo>
                  <a:cubicBezTo>
                    <a:pt x="674" y="57"/>
                    <a:pt x="843" y="226"/>
                    <a:pt x="843" y="506"/>
                  </a:cubicBezTo>
                  <a:cubicBezTo>
                    <a:pt x="843" y="731"/>
                    <a:pt x="674" y="899"/>
                    <a:pt x="449" y="899"/>
                  </a:cubicBezTo>
                  <a:cubicBezTo>
                    <a:pt x="169" y="899"/>
                    <a:pt x="0" y="731"/>
                    <a:pt x="0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2" name="Google Shape;13262;p31"/>
            <p:cNvSpPr/>
            <p:nvPr/>
          </p:nvSpPr>
          <p:spPr>
            <a:xfrm rot="-781044">
              <a:off x="2544463" y="1317586"/>
              <a:ext cx="84701" cy="90325"/>
            </a:xfrm>
            <a:custGeom>
              <a:avLst/>
              <a:gdLst/>
              <a:ahLst/>
              <a:cxnLst/>
              <a:rect l="l" t="t" r="r" b="b"/>
              <a:pathLst>
                <a:path w="844" h="900" extrusionOk="0">
                  <a:moveTo>
                    <a:pt x="1" y="450"/>
                  </a:moveTo>
                  <a:cubicBezTo>
                    <a:pt x="1" y="169"/>
                    <a:pt x="169" y="1"/>
                    <a:pt x="450" y="1"/>
                  </a:cubicBezTo>
                  <a:cubicBezTo>
                    <a:pt x="675" y="1"/>
                    <a:pt x="843" y="225"/>
                    <a:pt x="843" y="450"/>
                  </a:cubicBezTo>
                  <a:cubicBezTo>
                    <a:pt x="843" y="675"/>
                    <a:pt x="675" y="899"/>
                    <a:pt x="394" y="843"/>
                  </a:cubicBezTo>
                  <a:cubicBezTo>
                    <a:pt x="169" y="843"/>
                    <a:pt x="1" y="675"/>
                    <a:pt x="1" y="45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3" name="Google Shape;13263;p31"/>
            <p:cNvSpPr/>
            <p:nvPr/>
          </p:nvSpPr>
          <p:spPr>
            <a:xfrm rot="-781044">
              <a:off x="2547423" y="1304726"/>
              <a:ext cx="90220" cy="90225"/>
            </a:xfrm>
            <a:custGeom>
              <a:avLst/>
              <a:gdLst/>
              <a:ahLst/>
              <a:cxnLst/>
              <a:rect l="l" t="t" r="r" b="b"/>
              <a:pathLst>
                <a:path w="899" h="899" extrusionOk="0">
                  <a:moveTo>
                    <a:pt x="0" y="450"/>
                  </a:moveTo>
                  <a:cubicBezTo>
                    <a:pt x="0" y="225"/>
                    <a:pt x="225" y="0"/>
                    <a:pt x="449" y="0"/>
                  </a:cubicBezTo>
                  <a:cubicBezTo>
                    <a:pt x="674" y="56"/>
                    <a:pt x="899" y="225"/>
                    <a:pt x="899" y="450"/>
                  </a:cubicBezTo>
                  <a:cubicBezTo>
                    <a:pt x="843" y="730"/>
                    <a:pt x="674" y="899"/>
                    <a:pt x="449" y="899"/>
                  </a:cubicBezTo>
                  <a:cubicBezTo>
                    <a:pt x="169" y="899"/>
                    <a:pt x="0" y="674"/>
                    <a:pt x="0" y="45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4" name="Google Shape;13264;p31"/>
            <p:cNvSpPr/>
            <p:nvPr/>
          </p:nvSpPr>
          <p:spPr>
            <a:xfrm rot="-1579503">
              <a:off x="1707198" y="1011361"/>
              <a:ext cx="293246" cy="304392"/>
            </a:xfrm>
            <a:custGeom>
              <a:avLst/>
              <a:gdLst/>
              <a:ahLst/>
              <a:cxnLst/>
              <a:rect l="l" t="t" r="r" b="b"/>
              <a:pathLst>
                <a:path w="2922" h="3033" extrusionOk="0">
                  <a:moveTo>
                    <a:pt x="2921" y="2696"/>
                  </a:moveTo>
                  <a:lnTo>
                    <a:pt x="394" y="0"/>
                  </a:lnTo>
                  <a:lnTo>
                    <a:pt x="1" y="337"/>
                  </a:lnTo>
                  <a:lnTo>
                    <a:pt x="2528" y="30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5" name="Google Shape;13265;p31"/>
            <p:cNvSpPr/>
            <p:nvPr/>
          </p:nvSpPr>
          <p:spPr>
            <a:xfrm rot="-1579503">
              <a:off x="1705452" y="1050408"/>
              <a:ext cx="253805" cy="253811"/>
            </a:xfrm>
            <a:custGeom>
              <a:avLst/>
              <a:gdLst/>
              <a:ahLst/>
              <a:cxnLst/>
              <a:rect l="l" t="t" r="r" b="b"/>
              <a:pathLst>
                <a:path w="2529" h="2529" extrusionOk="0">
                  <a:moveTo>
                    <a:pt x="2472" y="2191"/>
                  </a:moveTo>
                  <a:lnTo>
                    <a:pt x="450" y="1"/>
                  </a:lnTo>
                  <a:cubicBezTo>
                    <a:pt x="338" y="113"/>
                    <a:pt x="169" y="169"/>
                    <a:pt x="1" y="282"/>
                  </a:cubicBezTo>
                  <a:lnTo>
                    <a:pt x="2135" y="2528"/>
                  </a:lnTo>
                  <a:cubicBezTo>
                    <a:pt x="2191" y="2360"/>
                    <a:pt x="2360" y="2247"/>
                    <a:pt x="2528" y="2191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6" name="Google Shape;13266;p31"/>
            <p:cNvSpPr/>
            <p:nvPr/>
          </p:nvSpPr>
          <p:spPr>
            <a:xfrm rot="-781044">
              <a:off x="2414637" y="1421574"/>
              <a:ext cx="152241" cy="152349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0" y="731"/>
                  </a:moveTo>
                  <a:cubicBezTo>
                    <a:pt x="0" y="563"/>
                    <a:pt x="56" y="394"/>
                    <a:pt x="169" y="282"/>
                  </a:cubicBezTo>
                  <a:cubicBezTo>
                    <a:pt x="337" y="113"/>
                    <a:pt x="506" y="1"/>
                    <a:pt x="730" y="57"/>
                  </a:cubicBezTo>
                  <a:cubicBezTo>
                    <a:pt x="1180" y="57"/>
                    <a:pt x="1517" y="394"/>
                    <a:pt x="1517" y="787"/>
                  </a:cubicBezTo>
                  <a:cubicBezTo>
                    <a:pt x="1517" y="956"/>
                    <a:pt x="1461" y="1124"/>
                    <a:pt x="1348" y="1236"/>
                  </a:cubicBezTo>
                  <a:cubicBezTo>
                    <a:pt x="1180" y="1405"/>
                    <a:pt x="1011" y="1517"/>
                    <a:pt x="787" y="1517"/>
                  </a:cubicBezTo>
                  <a:cubicBezTo>
                    <a:pt x="337" y="1517"/>
                    <a:pt x="0" y="1180"/>
                    <a:pt x="0" y="7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7" name="Google Shape;13267;p31"/>
            <p:cNvSpPr/>
            <p:nvPr/>
          </p:nvSpPr>
          <p:spPr>
            <a:xfrm rot="-781044">
              <a:off x="2447825" y="1449847"/>
              <a:ext cx="84601" cy="90325"/>
            </a:xfrm>
            <a:custGeom>
              <a:avLst/>
              <a:gdLst/>
              <a:ahLst/>
              <a:cxnLst/>
              <a:rect l="l" t="t" r="r" b="b"/>
              <a:pathLst>
                <a:path w="843" h="900" extrusionOk="0">
                  <a:moveTo>
                    <a:pt x="0" y="450"/>
                  </a:moveTo>
                  <a:cubicBezTo>
                    <a:pt x="0" y="225"/>
                    <a:pt x="225" y="1"/>
                    <a:pt x="450" y="1"/>
                  </a:cubicBezTo>
                  <a:cubicBezTo>
                    <a:pt x="674" y="1"/>
                    <a:pt x="843" y="225"/>
                    <a:pt x="843" y="450"/>
                  </a:cubicBezTo>
                  <a:cubicBezTo>
                    <a:pt x="843" y="675"/>
                    <a:pt x="674" y="899"/>
                    <a:pt x="393" y="899"/>
                  </a:cubicBezTo>
                  <a:cubicBezTo>
                    <a:pt x="169" y="899"/>
                    <a:pt x="0" y="675"/>
                    <a:pt x="0" y="45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8" name="Google Shape;13268;p31"/>
            <p:cNvSpPr/>
            <p:nvPr/>
          </p:nvSpPr>
          <p:spPr>
            <a:xfrm rot="-781044">
              <a:off x="2569903" y="1327207"/>
              <a:ext cx="45261" cy="45263"/>
            </a:xfrm>
            <a:custGeom>
              <a:avLst/>
              <a:gdLst/>
              <a:ahLst/>
              <a:cxnLst/>
              <a:rect l="l" t="t" r="r" b="b"/>
              <a:pathLst>
                <a:path w="451" h="451" extrusionOk="0">
                  <a:moveTo>
                    <a:pt x="1" y="226"/>
                  </a:moveTo>
                  <a:cubicBezTo>
                    <a:pt x="1" y="57"/>
                    <a:pt x="113" y="1"/>
                    <a:pt x="225" y="1"/>
                  </a:cubicBezTo>
                  <a:cubicBezTo>
                    <a:pt x="338" y="1"/>
                    <a:pt x="450" y="57"/>
                    <a:pt x="450" y="226"/>
                  </a:cubicBezTo>
                  <a:cubicBezTo>
                    <a:pt x="450" y="338"/>
                    <a:pt x="338" y="450"/>
                    <a:pt x="225" y="450"/>
                  </a:cubicBezTo>
                  <a:cubicBezTo>
                    <a:pt x="57" y="450"/>
                    <a:pt x="1" y="338"/>
                    <a:pt x="1" y="22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69" name="Google Shape;13269;p31"/>
            <p:cNvSpPr/>
            <p:nvPr/>
          </p:nvSpPr>
          <p:spPr>
            <a:xfrm rot="-781044">
              <a:off x="2809184" y="1417774"/>
              <a:ext cx="33920" cy="33822"/>
            </a:xfrm>
            <a:custGeom>
              <a:avLst/>
              <a:gdLst/>
              <a:ahLst/>
              <a:cxnLst/>
              <a:rect l="l" t="t" r="r" b="b"/>
              <a:pathLst>
                <a:path w="338" h="337" extrusionOk="0">
                  <a:moveTo>
                    <a:pt x="1" y="169"/>
                  </a:moveTo>
                  <a:cubicBezTo>
                    <a:pt x="57" y="56"/>
                    <a:pt x="113" y="0"/>
                    <a:pt x="169" y="0"/>
                  </a:cubicBezTo>
                  <a:cubicBezTo>
                    <a:pt x="282" y="0"/>
                    <a:pt x="338" y="56"/>
                    <a:pt x="338" y="169"/>
                  </a:cubicBezTo>
                  <a:cubicBezTo>
                    <a:pt x="338" y="281"/>
                    <a:pt x="226" y="337"/>
                    <a:pt x="169" y="337"/>
                  </a:cubicBezTo>
                  <a:cubicBezTo>
                    <a:pt x="57" y="337"/>
                    <a:pt x="1" y="281"/>
                    <a:pt x="1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0" name="Google Shape;13270;p31"/>
            <p:cNvSpPr/>
            <p:nvPr/>
          </p:nvSpPr>
          <p:spPr>
            <a:xfrm rot="-781044">
              <a:off x="2674087" y="1609177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281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69" y="618"/>
                    <a:pt x="1" y="506"/>
                    <a:pt x="1" y="28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1" name="Google Shape;13271;p31"/>
            <p:cNvSpPr/>
            <p:nvPr/>
          </p:nvSpPr>
          <p:spPr>
            <a:xfrm rot="-781044">
              <a:off x="2678297" y="1602436"/>
              <a:ext cx="67741" cy="62124"/>
            </a:xfrm>
            <a:custGeom>
              <a:avLst/>
              <a:gdLst/>
              <a:ahLst/>
              <a:cxnLst/>
              <a:rect l="l" t="t" r="r" b="b"/>
              <a:pathLst>
                <a:path w="675" h="619" extrusionOk="0">
                  <a:moveTo>
                    <a:pt x="1" y="337"/>
                  </a:moveTo>
                  <a:cubicBezTo>
                    <a:pt x="1" y="113"/>
                    <a:pt x="169" y="0"/>
                    <a:pt x="338" y="0"/>
                  </a:cubicBezTo>
                  <a:cubicBezTo>
                    <a:pt x="506" y="0"/>
                    <a:pt x="675" y="113"/>
                    <a:pt x="675" y="337"/>
                  </a:cubicBezTo>
                  <a:cubicBezTo>
                    <a:pt x="675" y="506"/>
                    <a:pt x="506" y="618"/>
                    <a:pt x="338" y="618"/>
                  </a:cubicBezTo>
                  <a:cubicBezTo>
                    <a:pt x="113" y="618"/>
                    <a:pt x="1" y="506"/>
                    <a:pt x="1" y="33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2" name="Google Shape;13272;p31"/>
            <p:cNvSpPr/>
            <p:nvPr/>
          </p:nvSpPr>
          <p:spPr>
            <a:xfrm rot="-781044">
              <a:off x="2695245" y="1613666"/>
              <a:ext cx="33920" cy="39542"/>
            </a:xfrm>
            <a:custGeom>
              <a:avLst/>
              <a:gdLst/>
              <a:ahLst/>
              <a:cxnLst/>
              <a:rect l="l" t="t" r="r" b="b"/>
              <a:pathLst>
                <a:path w="338" h="394" extrusionOk="0">
                  <a:moveTo>
                    <a:pt x="0" y="225"/>
                  </a:moveTo>
                  <a:cubicBezTo>
                    <a:pt x="0" y="113"/>
                    <a:pt x="56" y="1"/>
                    <a:pt x="169" y="57"/>
                  </a:cubicBezTo>
                  <a:cubicBezTo>
                    <a:pt x="225" y="57"/>
                    <a:pt x="337" y="113"/>
                    <a:pt x="337" y="225"/>
                  </a:cubicBezTo>
                  <a:cubicBezTo>
                    <a:pt x="337" y="281"/>
                    <a:pt x="225" y="394"/>
                    <a:pt x="169" y="394"/>
                  </a:cubicBezTo>
                  <a:cubicBezTo>
                    <a:pt x="56" y="394"/>
                    <a:pt x="0" y="281"/>
                    <a:pt x="0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3" name="Google Shape;13273;p31"/>
            <p:cNvSpPr/>
            <p:nvPr/>
          </p:nvSpPr>
          <p:spPr>
            <a:xfrm rot="-1579488">
              <a:off x="1706737" y="1125724"/>
              <a:ext cx="256245" cy="260229"/>
            </a:xfrm>
            <a:custGeom>
              <a:avLst/>
              <a:gdLst/>
              <a:ahLst/>
              <a:cxnLst/>
              <a:rect l="l" t="t" r="r" b="b"/>
              <a:pathLst>
                <a:path w="2529" h="2529" extrusionOk="0">
                  <a:moveTo>
                    <a:pt x="2472" y="2191"/>
                  </a:moveTo>
                  <a:lnTo>
                    <a:pt x="450" y="1"/>
                  </a:lnTo>
                  <a:cubicBezTo>
                    <a:pt x="338" y="113"/>
                    <a:pt x="169" y="169"/>
                    <a:pt x="1" y="282"/>
                  </a:cubicBezTo>
                  <a:lnTo>
                    <a:pt x="2135" y="2528"/>
                  </a:lnTo>
                  <a:cubicBezTo>
                    <a:pt x="2191" y="2360"/>
                    <a:pt x="2360" y="2247"/>
                    <a:pt x="2528" y="219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4" name="Google Shape;13274;p31"/>
            <p:cNvSpPr/>
            <p:nvPr/>
          </p:nvSpPr>
          <p:spPr>
            <a:xfrm>
              <a:off x="272875" y="67643"/>
              <a:ext cx="721570" cy="1381054"/>
            </a:xfrm>
            <a:custGeom>
              <a:avLst/>
              <a:gdLst/>
              <a:ahLst/>
              <a:cxnLst/>
              <a:rect l="l" t="t" r="r" b="b"/>
              <a:pathLst>
                <a:path w="7190" h="13761" extrusionOk="0">
                  <a:moveTo>
                    <a:pt x="0" y="13760"/>
                  </a:moveTo>
                  <a:lnTo>
                    <a:pt x="7189" y="13760"/>
                  </a:lnTo>
                  <a:lnTo>
                    <a:pt x="7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5" name="Google Shape;13275;p31"/>
            <p:cNvSpPr/>
            <p:nvPr/>
          </p:nvSpPr>
          <p:spPr>
            <a:xfrm>
              <a:off x="357378" y="67643"/>
              <a:ext cx="637069" cy="1313411"/>
            </a:xfrm>
            <a:custGeom>
              <a:avLst/>
              <a:gdLst/>
              <a:ahLst/>
              <a:cxnLst/>
              <a:rect l="l" t="t" r="r" b="b"/>
              <a:pathLst>
                <a:path w="6348" h="13087" extrusionOk="0">
                  <a:moveTo>
                    <a:pt x="6347" y="13086"/>
                  </a:moveTo>
                  <a:lnTo>
                    <a:pt x="6347" y="0"/>
                  </a:lnTo>
                  <a:lnTo>
                    <a:pt x="1" y="0"/>
                  </a:lnTo>
                  <a:lnTo>
                    <a:pt x="1" y="13086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6" name="Google Shape;13276;p31"/>
            <p:cNvSpPr/>
            <p:nvPr/>
          </p:nvSpPr>
          <p:spPr>
            <a:xfrm>
              <a:off x="357378" y="67643"/>
              <a:ext cx="563808" cy="1313411"/>
            </a:xfrm>
            <a:custGeom>
              <a:avLst/>
              <a:gdLst/>
              <a:ahLst/>
              <a:cxnLst/>
              <a:rect l="l" t="t" r="r" b="b"/>
              <a:pathLst>
                <a:path w="5618" h="13087" extrusionOk="0">
                  <a:moveTo>
                    <a:pt x="5617" y="0"/>
                  </a:moveTo>
                  <a:lnTo>
                    <a:pt x="1" y="0"/>
                  </a:lnTo>
                  <a:lnTo>
                    <a:pt x="1" y="13086"/>
                  </a:lnTo>
                  <a:lnTo>
                    <a:pt x="5617" y="13086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7" name="Google Shape;13277;p31"/>
            <p:cNvSpPr/>
            <p:nvPr/>
          </p:nvSpPr>
          <p:spPr>
            <a:xfrm rot="1029073">
              <a:off x="787340" y="877336"/>
              <a:ext cx="794835" cy="744172"/>
            </a:xfrm>
            <a:custGeom>
              <a:avLst/>
              <a:gdLst/>
              <a:ahLst/>
              <a:cxnLst/>
              <a:rect l="l" t="t" r="r" b="b"/>
              <a:pathLst>
                <a:path w="7920" h="7415" extrusionOk="0">
                  <a:moveTo>
                    <a:pt x="7920" y="2585"/>
                  </a:moveTo>
                  <a:lnTo>
                    <a:pt x="5842" y="1"/>
                  </a:lnTo>
                  <a:lnTo>
                    <a:pt x="0" y="4831"/>
                  </a:lnTo>
                  <a:lnTo>
                    <a:pt x="2079" y="7415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8" name="Google Shape;13278;p31"/>
            <p:cNvSpPr/>
            <p:nvPr/>
          </p:nvSpPr>
          <p:spPr>
            <a:xfrm rot="1029073">
              <a:off x="808380" y="924823"/>
              <a:ext cx="761014" cy="699010"/>
            </a:xfrm>
            <a:custGeom>
              <a:avLst/>
              <a:gdLst/>
              <a:ahLst/>
              <a:cxnLst/>
              <a:rect l="l" t="t" r="r" b="b"/>
              <a:pathLst>
                <a:path w="7583" h="6965" extrusionOk="0">
                  <a:moveTo>
                    <a:pt x="0" y="4774"/>
                  </a:moveTo>
                  <a:lnTo>
                    <a:pt x="1798" y="6965"/>
                  </a:lnTo>
                  <a:lnTo>
                    <a:pt x="7582" y="2191"/>
                  </a:lnTo>
                  <a:lnTo>
                    <a:pt x="5785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79" name="Google Shape;13279;p31"/>
            <p:cNvSpPr/>
            <p:nvPr/>
          </p:nvSpPr>
          <p:spPr>
            <a:xfrm rot="1029073">
              <a:off x="820317" y="922371"/>
              <a:ext cx="727194" cy="659568"/>
            </a:xfrm>
            <a:custGeom>
              <a:avLst/>
              <a:gdLst/>
              <a:ahLst/>
              <a:cxnLst/>
              <a:rect l="l" t="t" r="r" b="b"/>
              <a:pathLst>
                <a:path w="7246" h="6572" extrusionOk="0">
                  <a:moveTo>
                    <a:pt x="7246" y="1854"/>
                  </a:moveTo>
                  <a:lnTo>
                    <a:pt x="5729" y="0"/>
                  </a:lnTo>
                  <a:lnTo>
                    <a:pt x="0" y="4774"/>
                  </a:lnTo>
                  <a:lnTo>
                    <a:pt x="1461" y="6572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0" name="Google Shape;13280;p31"/>
            <p:cNvSpPr/>
            <p:nvPr/>
          </p:nvSpPr>
          <p:spPr>
            <a:xfrm>
              <a:off x="255914" y="1031502"/>
              <a:ext cx="755391" cy="761030"/>
            </a:xfrm>
            <a:custGeom>
              <a:avLst/>
              <a:gdLst/>
              <a:ahLst/>
              <a:cxnLst/>
              <a:rect l="l" t="t" r="r" b="b"/>
              <a:pathLst>
                <a:path w="7527" h="7583" extrusionOk="0">
                  <a:moveTo>
                    <a:pt x="3820" y="0"/>
                  </a:moveTo>
                  <a:cubicBezTo>
                    <a:pt x="1742" y="0"/>
                    <a:pt x="57" y="1685"/>
                    <a:pt x="57" y="3763"/>
                  </a:cubicBezTo>
                  <a:cubicBezTo>
                    <a:pt x="1" y="5841"/>
                    <a:pt x="1686" y="7526"/>
                    <a:pt x="3820" y="7582"/>
                  </a:cubicBezTo>
                  <a:cubicBezTo>
                    <a:pt x="5842" y="7582"/>
                    <a:pt x="7527" y="5897"/>
                    <a:pt x="7527" y="3819"/>
                  </a:cubicBezTo>
                  <a:cubicBezTo>
                    <a:pt x="7527" y="1741"/>
                    <a:pt x="5842" y="56"/>
                    <a:pt x="3820" y="56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1" name="Google Shape;13281;p31"/>
            <p:cNvSpPr/>
            <p:nvPr/>
          </p:nvSpPr>
          <p:spPr>
            <a:xfrm>
              <a:off x="255914" y="1082184"/>
              <a:ext cx="727190" cy="710348"/>
            </a:xfrm>
            <a:custGeom>
              <a:avLst/>
              <a:gdLst/>
              <a:ahLst/>
              <a:cxnLst/>
              <a:rect l="l" t="t" r="r" b="b"/>
              <a:pathLst>
                <a:path w="7246" h="7078" extrusionOk="0">
                  <a:moveTo>
                    <a:pt x="506" y="1461"/>
                  </a:moveTo>
                  <a:cubicBezTo>
                    <a:pt x="225" y="1966"/>
                    <a:pt x="57" y="2640"/>
                    <a:pt x="57" y="3258"/>
                  </a:cubicBezTo>
                  <a:cubicBezTo>
                    <a:pt x="1" y="5336"/>
                    <a:pt x="1686" y="7021"/>
                    <a:pt x="3820" y="7077"/>
                  </a:cubicBezTo>
                  <a:cubicBezTo>
                    <a:pt x="4943" y="7077"/>
                    <a:pt x="6066" y="6516"/>
                    <a:pt x="6740" y="5617"/>
                  </a:cubicBezTo>
                  <a:cubicBezTo>
                    <a:pt x="7077" y="5055"/>
                    <a:pt x="7246" y="4438"/>
                    <a:pt x="7246" y="3764"/>
                  </a:cubicBezTo>
                  <a:cubicBezTo>
                    <a:pt x="7246" y="1686"/>
                    <a:pt x="5561" y="1"/>
                    <a:pt x="3483" y="1"/>
                  </a:cubicBezTo>
                  <a:cubicBezTo>
                    <a:pt x="2303" y="1"/>
                    <a:pt x="1236" y="506"/>
                    <a:pt x="506" y="146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2" name="Google Shape;13282;p31"/>
            <p:cNvSpPr/>
            <p:nvPr/>
          </p:nvSpPr>
          <p:spPr>
            <a:xfrm>
              <a:off x="379959" y="1228710"/>
              <a:ext cx="439767" cy="434157"/>
            </a:xfrm>
            <a:custGeom>
              <a:avLst/>
              <a:gdLst/>
              <a:ahLst/>
              <a:cxnLst/>
              <a:rect l="l" t="t" r="r" b="b"/>
              <a:pathLst>
                <a:path w="4382" h="4326" extrusionOk="0">
                  <a:moveTo>
                    <a:pt x="2191" y="1"/>
                  </a:moveTo>
                  <a:cubicBezTo>
                    <a:pt x="955" y="1"/>
                    <a:pt x="0" y="956"/>
                    <a:pt x="0" y="2135"/>
                  </a:cubicBezTo>
                  <a:cubicBezTo>
                    <a:pt x="0" y="3371"/>
                    <a:pt x="1011" y="4326"/>
                    <a:pt x="2191" y="4326"/>
                  </a:cubicBezTo>
                  <a:cubicBezTo>
                    <a:pt x="3370" y="4326"/>
                    <a:pt x="4381" y="3315"/>
                    <a:pt x="4381" y="2135"/>
                  </a:cubicBezTo>
                  <a:cubicBezTo>
                    <a:pt x="4381" y="956"/>
                    <a:pt x="3370" y="1"/>
                    <a:pt x="2191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3" name="Google Shape;13283;p31"/>
            <p:cNvSpPr/>
            <p:nvPr/>
          </p:nvSpPr>
          <p:spPr>
            <a:xfrm>
              <a:off x="419400" y="1189268"/>
              <a:ext cx="434147" cy="439778"/>
            </a:xfrm>
            <a:custGeom>
              <a:avLst/>
              <a:gdLst/>
              <a:ahLst/>
              <a:cxnLst/>
              <a:rect l="l" t="t" r="r" b="b"/>
              <a:pathLst>
                <a:path w="4326" h="4382" extrusionOk="0">
                  <a:moveTo>
                    <a:pt x="2191" y="1"/>
                  </a:moveTo>
                  <a:cubicBezTo>
                    <a:pt x="955" y="1"/>
                    <a:pt x="0" y="1012"/>
                    <a:pt x="0" y="2191"/>
                  </a:cubicBezTo>
                  <a:cubicBezTo>
                    <a:pt x="0" y="3371"/>
                    <a:pt x="955" y="4382"/>
                    <a:pt x="2191" y="4382"/>
                  </a:cubicBezTo>
                  <a:cubicBezTo>
                    <a:pt x="3370" y="4382"/>
                    <a:pt x="4325" y="3371"/>
                    <a:pt x="4325" y="2191"/>
                  </a:cubicBezTo>
                  <a:cubicBezTo>
                    <a:pt x="4325" y="1012"/>
                    <a:pt x="3370" y="1"/>
                    <a:pt x="2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4" name="Google Shape;13284;p31"/>
            <p:cNvSpPr/>
            <p:nvPr/>
          </p:nvSpPr>
          <p:spPr>
            <a:xfrm>
              <a:off x="419400" y="1234430"/>
              <a:ext cx="394606" cy="394616"/>
            </a:xfrm>
            <a:custGeom>
              <a:avLst/>
              <a:gdLst/>
              <a:ahLst/>
              <a:cxnLst/>
              <a:rect l="l" t="t" r="r" b="b"/>
              <a:pathLst>
                <a:path w="3932" h="3932" extrusionOk="0">
                  <a:moveTo>
                    <a:pt x="450" y="449"/>
                  </a:moveTo>
                  <a:cubicBezTo>
                    <a:pt x="169" y="786"/>
                    <a:pt x="0" y="1292"/>
                    <a:pt x="0" y="1741"/>
                  </a:cubicBezTo>
                  <a:cubicBezTo>
                    <a:pt x="0" y="2921"/>
                    <a:pt x="955" y="3932"/>
                    <a:pt x="2191" y="3932"/>
                  </a:cubicBezTo>
                  <a:cubicBezTo>
                    <a:pt x="2640" y="3932"/>
                    <a:pt x="3089" y="3763"/>
                    <a:pt x="3483" y="3482"/>
                  </a:cubicBezTo>
                  <a:cubicBezTo>
                    <a:pt x="3763" y="3089"/>
                    <a:pt x="3932" y="2640"/>
                    <a:pt x="3876" y="2191"/>
                  </a:cubicBezTo>
                  <a:cubicBezTo>
                    <a:pt x="3876" y="955"/>
                    <a:pt x="2921" y="0"/>
                    <a:pt x="1741" y="0"/>
                  </a:cubicBezTo>
                  <a:cubicBezTo>
                    <a:pt x="1236" y="0"/>
                    <a:pt x="787" y="169"/>
                    <a:pt x="394" y="44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5" name="Google Shape;13285;p31"/>
            <p:cNvSpPr/>
            <p:nvPr/>
          </p:nvSpPr>
          <p:spPr>
            <a:xfrm>
              <a:off x="441981" y="1234430"/>
              <a:ext cx="372025" cy="360794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3426" y="3258"/>
                  </a:moveTo>
                  <a:cubicBezTo>
                    <a:pt x="3595" y="2921"/>
                    <a:pt x="3707" y="2527"/>
                    <a:pt x="3651" y="2191"/>
                  </a:cubicBezTo>
                  <a:cubicBezTo>
                    <a:pt x="3651" y="955"/>
                    <a:pt x="2696" y="0"/>
                    <a:pt x="1516" y="0"/>
                  </a:cubicBezTo>
                  <a:cubicBezTo>
                    <a:pt x="1067" y="0"/>
                    <a:pt x="674" y="112"/>
                    <a:pt x="281" y="337"/>
                  </a:cubicBezTo>
                  <a:cubicBezTo>
                    <a:pt x="112" y="674"/>
                    <a:pt x="0" y="1067"/>
                    <a:pt x="0" y="1404"/>
                  </a:cubicBezTo>
                  <a:cubicBezTo>
                    <a:pt x="0" y="2640"/>
                    <a:pt x="1011" y="3595"/>
                    <a:pt x="2190" y="3595"/>
                  </a:cubicBezTo>
                  <a:cubicBezTo>
                    <a:pt x="2640" y="3595"/>
                    <a:pt x="3033" y="3482"/>
                    <a:pt x="3370" y="325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6" name="Google Shape;13286;p31"/>
            <p:cNvSpPr/>
            <p:nvPr/>
          </p:nvSpPr>
          <p:spPr>
            <a:xfrm>
              <a:off x="272875" y="123945"/>
              <a:ext cx="721570" cy="186168"/>
            </a:xfrm>
            <a:custGeom>
              <a:avLst/>
              <a:gdLst/>
              <a:ahLst/>
              <a:cxnLst/>
              <a:rect l="l" t="t" r="r" b="b"/>
              <a:pathLst>
                <a:path w="7190" h="1855" extrusionOk="0">
                  <a:moveTo>
                    <a:pt x="2640" y="1854"/>
                  </a:moveTo>
                  <a:cubicBezTo>
                    <a:pt x="4886" y="1854"/>
                    <a:pt x="6852" y="1068"/>
                    <a:pt x="7189" y="1"/>
                  </a:cubicBezTo>
                  <a:lnTo>
                    <a:pt x="0" y="1"/>
                  </a:lnTo>
                  <a:lnTo>
                    <a:pt x="0" y="1461"/>
                  </a:lnTo>
                  <a:cubicBezTo>
                    <a:pt x="843" y="1686"/>
                    <a:pt x="1741" y="1854"/>
                    <a:pt x="2640" y="1854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7" name="Google Shape;13287;p31"/>
            <p:cNvSpPr/>
            <p:nvPr/>
          </p:nvSpPr>
          <p:spPr>
            <a:xfrm>
              <a:off x="126250" y="67643"/>
              <a:ext cx="1020335" cy="152246"/>
            </a:xfrm>
            <a:custGeom>
              <a:avLst/>
              <a:gdLst/>
              <a:ahLst/>
              <a:cxnLst/>
              <a:rect l="l" t="t" r="r" b="b"/>
              <a:pathLst>
                <a:path w="10167" h="1517" extrusionOk="0">
                  <a:moveTo>
                    <a:pt x="5112" y="1516"/>
                  </a:moveTo>
                  <a:cubicBezTo>
                    <a:pt x="7639" y="1516"/>
                    <a:pt x="9717" y="842"/>
                    <a:pt x="10167" y="0"/>
                  </a:cubicBezTo>
                  <a:lnTo>
                    <a:pt x="1" y="0"/>
                  </a:lnTo>
                  <a:cubicBezTo>
                    <a:pt x="450" y="842"/>
                    <a:pt x="2528" y="1516"/>
                    <a:pt x="5112" y="1516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8" name="Google Shape;13288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89" name="Google Shape;13289;p31"/>
            <p:cNvSpPr/>
            <p:nvPr/>
          </p:nvSpPr>
          <p:spPr>
            <a:xfrm>
              <a:off x="126250" y="0"/>
              <a:ext cx="1025955" cy="67743"/>
            </a:xfrm>
            <a:custGeom>
              <a:avLst/>
              <a:gdLst/>
              <a:ahLst/>
              <a:cxnLst/>
              <a:rect l="l" t="t" r="r" b="b"/>
              <a:pathLst>
                <a:path w="10223" h="675" extrusionOk="0">
                  <a:moveTo>
                    <a:pt x="1" y="0"/>
                  </a:moveTo>
                  <a:lnTo>
                    <a:pt x="10223" y="0"/>
                  </a:lnTo>
                  <a:lnTo>
                    <a:pt x="10223" y="674"/>
                  </a:lnTo>
                  <a:lnTo>
                    <a:pt x="1" y="67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0" name="Google Shape;13290;p31"/>
            <p:cNvSpPr/>
            <p:nvPr/>
          </p:nvSpPr>
          <p:spPr>
            <a:xfrm rot="1029073">
              <a:off x="1334601" y="965584"/>
              <a:ext cx="298866" cy="310113"/>
            </a:xfrm>
            <a:custGeom>
              <a:avLst/>
              <a:gdLst/>
              <a:ahLst/>
              <a:cxnLst/>
              <a:rect l="l" t="t" r="r" b="b"/>
              <a:pathLst>
                <a:path w="2978" h="3090" extrusionOk="0">
                  <a:moveTo>
                    <a:pt x="169" y="562"/>
                  </a:moveTo>
                  <a:cubicBezTo>
                    <a:pt x="57" y="786"/>
                    <a:pt x="1" y="1011"/>
                    <a:pt x="1" y="1292"/>
                  </a:cubicBezTo>
                  <a:cubicBezTo>
                    <a:pt x="1" y="2303"/>
                    <a:pt x="843" y="3089"/>
                    <a:pt x="1854" y="3089"/>
                  </a:cubicBezTo>
                  <a:cubicBezTo>
                    <a:pt x="2079" y="3089"/>
                    <a:pt x="2304" y="3033"/>
                    <a:pt x="2528" y="2921"/>
                  </a:cubicBezTo>
                  <a:lnTo>
                    <a:pt x="2978" y="2584"/>
                  </a:lnTo>
                  <a:lnTo>
                    <a:pt x="843" y="0"/>
                  </a:lnTo>
                  <a:lnTo>
                    <a:pt x="113" y="618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1" name="Google Shape;13291;p31"/>
            <p:cNvSpPr/>
            <p:nvPr/>
          </p:nvSpPr>
          <p:spPr>
            <a:xfrm rot="1029073">
              <a:off x="1446861" y="989828"/>
              <a:ext cx="208644" cy="208649"/>
            </a:xfrm>
            <a:custGeom>
              <a:avLst/>
              <a:gdLst/>
              <a:ahLst/>
              <a:cxnLst/>
              <a:rect l="l" t="t" r="r" b="b"/>
              <a:pathLst>
                <a:path w="2079" h="2079" extrusionOk="0">
                  <a:moveTo>
                    <a:pt x="1012" y="0"/>
                  </a:moveTo>
                  <a:cubicBezTo>
                    <a:pt x="450" y="0"/>
                    <a:pt x="1" y="450"/>
                    <a:pt x="1" y="1011"/>
                  </a:cubicBezTo>
                  <a:cubicBezTo>
                    <a:pt x="1" y="1629"/>
                    <a:pt x="450" y="2078"/>
                    <a:pt x="1012" y="2078"/>
                  </a:cubicBezTo>
                  <a:cubicBezTo>
                    <a:pt x="1630" y="2078"/>
                    <a:pt x="2079" y="1629"/>
                    <a:pt x="2079" y="1011"/>
                  </a:cubicBezTo>
                  <a:cubicBezTo>
                    <a:pt x="2079" y="450"/>
                    <a:pt x="1630" y="0"/>
                    <a:pt x="101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2" name="Google Shape;13292;p31"/>
            <p:cNvSpPr/>
            <p:nvPr/>
          </p:nvSpPr>
          <p:spPr>
            <a:xfrm rot="1029073">
              <a:off x="1389173" y="899738"/>
              <a:ext cx="366407" cy="366516"/>
            </a:xfrm>
            <a:custGeom>
              <a:avLst/>
              <a:gdLst/>
              <a:ahLst/>
              <a:cxnLst/>
              <a:rect l="l" t="t" r="r" b="b"/>
              <a:pathLst>
                <a:path w="3651" h="3652" extrusionOk="0">
                  <a:moveTo>
                    <a:pt x="1853" y="1"/>
                  </a:moveTo>
                  <a:cubicBezTo>
                    <a:pt x="843" y="1"/>
                    <a:pt x="56" y="787"/>
                    <a:pt x="56" y="1798"/>
                  </a:cubicBezTo>
                  <a:cubicBezTo>
                    <a:pt x="0" y="2809"/>
                    <a:pt x="843" y="3651"/>
                    <a:pt x="1853" y="3651"/>
                  </a:cubicBezTo>
                  <a:cubicBezTo>
                    <a:pt x="2864" y="3651"/>
                    <a:pt x="3651" y="2809"/>
                    <a:pt x="3651" y="1798"/>
                  </a:cubicBezTo>
                  <a:cubicBezTo>
                    <a:pt x="3651" y="787"/>
                    <a:pt x="2864" y="1"/>
                    <a:pt x="1853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3" name="Google Shape;13293;p31"/>
            <p:cNvSpPr/>
            <p:nvPr/>
          </p:nvSpPr>
          <p:spPr>
            <a:xfrm rot="1029073">
              <a:off x="1386218" y="919331"/>
              <a:ext cx="349547" cy="343935"/>
            </a:xfrm>
            <a:custGeom>
              <a:avLst/>
              <a:gdLst/>
              <a:ahLst/>
              <a:cxnLst/>
              <a:rect l="l" t="t" r="r" b="b"/>
              <a:pathLst>
                <a:path w="3483" h="3427" extrusionOk="0">
                  <a:moveTo>
                    <a:pt x="281" y="730"/>
                  </a:moveTo>
                  <a:cubicBezTo>
                    <a:pt x="112" y="955"/>
                    <a:pt x="56" y="1292"/>
                    <a:pt x="56" y="1573"/>
                  </a:cubicBezTo>
                  <a:cubicBezTo>
                    <a:pt x="0" y="2584"/>
                    <a:pt x="843" y="3426"/>
                    <a:pt x="1853" y="3426"/>
                  </a:cubicBezTo>
                  <a:cubicBezTo>
                    <a:pt x="2415" y="3370"/>
                    <a:pt x="2921" y="3145"/>
                    <a:pt x="3258" y="2696"/>
                  </a:cubicBezTo>
                  <a:cubicBezTo>
                    <a:pt x="3370" y="2415"/>
                    <a:pt x="3482" y="2134"/>
                    <a:pt x="3482" y="1797"/>
                  </a:cubicBezTo>
                  <a:cubicBezTo>
                    <a:pt x="3482" y="786"/>
                    <a:pt x="2640" y="0"/>
                    <a:pt x="1685" y="0"/>
                  </a:cubicBezTo>
                  <a:cubicBezTo>
                    <a:pt x="1123" y="0"/>
                    <a:pt x="618" y="281"/>
                    <a:pt x="281" y="730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4" name="Google Shape;13294;p31"/>
            <p:cNvSpPr/>
            <p:nvPr/>
          </p:nvSpPr>
          <p:spPr>
            <a:xfrm rot="1029073">
              <a:off x="1467944" y="979452"/>
              <a:ext cx="214264" cy="208649"/>
            </a:xfrm>
            <a:custGeom>
              <a:avLst/>
              <a:gdLst/>
              <a:ahLst/>
              <a:cxnLst/>
              <a:rect l="l" t="t" r="r" b="b"/>
              <a:pathLst>
                <a:path w="2135" h="2079" extrusionOk="0">
                  <a:moveTo>
                    <a:pt x="1067" y="1"/>
                  </a:moveTo>
                  <a:cubicBezTo>
                    <a:pt x="450" y="1"/>
                    <a:pt x="0" y="450"/>
                    <a:pt x="0" y="1012"/>
                  </a:cubicBezTo>
                  <a:cubicBezTo>
                    <a:pt x="0" y="1630"/>
                    <a:pt x="450" y="2079"/>
                    <a:pt x="1067" y="2079"/>
                  </a:cubicBezTo>
                  <a:cubicBezTo>
                    <a:pt x="1629" y="2079"/>
                    <a:pt x="2135" y="1630"/>
                    <a:pt x="2135" y="1012"/>
                  </a:cubicBez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5" name="Google Shape;13295;p31"/>
            <p:cNvSpPr/>
            <p:nvPr/>
          </p:nvSpPr>
          <p:spPr>
            <a:xfrm rot="1029073">
              <a:off x="1465946" y="992706"/>
              <a:ext cx="191684" cy="191688"/>
            </a:xfrm>
            <a:custGeom>
              <a:avLst/>
              <a:gdLst/>
              <a:ahLst/>
              <a:cxnLst/>
              <a:rect l="l" t="t" r="r" b="b"/>
              <a:pathLst>
                <a:path w="1910" h="1910" extrusionOk="0">
                  <a:moveTo>
                    <a:pt x="225" y="225"/>
                  </a:moveTo>
                  <a:cubicBezTo>
                    <a:pt x="57" y="393"/>
                    <a:pt x="0" y="618"/>
                    <a:pt x="0" y="843"/>
                  </a:cubicBezTo>
                  <a:cubicBezTo>
                    <a:pt x="0" y="1461"/>
                    <a:pt x="450" y="1910"/>
                    <a:pt x="1067" y="1910"/>
                  </a:cubicBezTo>
                  <a:cubicBezTo>
                    <a:pt x="1292" y="1910"/>
                    <a:pt x="1517" y="1854"/>
                    <a:pt x="1685" y="1685"/>
                  </a:cubicBezTo>
                  <a:cubicBezTo>
                    <a:pt x="1798" y="1517"/>
                    <a:pt x="1910" y="1292"/>
                    <a:pt x="1910" y="1067"/>
                  </a:cubicBezTo>
                  <a:cubicBezTo>
                    <a:pt x="1910" y="506"/>
                    <a:pt x="1404" y="0"/>
                    <a:pt x="843" y="56"/>
                  </a:cubicBezTo>
                  <a:cubicBezTo>
                    <a:pt x="618" y="0"/>
                    <a:pt x="394" y="113"/>
                    <a:pt x="225" y="225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6" name="Google Shape;13296;p31"/>
            <p:cNvSpPr/>
            <p:nvPr/>
          </p:nvSpPr>
          <p:spPr>
            <a:xfrm rot="1029073">
              <a:off x="1478593" y="994614"/>
              <a:ext cx="180444" cy="180448"/>
            </a:xfrm>
            <a:custGeom>
              <a:avLst/>
              <a:gdLst/>
              <a:ahLst/>
              <a:cxnLst/>
              <a:rect l="l" t="t" r="r" b="b"/>
              <a:pathLst>
                <a:path w="1798" h="1798" extrusionOk="0">
                  <a:moveTo>
                    <a:pt x="1629" y="1573"/>
                  </a:moveTo>
                  <a:cubicBezTo>
                    <a:pt x="1742" y="1404"/>
                    <a:pt x="1798" y="1236"/>
                    <a:pt x="1798" y="1067"/>
                  </a:cubicBezTo>
                  <a:cubicBezTo>
                    <a:pt x="1798" y="506"/>
                    <a:pt x="1292" y="0"/>
                    <a:pt x="731" y="56"/>
                  </a:cubicBezTo>
                  <a:cubicBezTo>
                    <a:pt x="506" y="0"/>
                    <a:pt x="338" y="113"/>
                    <a:pt x="169" y="225"/>
                  </a:cubicBezTo>
                  <a:cubicBezTo>
                    <a:pt x="57" y="337"/>
                    <a:pt x="1" y="562"/>
                    <a:pt x="1" y="730"/>
                  </a:cubicBezTo>
                  <a:cubicBezTo>
                    <a:pt x="1" y="1292"/>
                    <a:pt x="506" y="1798"/>
                    <a:pt x="1068" y="1798"/>
                  </a:cubicBezTo>
                  <a:cubicBezTo>
                    <a:pt x="1292" y="1798"/>
                    <a:pt x="1461" y="1685"/>
                    <a:pt x="1629" y="1573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7" name="Google Shape;13297;p31"/>
            <p:cNvSpPr/>
            <p:nvPr/>
          </p:nvSpPr>
          <p:spPr>
            <a:xfrm>
              <a:off x="464462" y="287432"/>
              <a:ext cx="332685" cy="749790"/>
            </a:xfrm>
            <a:custGeom>
              <a:avLst/>
              <a:gdLst/>
              <a:ahLst/>
              <a:cxnLst/>
              <a:rect l="l" t="t" r="r" b="b"/>
              <a:pathLst>
                <a:path w="3315" h="7471" extrusionOk="0">
                  <a:moveTo>
                    <a:pt x="3314" y="1629"/>
                  </a:moveTo>
                  <a:lnTo>
                    <a:pt x="1" y="0"/>
                  </a:lnTo>
                  <a:lnTo>
                    <a:pt x="1" y="955"/>
                  </a:lnTo>
                  <a:lnTo>
                    <a:pt x="3314" y="2584"/>
                  </a:lnTo>
                  <a:close/>
                  <a:moveTo>
                    <a:pt x="3314" y="6459"/>
                  </a:moveTo>
                  <a:lnTo>
                    <a:pt x="1" y="4831"/>
                  </a:lnTo>
                  <a:lnTo>
                    <a:pt x="1" y="5842"/>
                  </a:lnTo>
                  <a:lnTo>
                    <a:pt x="3314" y="7470"/>
                  </a:lnTo>
                  <a:lnTo>
                    <a:pt x="3314" y="6459"/>
                  </a:lnTo>
                  <a:close/>
                  <a:moveTo>
                    <a:pt x="3314" y="4831"/>
                  </a:moveTo>
                  <a:lnTo>
                    <a:pt x="1" y="3258"/>
                  </a:lnTo>
                  <a:lnTo>
                    <a:pt x="1" y="4213"/>
                  </a:lnTo>
                  <a:lnTo>
                    <a:pt x="3314" y="5785"/>
                  </a:lnTo>
                  <a:lnTo>
                    <a:pt x="3314" y="4887"/>
                  </a:lnTo>
                  <a:close/>
                  <a:moveTo>
                    <a:pt x="3314" y="3258"/>
                  </a:moveTo>
                  <a:lnTo>
                    <a:pt x="1" y="1629"/>
                  </a:lnTo>
                  <a:lnTo>
                    <a:pt x="1" y="2584"/>
                  </a:lnTo>
                  <a:lnTo>
                    <a:pt x="3314" y="4213"/>
                  </a:lnTo>
                  <a:lnTo>
                    <a:pt x="3314" y="3258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8" name="Google Shape;13298;p31"/>
            <p:cNvSpPr/>
            <p:nvPr/>
          </p:nvSpPr>
          <p:spPr>
            <a:xfrm>
              <a:off x="272875" y="67643"/>
              <a:ext cx="721570" cy="1381054"/>
            </a:xfrm>
            <a:custGeom>
              <a:avLst/>
              <a:gdLst/>
              <a:ahLst/>
              <a:cxnLst/>
              <a:rect l="l" t="t" r="r" b="b"/>
              <a:pathLst>
                <a:path w="7190" h="13761" extrusionOk="0">
                  <a:moveTo>
                    <a:pt x="0" y="13760"/>
                  </a:moveTo>
                  <a:lnTo>
                    <a:pt x="7189" y="13760"/>
                  </a:lnTo>
                  <a:lnTo>
                    <a:pt x="71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299" name="Google Shape;13299;p31"/>
            <p:cNvSpPr/>
            <p:nvPr/>
          </p:nvSpPr>
          <p:spPr>
            <a:xfrm>
              <a:off x="357378" y="67643"/>
              <a:ext cx="637069" cy="1313411"/>
            </a:xfrm>
            <a:custGeom>
              <a:avLst/>
              <a:gdLst/>
              <a:ahLst/>
              <a:cxnLst/>
              <a:rect l="l" t="t" r="r" b="b"/>
              <a:pathLst>
                <a:path w="6348" h="13087" extrusionOk="0">
                  <a:moveTo>
                    <a:pt x="6347" y="13086"/>
                  </a:moveTo>
                  <a:lnTo>
                    <a:pt x="6347" y="0"/>
                  </a:lnTo>
                  <a:lnTo>
                    <a:pt x="1" y="0"/>
                  </a:lnTo>
                  <a:lnTo>
                    <a:pt x="1" y="130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0" name="Google Shape;13300;p31"/>
            <p:cNvSpPr/>
            <p:nvPr/>
          </p:nvSpPr>
          <p:spPr>
            <a:xfrm>
              <a:off x="357378" y="67643"/>
              <a:ext cx="563808" cy="1313411"/>
            </a:xfrm>
            <a:custGeom>
              <a:avLst/>
              <a:gdLst/>
              <a:ahLst/>
              <a:cxnLst/>
              <a:rect l="l" t="t" r="r" b="b"/>
              <a:pathLst>
                <a:path w="5618" h="13087" extrusionOk="0">
                  <a:moveTo>
                    <a:pt x="5617" y="0"/>
                  </a:moveTo>
                  <a:lnTo>
                    <a:pt x="1" y="0"/>
                  </a:lnTo>
                  <a:lnTo>
                    <a:pt x="1" y="13086"/>
                  </a:lnTo>
                  <a:lnTo>
                    <a:pt x="5617" y="130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1" name="Google Shape;13301;p31"/>
            <p:cNvSpPr/>
            <p:nvPr/>
          </p:nvSpPr>
          <p:spPr>
            <a:xfrm rot="1029073">
              <a:off x="787340" y="877336"/>
              <a:ext cx="794835" cy="744172"/>
            </a:xfrm>
            <a:custGeom>
              <a:avLst/>
              <a:gdLst/>
              <a:ahLst/>
              <a:cxnLst/>
              <a:rect l="l" t="t" r="r" b="b"/>
              <a:pathLst>
                <a:path w="7920" h="7415" extrusionOk="0">
                  <a:moveTo>
                    <a:pt x="7920" y="2585"/>
                  </a:moveTo>
                  <a:lnTo>
                    <a:pt x="5842" y="1"/>
                  </a:lnTo>
                  <a:lnTo>
                    <a:pt x="0" y="4831"/>
                  </a:lnTo>
                  <a:lnTo>
                    <a:pt x="2079" y="7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2" name="Google Shape;13302;p31"/>
            <p:cNvSpPr/>
            <p:nvPr/>
          </p:nvSpPr>
          <p:spPr>
            <a:xfrm rot="1029073">
              <a:off x="808380" y="924823"/>
              <a:ext cx="761014" cy="699010"/>
            </a:xfrm>
            <a:custGeom>
              <a:avLst/>
              <a:gdLst/>
              <a:ahLst/>
              <a:cxnLst/>
              <a:rect l="l" t="t" r="r" b="b"/>
              <a:pathLst>
                <a:path w="7583" h="6965" extrusionOk="0">
                  <a:moveTo>
                    <a:pt x="0" y="4774"/>
                  </a:moveTo>
                  <a:lnTo>
                    <a:pt x="1798" y="6965"/>
                  </a:lnTo>
                  <a:lnTo>
                    <a:pt x="7582" y="2191"/>
                  </a:lnTo>
                  <a:lnTo>
                    <a:pt x="5785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3" name="Google Shape;13303;p31"/>
            <p:cNvSpPr/>
            <p:nvPr/>
          </p:nvSpPr>
          <p:spPr>
            <a:xfrm rot="1029073">
              <a:off x="815844" y="920990"/>
              <a:ext cx="727194" cy="659568"/>
            </a:xfrm>
            <a:custGeom>
              <a:avLst/>
              <a:gdLst/>
              <a:ahLst/>
              <a:cxnLst/>
              <a:rect l="l" t="t" r="r" b="b"/>
              <a:pathLst>
                <a:path w="7246" h="6572" extrusionOk="0">
                  <a:moveTo>
                    <a:pt x="7246" y="1854"/>
                  </a:moveTo>
                  <a:lnTo>
                    <a:pt x="5729" y="0"/>
                  </a:lnTo>
                  <a:lnTo>
                    <a:pt x="0" y="4774"/>
                  </a:lnTo>
                  <a:lnTo>
                    <a:pt x="1461" y="65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4" name="Google Shape;13304;p31"/>
            <p:cNvSpPr/>
            <p:nvPr/>
          </p:nvSpPr>
          <p:spPr>
            <a:xfrm>
              <a:off x="255914" y="1031502"/>
              <a:ext cx="755391" cy="761030"/>
            </a:xfrm>
            <a:custGeom>
              <a:avLst/>
              <a:gdLst/>
              <a:ahLst/>
              <a:cxnLst/>
              <a:rect l="l" t="t" r="r" b="b"/>
              <a:pathLst>
                <a:path w="7527" h="7583" extrusionOk="0">
                  <a:moveTo>
                    <a:pt x="3820" y="0"/>
                  </a:moveTo>
                  <a:cubicBezTo>
                    <a:pt x="1742" y="0"/>
                    <a:pt x="57" y="1685"/>
                    <a:pt x="57" y="3763"/>
                  </a:cubicBezTo>
                  <a:cubicBezTo>
                    <a:pt x="1" y="5841"/>
                    <a:pt x="1686" y="7526"/>
                    <a:pt x="3820" y="7582"/>
                  </a:cubicBezTo>
                  <a:cubicBezTo>
                    <a:pt x="5842" y="7582"/>
                    <a:pt x="7527" y="5897"/>
                    <a:pt x="7527" y="3819"/>
                  </a:cubicBezTo>
                  <a:cubicBezTo>
                    <a:pt x="7527" y="1741"/>
                    <a:pt x="5842" y="56"/>
                    <a:pt x="3820" y="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5" name="Google Shape;13305;p31"/>
            <p:cNvSpPr/>
            <p:nvPr/>
          </p:nvSpPr>
          <p:spPr>
            <a:xfrm>
              <a:off x="255914" y="1082184"/>
              <a:ext cx="727190" cy="710348"/>
            </a:xfrm>
            <a:custGeom>
              <a:avLst/>
              <a:gdLst/>
              <a:ahLst/>
              <a:cxnLst/>
              <a:rect l="l" t="t" r="r" b="b"/>
              <a:pathLst>
                <a:path w="7246" h="7078" extrusionOk="0">
                  <a:moveTo>
                    <a:pt x="506" y="1461"/>
                  </a:moveTo>
                  <a:cubicBezTo>
                    <a:pt x="225" y="1966"/>
                    <a:pt x="57" y="2640"/>
                    <a:pt x="57" y="3258"/>
                  </a:cubicBezTo>
                  <a:cubicBezTo>
                    <a:pt x="1" y="5336"/>
                    <a:pt x="1686" y="7021"/>
                    <a:pt x="3820" y="7077"/>
                  </a:cubicBezTo>
                  <a:cubicBezTo>
                    <a:pt x="4943" y="7077"/>
                    <a:pt x="6066" y="6516"/>
                    <a:pt x="6740" y="5617"/>
                  </a:cubicBezTo>
                  <a:cubicBezTo>
                    <a:pt x="7077" y="5055"/>
                    <a:pt x="7246" y="4438"/>
                    <a:pt x="7246" y="3764"/>
                  </a:cubicBezTo>
                  <a:cubicBezTo>
                    <a:pt x="7246" y="1686"/>
                    <a:pt x="5561" y="1"/>
                    <a:pt x="3483" y="1"/>
                  </a:cubicBezTo>
                  <a:cubicBezTo>
                    <a:pt x="2303" y="1"/>
                    <a:pt x="1236" y="506"/>
                    <a:pt x="506" y="146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6" name="Google Shape;13306;p31"/>
            <p:cNvSpPr/>
            <p:nvPr/>
          </p:nvSpPr>
          <p:spPr>
            <a:xfrm>
              <a:off x="379959" y="1228710"/>
              <a:ext cx="439767" cy="434157"/>
            </a:xfrm>
            <a:custGeom>
              <a:avLst/>
              <a:gdLst/>
              <a:ahLst/>
              <a:cxnLst/>
              <a:rect l="l" t="t" r="r" b="b"/>
              <a:pathLst>
                <a:path w="4382" h="4326" extrusionOk="0">
                  <a:moveTo>
                    <a:pt x="2191" y="1"/>
                  </a:moveTo>
                  <a:cubicBezTo>
                    <a:pt x="955" y="1"/>
                    <a:pt x="0" y="956"/>
                    <a:pt x="0" y="2135"/>
                  </a:cubicBezTo>
                  <a:cubicBezTo>
                    <a:pt x="0" y="3371"/>
                    <a:pt x="1011" y="4326"/>
                    <a:pt x="2191" y="4326"/>
                  </a:cubicBezTo>
                  <a:cubicBezTo>
                    <a:pt x="3370" y="4326"/>
                    <a:pt x="4381" y="3315"/>
                    <a:pt x="4381" y="2135"/>
                  </a:cubicBezTo>
                  <a:cubicBezTo>
                    <a:pt x="4381" y="956"/>
                    <a:pt x="3370" y="1"/>
                    <a:pt x="219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7" name="Google Shape;13307;p31"/>
            <p:cNvSpPr/>
            <p:nvPr/>
          </p:nvSpPr>
          <p:spPr>
            <a:xfrm>
              <a:off x="419400" y="1189268"/>
              <a:ext cx="434147" cy="439778"/>
            </a:xfrm>
            <a:custGeom>
              <a:avLst/>
              <a:gdLst/>
              <a:ahLst/>
              <a:cxnLst/>
              <a:rect l="l" t="t" r="r" b="b"/>
              <a:pathLst>
                <a:path w="4326" h="4382" extrusionOk="0">
                  <a:moveTo>
                    <a:pt x="2191" y="1"/>
                  </a:moveTo>
                  <a:cubicBezTo>
                    <a:pt x="955" y="1"/>
                    <a:pt x="0" y="1012"/>
                    <a:pt x="0" y="2191"/>
                  </a:cubicBezTo>
                  <a:cubicBezTo>
                    <a:pt x="0" y="3371"/>
                    <a:pt x="955" y="4382"/>
                    <a:pt x="2191" y="4382"/>
                  </a:cubicBezTo>
                  <a:cubicBezTo>
                    <a:pt x="3370" y="4382"/>
                    <a:pt x="4325" y="3371"/>
                    <a:pt x="4325" y="2191"/>
                  </a:cubicBezTo>
                  <a:cubicBezTo>
                    <a:pt x="4325" y="1012"/>
                    <a:pt x="3370" y="1"/>
                    <a:pt x="2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8" name="Google Shape;13308;p31"/>
            <p:cNvSpPr/>
            <p:nvPr/>
          </p:nvSpPr>
          <p:spPr>
            <a:xfrm>
              <a:off x="419400" y="1234430"/>
              <a:ext cx="394606" cy="394616"/>
            </a:xfrm>
            <a:custGeom>
              <a:avLst/>
              <a:gdLst/>
              <a:ahLst/>
              <a:cxnLst/>
              <a:rect l="l" t="t" r="r" b="b"/>
              <a:pathLst>
                <a:path w="3932" h="3932" extrusionOk="0">
                  <a:moveTo>
                    <a:pt x="450" y="449"/>
                  </a:moveTo>
                  <a:cubicBezTo>
                    <a:pt x="169" y="786"/>
                    <a:pt x="0" y="1292"/>
                    <a:pt x="0" y="1741"/>
                  </a:cubicBezTo>
                  <a:cubicBezTo>
                    <a:pt x="0" y="2921"/>
                    <a:pt x="955" y="3932"/>
                    <a:pt x="2191" y="3932"/>
                  </a:cubicBezTo>
                  <a:cubicBezTo>
                    <a:pt x="2640" y="3932"/>
                    <a:pt x="3089" y="3763"/>
                    <a:pt x="3483" y="3482"/>
                  </a:cubicBezTo>
                  <a:cubicBezTo>
                    <a:pt x="3763" y="3089"/>
                    <a:pt x="3932" y="2640"/>
                    <a:pt x="3876" y="2191"/>
                  </a:cubicBezTo>
                  <a:cubicBezTo>
                    <a:pt x="3876" y="955"/>
                    <a:pt x="2921" y="0"/>
                    <a:pt x="1741" y="0"/>
                  </a:cubicBezTo>
                  <a:cubicBezTo>
                    <a:pt x="1236" y="0"/>
                    <a:pt x="787" y="169"/>
                    <a:pt x="394" y="44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09" name="Google Shape;13309;p31"/>
            <p:cNvSpPr/>
            <p:nvPr/>
          </p:nvSpPr>
          <p:spPr>
            <a:xfrm>
              <a:off x="441981" y="1234430"/>
              <a:ext cx="372025" cy="360794"/>
            </a:xfrm>
            <a:custGeom>
              <a:avLst/>
              <a:gdLst/>
              <a:ahLst/>
              <a:cxnLst/>
              <a:rect l="l" t="t" r="r" b="b"/>
              <a:pathLst>
                <a:path w="3707" h="3595" extrusionOk="0">
                  <a:moveTo>
                    <a:pt x="3426" y="3258"/>
                  </a:moveTo>
                  <a:cubicBezTo>
                    <a:pt x="3595" y="2921"/>
                    <a:pt x="3707" y="2527"/>
                    <a:pt x="3651" y="2191"/>
                  </a:cubicBezTo>
                  <a:cubicBezTo>
                    <a:pt x="3651" y="955"/>
                    <a:pt x="2696" y="0"/>
                    <a:pt x="1516" y="0"/>
                  </a:cubicBezTo>
                  <a:cubicBezTo>
                    <a:pt x="1067" y="0"/>
                    <a:pt x="674" y="112"/>
                    <a:pt x="281" y="337"/>
                  </a:cubicBezTo>
                  <a:cubicBezTo>
                    <a:pt x="112" y="674"/>
                    <a:pt x="0" y="1067"/>
                    <a:pt x="0" y="1404"/>
                  </a:cubicBezTo>
                  <a:cubicBezTo>
                    <a:pt x="0" y="2640"/>
                    <a:pt x="1011" y="3595"/>
                    <a:pt x="2190" y="3595"/>
                  </a:cubicBezTo>
                  <a:cubicBezTo>
                    <a:pt x="2640" y="3595"/>
                    <a:pt x="3033" y="3482"/>
                    <a:pt x="3370" y="3258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0" name="Google Shape;13310;p31"/>
            <p:cNvSpPr/>
            <p:nvPr/>
          </p:nvSpPr>
          <p:spPr>
            <a:xfrm>
              <a:off x="272875" y="123945"/>
              <a:ext cx="721570" cy="186168"/>
            </a:xfrm>
            <a:custGeom>
              <a:avLst/>
              <a:gdLst/>
              <a:ahLst/>
              <a:cxnLst/>
              <a:rect l="l" t="t" r="r" b="b"/>
              <a:pathLst>
                <a:path w="7190" h="1855" extrusionOk="0">
                  <a:moveTo>
                    <a:pt x="2640" y="1854"/>
                  </a:moveTo>
                  <a:cubicBezTo>
                    <a:pt x="4886" y="1854"/>
                    <a:pt x="6852" y="1068"/>
                    <a:pt x="7189" y="1"/>
                  </a:cubicBezTo>
                  <a:lnTo>
                    <a:pt x="0" y="1"/>
                  </a:lnTo>
                  <a:lnTo>
                    <a:pt x="0" y="1461"/>
                  </a:lnTo>
                  <a:cubicBezTo>
                    <a:pt x="843" y="1686"/>
                    <a:pt x="1741" y="1854"/>
                    <a:pt x="2640" y="185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1" name="Google Shape;13311;p31"/>
            <p:cNvSpPr/>
            <p:nvPr/>
          </p:nvSpPr>
          <p:spPr>
            <a:xfrm>
              <a:off x="126250" y="67643"/>
              <a:ext cx="1020335" cy="152246"/>
            </a:xfrm>
            <a:custGeom>
              <a:avLst/>
              <a:gdLst/>
              <a:ahLst/>
              <a:cxnLst/>
              <a:rect l="l" t="t" r="r" b="b"/>
              <a:pathLst>
                <a:path w="10167" h="1517" extrusionOk="0">
                  <a:moveTo>
                    <a:pt x="5112" y="1516"/>
                  </a:moveTo>
                  <a:cubicBezTo>
                    <a:pt x="7639" y="1516"/>
                    <a:pt x="9717" y="842"/>
                    <a:pt x="10167" y="0"/>
                  </a:cubicBezTo>
                  <a:lnTo>
                    <a:pt x="1" y="0"/>
                  </a:lnTo>
                  <a:cubicBezTo>
                    <a:pt x="450" y="842"/>
                    <a:pt x="2528" y="1516"/>
                    <a:pt x="5112" y="151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2" name="Google Shape;13312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3" name="Google Shape;13313;p31"/>
            <p:cNvSpPr/>
            <p:nvPr/>
          </p:nvSpPr>
          <p:spPr>
            <a:xfrm>
              <a:off x="126250" y="0"/>
              <a:ext cx="1025955" cy="67743"/>
            </a:xfrm>
            <a:custGeom>
              <a:avLst/>
              <a:gdLst/>
              <a:ahLst/>
              <a:cxnLst/>
              <a:rect l="l" t="t" r="r" b="b"/>
              <a:pathLst>
                <a:path w="10223" h="675" extrusionOk="0">
                  <a:moveTo>
                    <a:pt x="1" y="0"/>
                  </a:moveTo>
                  <a:lnTo>
                    <a:pt x="10223" y="0"/>
                  </a:lnTo>
                  <a:lnTo>
                    <a:pt x="10223" y="674"/>
                  </a:lnTo>
                  <a:lnTo>
                    <a:pt x="1" y="67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4" name="Google Shape;13314;p31"/>
            <p:cNvSpPr/>
            <p:nvPr/>
          </p:nvSpPr>
          <p:spPr>
            <a:xfrm rot="1029073">
              <a:off x="1334601" y="965584"/>
              <a:ext cx="298866" cy="310113"/>
            </a:xfrm>
            <a:custGeom>
              <a:avLst/>
              <a:gdLst/>
              <a:ahLst/>
              <a:cxnLst/>
              <a:rect l="l" t="t" r="r" b="b"/>
              <a:pathLst>
                <a:path w="2978" h="3090" extrusionOk="0">
                  <a:moveTo>
                    <a:pt x="169" y="562"/>
                  </a:moveTo>
                  <a:cubicBezTo>
                    <a:pt x="57" y="786"/>
                    <a:pt x="1" y="1011"/>
                    <a:pt x="1" y="1292"/>
                  </a:cubicBezTo>
                  <a:cubicBezTo>
                    <a:pt x="1" y="2303"/>
                    <a:pt x="843" y="3089"/>
                    <a:pt x="1854" y="3089"/>
                  </a:cubicBezTo>
                  <a:cubicBezTo>
                    <a:pt x="2079" y="3089"/>
                    <a:pt x="2304" y="3033"/>
                    <a:pt x="2528" y="2921"/>
                  </a:cubicBezTo>
                  <a:lnTo>
                    <a:pt x="2978" y="2584"/>
                  </a:lnTo>
                  <a:lnTo>
                    <a:pt x="843" y="0"/>
                  </a:lnTo>
                  <a:lnTo>
                    <a:pt x="113" y="61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5" name="Google Shape;13315;p31"/>
            <p:cNvSpPr/>
            <p:nvPr/>
          </p:nvSpPr>
          <p:spPr>
            <a:xfrm rot="1029073">
              <a:off x="1446861" y="989828"/>
              <a:ext cx="208644" cy="208649"/>
            </a:xfrm>
            <a:custGeom>
              <a:avLst/>
              <a:gdLst/>
              <a:ahLst/>
              <a:cxnLst/>
              <a:rect l="l" t="t" r="r" b="b"/>
              <a:pathLst>
                <a:path w="2079" h="2079" extrusionOk="0">
                  <a:moveTo>
                    <a:pt x="1012" y="0"/>
                  </a:moveTo>
                  <a:cubicBezTo>
                    <a:pt x="450" y="0"/>
                    <a:pt x="1" y="450"/>
                    <a:pt x="1" y="1011"/>
                  </a:cubicBezTo>
                  <a:cubicBezTo>
                    <a:pt x="1" y="1629"/>
                    <a:pt x="450" y="2078"/>
                    <a:pt x="1012" y="2078"/>
                  </a:cubicBezTo>
                  <a:cubicBezTo>
                    <a:pt x="1630" y="2078"/>
                    <a:pt x="2079" y="1629"/>
                    <a:pt x="2079" y="1011"/>
                  </a:cubicBezTo>
                  <a:cubicBezTo>
                    <a:pt x="2079" y="450"/>
                    <a:pt x="1630" y="0"/>
                    <a:pt x="101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6" name="Google Shape;13316;p31"/>
            <p:cNvSpPr/>
            <p:nvPr/>
          </p:nvSpPr>
          <p:spPr>
            <a:xfrm rot="1029073">
              <a:off x="1389173" y="899738"/>
              <a:ext cx="366407" cy="366516"/>
            </a:xfrm>
            <a:custGeom>
              <a:avLst/>
              <a:gdLst/>
              <a:ahLst/>
              <a:cxnLst/>
              <a:rect l="l" t="t" r="r" b="b"/>
              <a:pathLst>
                <a:path w="3651" h="3652" extrusionOk="0">
                  <a:moveTo>
                    <a:pt x="1853" y="1"/>
                  </a:moveTo>
                  <a:cubicBezTo>
                    <a:pt x="843" y="1"/>
                    <a:pt x="56" y="787"/>
                    <a:pt x="56" y="1798"/>
                  </a:cubicBezTo>
                  <a:cubicBezTo>
                    <a:pt x="0" y="2809"/>
                    <a:pt x="843" y="3651"/>
                    <a:pt x="1853" y="3651"/>
                  </a:cubicBezTo>
                  <a:cubicBezTo>
                    <a:pt x="2864" y="3651"/>
                    <a:pt x="3651" y="2809"/>
                    <a:pt x="3651" y="1798"/>
                  </a:cubicBezTo>
                  <a:cubicBezTo>
                    <a:pt x="3651" y="787"/>
                    <a:pt x="2864" y="1"/>
                    <a:pt x="18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7" name="Google Shape;13317;p31"/>
            <p:cNvSpPr/>
            <p:nvPr/>
          </p:nvSpPr>
          <p:spPr>
            <a:xfrm rot="1029073">
              <a:off x="1386218" y="919331"/>
              <a:ext cx="349547" cy="343935"/>
            </a:xfrm>
            <a:custGeom>
              <a:avLst/>
              <a:gdLst/>
              <a:ahLst/>
              <a:cxnLst/>
              <a:rect l="l" t="t" r="r" b="b"/>
              <a:pathLst>
                <a:path w="3483" h="3427" extrusionOk="0">
                  <a:moveTo>
                    <a:pt x="281" y="730"/>
                  </a:moveTo>
                  <a:cubicBezTo>
                    <a:pt x="112" y="955"/>
                    <a:pt x="56" y="1292"/>
                    <a:pt x="56" y="1573"/>
                  </a:cubicBezTo>
                  <a:cubicBezTo>
                    <a:pt x="0" y="2584"/>
                    <a:pt x="843" y="3426"/>
                    <a:pt x="1853" y="3426"/>
                  </a:cubicBezTo>
                  <a:cubicBezTo>
                    <a:pt x="2415" y="3370"/>
                    <a:pt x="2921" y="3145"/>
                    <a:pt x="3258" y="2696"/>
                  </a:cubicBezTo>
                  <a:cubicBezTo>
                    <a:pt x="3370" y="2415"/>
                    <a:pt x="3482" y="2134"/>
                    <a:pt x="3482" y="1797"/>
                  </a:cubicBezTo>
                  <a:cubicBezTo>
                    <a:pt x="3482" y="786"/>
                    <a:pt x="2640" y="0"/>
                    <a:pt x="1685" y="0"/>
                  </a:cubicBezTo>
                  <a:cubicBezTo>
                    <a:pt x="1123" y="0"/>
                    <a:pt x="618" y="281"/>
                    <a:pt x="281" y="7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8" name="Google Shape;13318;p31"/>
            <p:cNvSpPr/>
            <p:nvPr/>
          </p:nvSpPr>
          <p:spPr>
            <a:xfrm rot="1029073">
              <a:off x="1467944" y="979452"/>
              <a:ext cx="214264" cy="208649"/>
            </a:xfrm>
            <a:custGeom>
              <a:avLst/>
              <a:gdLst/>
              <a:ahLst/>
              <a:cxnLst/>
              <a:rect l="l" t="t" r="r" b="b"/>
              <a:pathLst>
                <a:path w="2135" h="2079" extrusionOk="0">
                  <a:moveTo>
                    <a:pt x="1067" y="1"/>
                  </a:moveTo>
                  <a:cubicBezTo>
                    <a:pt x="450" y="1"/>
                    <a:pt x="0" y="450"/>
                    <a:pt x="0" y="1012"/>
                  </a:cubicBezTo>
                  <a:cubicBezTo>
                    <a:pt x="0" y="1630"/>
                    <a:pt x="450" y="2079"/>
                    <a:pt x="1067" y="2079"/>
                  </a:cubicBezTo>
                  <a:cubicBezTo>
                    <a:pt x="1629" y="2079"/>
                    <a:pt x="2135" y="1630"/>
                    <a:pt x="2135" y="1012"/>
                  </a:cubicBez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19" name="Google Shape;13319;p31"/>
            <p:cNvSpPr/>
            <p:nvPr/>
          </p:nvSpPr>
          <p:spPr>
            <a:xfrm rot="1029073">
              <a:off x="1465946" y="992706"/>
              <a:ext cx="191684" cy="191688"/>
            </a:xfrm>
            <a:custGeom>
              <a:avLst/>
              <a:gdLst/>
              <a:ahLst/>
              <a:cxnLst/>
              <a:rect l="l" t="t" r="r" b="b"/>
              <a:pathLst>
                <a:path w="1910" h="1910" extrusionOk="0">
                  <a:moveTo>
                    <a:pt x="225" y="225"/>
                  </a:moveTo>
                  <a:cubicBezTo>
                    <a:pt x="57" y="393"/>
                    <a:pt x="0" y="618"/>
                    <a:pt x="0" y="843"/>
                  </a:cubicBezTo>
                  <a:cubicBezTo>
                    <a:pt x="0" y="1461"/>
                    <a:pt x="450" y="1910"/>
                    <a:pt x="1067" y="1910"/>
                  </a:cubicBezTo>
                  <a:cubicBezTo>
                    <a:pt x="1292" y="1910"/>
                    <a:pt x="1517" y="1854"/>
                    <a:pt x="1685" y="1685"/>
                  </a:cubicBezTo>
                  <a:cubicBezTo>
                    <a:pt x="1798" y="1517"/>
                    <a:pt x="1910" y="1292"/>
                    <a:pt x="1910" y="1067"/>
                  </a:cubicBezTo>
                  <a:cubicBezTo>
                    <a:pt x="1910" y="506"/>
                    <a:pt x="1404" y="0"/>
                    <a:pt x="843" y="56"/>
                  </a:cubicBezTo>
                  <a:cubicBezTo>
                    <a:pt x="618" y="0"/>
                    <a:pt x="394" y="113"/>
                    <a:pt x="225" y="22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0" name="Google Shape;13320;p31"/>
            <p:cNvSpPr/>
            <p:nvPr/>
          </p:nvSpPr>
          <p:spPr>
            <a:xfrm rot="1029073">
              <a:off x="1478593" y="994614"/>
              <a:ext cx="180444" cy="180448"/>
            </a:xfrm>
            <a:custGeom>
              <a:avLst/>
              <a:gdLst/>
              <a:ahLst/>
              <a:cxnLst/>
              <a:rect l="l" t="t" r="r" b="b"/>
              <a:pathLst>
                <a:path w="1798" h="1798" extrusionOk="0">
                  <a:moveTo>
                    <a:pt x="1629" y="1573"/>
                  </a:moveTo>
                  <a:cubicBezTo>
                    <a:pt x="1742" y="1404"/>
                    <a:pt x="1798" y="1236"/>
                    <a:pt x="1798" y="1067"/>
                  </a:cubicBezTo>
                  <a:cubicBezTo>
                    <a:pt x="1798" y="506"/>
                    <a:pt x="1292" y="0"/>
                    <a:pt x="731" y="56"/>
                  </a:cubicBezTo>
                  <a:cubicBezTo>
                    <a:pt x="506" y="0"/>
                    <a:pt x="338" y="113"/>
                    <a:pt x="169" y="225"/>
                  </a:cubicBezTo>
                  <a:cubicBezTo>
                    <a:pt x="57" y="337"/>
                    <a:pt x="1" y="562"/>
                    <a:pt x="1" y="730"/>
                  </a:cubicBezTo>
                  <a:cubicBezTo>
                    <a:pt x="1" y="1292"/>
                    <a:pt x="506" y="1798"/>
                    <a:pt x="1068" y="1798"/>
                  </a:cubicBezTo>
                  <a:cubicBezTo>
                    <a:pt x="1292" y="1798"/>
                    <a:pt x="1461" y="1685"/>
                    <a:pt x="1629" y="1573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1" name="Google Shape;13321;p31"/>
            <p:cNvSpPr/>
            <p:nvPr/>
          </p:nvSpPr>
          <p:spPr>
            <a:xfrm>
              <a:off x="464462" y="287432"/>
              <a:ext cx="332685" cy="749790"/>
            </a:xfrm>
            <a:custGeom>
              <a:avLst/>
              <a:gdLst/>
              <a:ahLst/>
              <a:cxnLst/>
              <a:rect l="l" t="t" r="r" b="b"/>
              <a:pathLst>
                <a:path w="3315" h="7471" extrusionOk="0">
                  <a:moveTo>
                    <a:pt x="3314" y="1629"/>
                  </a:moveTo>
                  <a:lnTo>
                    <a:pt x="1" y="0"/>
                  </a:lnTo>
                  <a:lnTo>
                    <a:pt x="1" y="955"/>
                  </a:lnTo>
                  <a:lnTo>
                    <a:pt x="3314" y="2584"/>
                  </a:lnTo>
                  <a:close/>
                  <a:moveTo>
                    <a:pt x="3314" y="6459"/>
                  </a:moveTo>
                  <a:lnTo>
                    <a:pt x="1" y="4831"/>
                  </a:lnTo>
                  <a:lnTo>
                    <a:pt x="1" y="5842"/>
                  </a:lnTo>
                  <a:lnTo>
                    <a:pt x="3314" y="7470"/>
                  </a:lnTo>
                  <a:lnTo>
                    <a:pt x="3314" y="6459"/>
                  </a:lnTo>
                  <a:close/>
                  <a:moveTo>
                    <a:pt x="3314" y="4831"/>
                  </a:moveTo>
                  <a:lnTo>
                    <a:pt x="1" y="3258"/>
                  </a:lnTo>
                  <a:lnTo>
                    <a:pt x="1" y="4213"/>
                  </a:lnTo>
                  <a:lnTo>
                    <a:pt x="3314" y="5785"/>
                  </a:lnTo>
                  <a:lnTo>
                    <a:pt x="3314" y="4887"/>
                  </a:lnTo>
                  <a:close/>
                  <a:moveTo>
                    <a:pt x="3314" y="3258"/>
                  </a:moveTo>
                  <a:lnTo>
                    <a:pt x="1" y="1629"/>
                  </a:lnTo>
                  <a:lnTo>
                    <a:pt x="1" y="2584"/>
                  </a:lnTo>
                  <a:lnTo>
                    <a:pt x="3314" y="4213"/>
                  </a:lnTo>
                  <a:lnTo>
                    <a:pt x="3314" y="325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2" name="Google Shape;13322;p31"/>
            <p:cNvSpPr/>
            <p:nvPr/>
          </p:nvSpPr>
          <p:spPr>
            <a:xfrm>
              <a:off x="244674" y="67643"/>
              <a:ext cx="901913" cy="112805"/>
            </a:xfrm>
            <a:custGeom>
              <a:avLst/>
              <a:gdLst/>
              <a:ahLst/>
              <a:cxnLst/>
              <a:rect l="l" t="t" r="r" b="b"/>
              <a:pathLst>
                <a:path w="8987" h="1124" extrusionOk="0">
                  <a:moveTo>
                    <a:pt x="8481" y="506"/>
                  </a:moveTo>
                  <a:cubicBezTo>
                    <a:pt x="8706" y="393"/>
                    <a:pt x="8874" y="225"/>
                    <a:pt x="8987" y="0"/>
                  </a:cubicBezTo>
                  <a:lnTo>
                    <a:pt x="0" y="0"/>
                  </a:lnTo>
                  <a:cubicBezTo>
                    <a:pt x="843" y="674"/>
                    <a:pt x="2640" y="1123"/>
                    <a:pt x="4774" y="1123"/>
                  </a:cubicBezTo>
                  <a:cubicBezTo>
                    <a:pt x="6010" y="1123"/>
                    <a:pt x="7302" y="955"/>
                    <a:pt x="8537" y="5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3" name="Google Shape;13323;p31"/>
            <p:cNvSpPr/>
            <p:nvPr/>
          </p:nvSpPr>
          <p:spPr>
            <a:xfrm rot="-1579503">
              <a:off x="1961877" y="1144599"/>
              <a:ext cx="282006" cy="282012"/>
            </a:xfrm>
            <a:custGeom>
              <a:avLst/>
              <a:gdLst/>
              <a:ahLst/>
              <a:cxnLst/>
              <a:rect l="l" t="t" r="r" b="b"/>
              <a:pathLst>
                <a:path w="2810" h="2810" extrusionOk="0">
                  <a:moveTo>
                    <a:pt x="1405" y="1"/>
                  </a:moveTo>
                  <a:cubicBezTo>
                    <a:pt x="619" y="1"/>
                    <a:pt x="1" y="619"/>
                    <a:pt x="1" y="1405"/>
                  </a:cubicBezTo>
                  <a:cubicBezTo>
                    <a:pt x="1" y="2135"/>
                    <a:pt x="619" y="2753"/>
                    <a:pt x="1405" y="2809"/>
                  </a:cubicBezTo>
                  <a:cubicBezTo>
                    <a:pt x="2135" y="2809"/>
                    <a:pt x="2809" y="2135"/>
                    <a:pt x="2809" y="1405"/>
                  </a:cubicBezTo>
                  <a:cubicBezTo>
                    <a:pt x="2809" y="619"/>
                    <a:pt x="2135" y="1"/>
                    <a:pt x="140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4" name="Google Shape;13324;p31"/>
            <p:cNvSpPr/>
            <p:nvPr/>
          </p:nvSpPr>
          <p:spPr>
            <a:xfrm rot="-1579503">
              <a:off x="1971650" y="1161927"/>
              <a:ext cx="264945" cy="265051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69" y="506"/>
                  </a:moveTo>
                  <a:cubicBezTo>
                    <a:pt x="56" y="730"/>
                    <a:pt x="0" y="955"/>
                    <a:pt x="0" y="1236"/>
                  </a:cubicBezTo>
                  <a:cubicBezTo>
                    <a:pt x="0" y="1966"/>
                    <a:pt x="618" y="2584"/>
                    <a:pt x="1348" y="2640"/>
                  </a:cubicBezTo>
                  <a:cubicBezTo>
                    <a:pt x="1797" y="2640"/>
                    <a:pt x="2190" y="2415"/>
                    <a:pt x="2415" y="2078"/>
                  </a:cubicBezTo>
                  <a:cubicBezTo>
                    <a:pt x="2584" y="1854"/>
                    <a:pt x="2640" y="1629"/>
                    <a:pt x="2584" y="1404"/>
                  </a:cubicBezTo>
                  <a:cubicBezTo>
                    <a:pt x="2584" y="618"/>
                    <a:pt x="1966" y="0"/>
                    <a:pt x="1180" y="0"/>
                  </a:cubicBezTo>
                  <a:cubicBezTo>
                    <a:pt x="786" y="0"/>
                    <a:pt x="393" y="169"/>
                    <a:pt x="169" y="50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5" name="Google Shape;13325;p31"/>
            <p:cNvSpPr/>
            <p:nvPr/>
          </p:nvSpPr>
          <p:spPr>
            <a:xfrm rot="-1579503">
              <a:off x="2011285" y="1219158"/>
              <a:ext cx="157863" cy="157967"/>
            </a:xfrm>
            <a:custGeom>
              <a:avLst/>
              <a:gdLst/>
              <a:ahLst/>
              <a:cxnLst/>
              <a:rect l="l" t="t" r="r" b="b"/>
              <a:pathLst>
                <a:path w="1573" h="1574" extrusionOk="0">
                  <a:moveTo>
                    <a:pt x="787" y="1"/>
                  </a:moveTo>
                  <a:cubicBezTo>
                    <a:pt x="337" y="1"/>
                    <a:pt x="0" y="338"/>
                    <a:pt x="0" y="787"/>
                  </a:cubicBezTo>
                  <a:cubicBezTo>
                    <a:pt x="0" y="1236"/>
                    <a:pt x="337" y="1573"/>
                    <a:pt x="787" y="1573"/>
                  </a:cubicBezTo>
                  <a:cubicBezTo>
                    <a:pt x="1236" y="1573"/>
                    <a:pt x="1573" y="1236"/>
                    <a:pt x="1573" y="787"/>
                  </a:cubicBezTo>
                  <a:cubicBezTo>
                    <a:pt x="1573" y="338"/>
                    <a:pt x="1236" y="1"/>
                    <a:pt x="78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6" name="Google Shape;13326;p31"/>
            <p:cNvSpPr/>
            <p:nvPr/>
          </p:nvSpPr>
          <p:spPr>
            <a:xfrm rot="-1579503">
              <a:off x="2014832" y="1197501"/>
              <a:ext cx="163583" cy="163587"/>
            </a:xfrm>
            <a:custGeom>
              <a:avLst/>
              <a:gdLst/>
              <a:ahLst/>
              <a:cxnLst/>
              <a:rect l="l" t="t" r="r" b="b"/>
              <a:pathLst>
                <a:path w="1630" h="1630" extrusionOk="0">
                  <a:moveTo>
                    <a:pt x="843" y="0"/>
                  </a:moveTo>
                  <a:cubicBezTo>
                    <a:pt x="394" y="0"/>
                    <a:pt x="1" y="393"/>
                    <a:pt x="1" y="843"/>
                  </a:cubicBezTo>
                  <a:cubicBezTo>
                    <a:pt x="1" y="1236"/>
                    <a:pt x="394" y="1629"/>
                    <a:pt x="843" y="1629"/>
                  </a:cubicBezTo>
                  <a:cubicBezTo>
                    <a:pt x="1236" y="1629"/>
                    <a:pt x="1629" y="1236"/>
                    <a:pt x="1629" y="843"/>
                  </a:cubicBezTo>
                  <a:cubicBezTo>
                    <a:pt x="1629" y="393"/>
                    <a:pt x="1236" y="0"/>
                    <a:pt x="8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7" name="Google Shape;13327;p31"/>
            <p:cNvSpPr/>
            <p:nvPr/>
          </p:nvSpPr>
          <p:spPr>
            <a:xfrm rot="-1579503">
              <a:off x="2019450" y="1217248"/>
              <a:ext cx="146623" cy="146726"/>
            </a:xfrm>
            <a:custGeom>
              <a:avLst/>
              <a:gdLst/>
              <a:ahLst/>
              <a:cxnLst/>
              <a:rect l="l" t="t" r="r" b="b"/>
              <a:pathLst>
                <a:path w="1461" h="1462" extrusionOk="0">
                  <a:moveTo>
                    <a:pt x="169" y="169"/>
                  </a:moveTo>
                  <a:cubicBezTo>
                    <a:pt x="57" y="282"/>
                    <a:pt x="1" y="450"/>
                    <a:pt x="1" y="675"/>
                  </a:cubicBezTo>
                  <a:cubicBezTo>
                    <a:pt x="1" y="1068"/>
                    <a:pt x="394" y="1461"/>
                    <a:pt x="843" y="1461"/>
                  </a:cubicBezTo>
                  <a:cubicBezTo>
                    <a:pt x="1011" y="1461"/>
                    <a:pt x="1180" y="1405"/>
                    <a:pt x="1292" y="1293"/>
                  </a:cubicBezTo>
                  <a:cubicBezTo>
                    <a:pt x="1405" y="1124"/>
                    <a:pt x="1461" y="956"/>
                    <a:pt x="1461" y="787"/>
                  </a:cubicBezTo>
                  <a:cubicBezTo>
                    <a:pt x="1461" y="338"/>
                    <a:pt x="1124" y="1"/>
                    <a:pt x="675" y="1"/>
                  </a:cubicBezTo>
                  <a:cubicBezTo>
                    <a:pt x="506" y="1"/>
                    <a:pt x="338" y="57"/>
                    <a:pt x="169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28" name="Google Shape;13328;p31"/>
            <p:cNvSpPr/>
            <p:nvPr/>
          </p:nvSpPr>
          <p:spPr>
            <a:xfrm rot="-1579503">
              <a:off x="2027593" y="1215344"/>
              <a:ext cx="135383" cy="135386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236" y="1180"/>
                  </a:moveTo>
                  <a:cubicBezTo>
                    <a:pt x="1293" y="1068"/>
                    <a:pt x="1349" y="956"/>
                    <a:pt x="1349" y="787"/>
                  </a:cubicBezTo>
                  <a:cubicBezTo>
                    <a:pt x="1349" y="338"/>
                    <a:pt x="1012" y="1"/>
                    <a:pt x="563" y="1"/>
                  </a:cubicBezTo>
                  <a:cubicBezTo>
                    <a:pt x="394" y="1"/>
                    <a:pt x="226" y="57"/>
                    <a:pt x="113" y="113"/>
                  </a:cubicBezTo>
                  <a:cubicBezTo>
                    <a:pt x="57" y="225"/>
                    <a:pt x="1" y="394"/>
                    <a:pt x="1" y="506"/>
                  </a:cubicBezTo>
                  <a:cubicBezTo>
                    <a:pt x="1" y="956"/>
                    <a:pt x="338" y="1293"/>
                    <a:pt x="787" y="1349"/>
                  </a:cubicBezTo>
                  <a:cubicBezTo>
                    <a:pt x="956" y="1293"/>
                    <a:pt x="1124" y="1293"/>
                    <a:pt x="1236" y="118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7" name="Google Shape;13357;p33"/>
          <p:cNvSpPr/>
          <p:nvPr/>
        </p:nvSpPr>
        <p:spPr>
          <a:xfrm>
            <a:off x="4589571" y="2328189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58" name="Google Shape;13358;p33"/>
          <p:cNvSpPr/>
          <p:nvPr/>
        </p:nvSpPr>
        <p:spPr>
          <a:xfrm>
            <a:off x="4575055" y="1417525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59" name="Google Shape;13359;p33"/>
          <p:cNvSpPr/>
          <p:nvPr/>
        </p:nvSpPr>
        <p:spPr>
          <a:xfrm>
            <a:off x="800167" y="2771884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60" name="Google Shape;13360;p33"/>
          <p:cNvSpPr/>
          <p:nvPr/>
        </p:nvSpPr>
        <p:spPr>
          <a:xfrm>
            <a:off x="800167" y="1924721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61" name="Google Shape;13361;p33"/>
          <p:cNvSpPr/>
          <p:nvPr/>
        </p:nvSpPr>
        <p:spPr>
          <a:xfrm>
            <a:off x="800167" y="1112725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362" name="Google Shape;13362;p33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Table of contents</a:t>
            </a:r>
            <a:endParaRPr sz="3200" dirty="0"/>
          </a:p>
        </p:txBody>
      </p:sp>
      <p:sp>
        <p:nvSpPr>
          <p:cNvPr id="13363" name="Google Shape;13363;p33"/>
          <p:cNvSpPr txBox="1">
            <a:spLocks noGrp="1"/>
          </p:cNvSpPr>
          <p:nvPr>
            <p:ph type="title" idx="2"/>
          </p:nvPr>
        </p:nvSpPr>
        <p:spPr>
          <a:xfrm>
            <a:off x="800175" y="1314421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3364" name="Google Shape;13364;p33"/>
          <p:cNvSpPr txBox="1">
            <a:spLocks noGrp="1"/>
          </p:cNvSpPr>
          <p:nvPr>
            <p:ph type="subTitle" idx="1"/>
          </p:nvPr>
        </p:nvSpPr>
        <p:spPr>
          <a:xfrm>
            <a:off x="1647066" y="1331025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Ned Robot Introduction</a:t>
            </a:r>
            <a:endParaRPr dirty="0"/>
          </a:p>
        </p:txBody>
      </p:sp>
      <p:sp>
        <p:nvSpPr>
          <p:cNvPr id="13365" name="Google Shape;13365;p33"/>
          <p:cNvSpPr txBox="1">
            <a:spLocks noGrp="1"/>
          </p:cNvSpPr>
          <p:nvPr>
            <p:ph type="title" idx="3"/>
          </p:nvPr>
        </p:nvSpPr>
        <p:spPr>
          <a:xfrm>
            <a:off x="800175" y="2136485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3366" name="Google Shape;13366;p33"/>
          <p:cNvSpPr txBox="1">
            <a:spLocks noGrp="1"/>
          </p:cNvSpPr>
          <p:nvPr>
            <p:ph type="subTitle" idx="4"/>
          </p:nvPr>
        </p:nvSpPr>
        <p:spPr>
          <a:xfrm>
            <a:off x="1647066" y="2119877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Algorithms that control the sysetm</a:t>
            </a:r>
            <a:endParaRPr dirty="0"/>
          </a:p>
        </p:txBody>
      </p:sp>
      <p:sp>
        <p:nvSpPr>
          <p:cNvPr id="13367" name="Google Shape;13367;p33"/>
          <p:cNvSpPr txBox="1">
            <a:spLocks noGrp="1"/>
          </p:cNvSpPr>
          <p:nvPr>
            <p:ph type="title" idx="5"/>
          </p:nvPr>
        </p:nvSpPr>
        <p:spPr>
          <a:xfrm>
            <a:off x="800175" y="2977484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3368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1662655" y="2935380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Challenges</a:t>
            </a:r>
            <a:endParaRPr dirty="0"/>
          </a:p>
        </p:txBody>
      </p:sp>
      <p:sp>
        <p:nvSpPr>
          <p:cNvPr id="13370" name="Google Shape;13370;p33"/>
          <p:cNvSpPr txBox="1">
            <a:spLocks noGrp="1"/>
          </p:cNvSpPr>
          <p:nvPr>
            <p:ph type="subTitle" idx="8"/>
          </p:nvPr>
        </p:nvSpPr>
        <p:spPr>
          <a:xfrm>
            <a:off x="5512580" y="2530102"/>
            <a:ext cx="29889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Integration Ideas</a:t>
            </a:r>
            <a:endParaRPr dirty="0"/>
          </a:p>
        </p:txBody>
      </p:sp>
      <p:sp>
        <p:nvSpPr>
          <p:cNvPr id="13371" name="Google Shape;13371;p33"/>
          <p:cNvSpPr txBox="1">
            <a:spLocks noGrp="1"/>
          </p:cNvSpPr>
          <p:nvPr>
            <p:ph type="title" idx="9"/>
          </p:nvPr>
        </p:nvSpPr>
        <p:spPr>
          <a:xfrm>
            <a:off x="4575050" y="2534237"/>
            <a:ext cx="736500" cy="346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07</a:t>
            </a:r>
            <a:endParaRPr dirty="0"/>
          </a:p>
        </p:txBody>
      </p:sp>
      <p:sp>
        <p:nvSpPr>
          <p:cNvPr id="13372" name="Google Shape;13372;p33"/>
          <p:cNvSpPr txBox="1">
            <a:spLocks noGrp="1"/>
          </p:cNvSpPr>
          <p:nvPr>
            <p:ph type="subTitle" idx="13"/>
          </p:nvPr>
        </p:nvSpPr>
        <p:spPr>
          <a:xfrm>
            <a:off x="5544824" y="4226213"/>
            <a:ext cx="29889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Conclusion</a:t>
            </a:r>
            <a:endParaRPr dirty="0"/>
          </a:p>
        </p:txBody>
      </p:sp>
      <p:grpSp>
        <p:nvGrpSpPr>
          <p:cNvPr id="13375" name="Google Shape;13375;p33"/>
          <p:cNvGrpSpPr/>
          <p:nvPr/>
        </p:nvGrpSpPr>
        <p:grpSpPr>
          <a:xfrm>
            <a:off x="3878576" y="3286083"/>
            <a:ext cx="300558" cy="283271"/>
            <a:chOff x="4720853" y="4521513"/>
            <a:chExt cx="300558" cy="283271"/>
          </a:xfrm>
        </p:grpSpPr>
        <p:sp>
          <p:nvSpPr>
            <p:cNvPr id="13376" name="Google Shape;13376;p33"/>
            <p:cNvSpPr/>
            <p:nvPr/>
          </p:nvSpPr>
          <p:spPr>
            <a:xfrm flipH="1">
              <a:off x="4720854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7" name="Google Shape;13377;p33"/>
            <p:cNvSpPr/>
            <p:nvPr/>
          </p:nvSpPr>
          <p:spPr>
            <a:xfrm flipH="1">
              <a:off x="4720853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8" name="Google Shape;13378;p33"/>
            <p:cNvSpPr/>
            <p:nvPr/>
          </p:nvSpPr>
          <p:spPr>
            <a:xfrm flipH="1">
              <a:off x="4790205" y="4590865"/>
              <a:ext cx="167616" cy="17924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79" name="Google Shape;13379;p33"/>
            <p:cNvSpPr/>
            <p:nvPr/>
          </p:nvSpPr>
          <p:spPr>
            <a:xfrm flipH="1">
              <a:off x="4813253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80" name="Google Shape;13380;p33"/>
          <p:cNvGrpSpPr/>
          <p:nvPr/>
        </p:nvGrpSpPr>
        <p:grpSpPr>
          <a:xfrm flipH="1">
            <a:off x="4028855" y="4475313"/>
            <a:ext cx="156092" cy="306422"/>
            <a:chOff x="474406" y="2974600"/>
            <a:chExt cx="106759" cy="209577"/>
          </a:xfrm>
        </p:grpSpPr>
        <p:sp>
          <p:nvSpPr>
            <p:cNvPr id="13381" name="Google Shape;13381;p33"/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2" name="Google Shape;13382;p33"/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3" name="Google Shape;13383;p33"/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4" name="Google Shape;13384;p33"/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85" name="Google Shape;13385;p33"/>
          <p:cNvGrpSpPr/>
          <p:nvPr/>
        </p:nvGrpSpPr>
        <p:grpSpPr>
          <a:xfrm>
            <a:off x="7689248" y="80969"/>
            <a:ext cx="1454764" cy="1635959"/>
            <a:chOff x="8443923" y="51594"/>
            <a:chExt cx="1454764" cy="1635959"/>
          </a:xfrm>
        </p:grpSpPr>
        <p:sp>
          <p:nvSpPr>
            <p:cNvPr id="13386" name="Google Shape;13386;p33"/>
            <p:cNvSpPr/>
            <p:nvPr/>
          </p:nvSpPr>
          <p:spPr>
            <a:xfrm>
              <a:off x="8585632" y="1067937"/>
              <a:ext cx="350762" cy="205682"/>
            </a:xfrm>
            <a:custGeom>
              <a:avLst/>
              <a:gdLst/>
              <a:ahLst/>
              <a:cxnLst/>
              <a:rect l="l" t="t" r="r" b="b"/>
              <a:pathLst>
                <a:path w="5730" h="3360" extrusionOk="0">
                  <a:moveTo>
                    <a:pt x="1" y="1594"/>
                  </a:moveTo>
                  <a:lnTo>
                    <a:pt x="539" y="1"/>
                  </a:lnTo>
                  <a:lnTo>
                    <a:pt x="5729" y="1788"/>
                  </a:lnTo>
                  <a:lnTo>
                    <a:pt x="5191" y="336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7" name="Google Shape;13387;p33"/>
            <p:cNvSpPr/>
            <p:nvPr/>
          </p:nvSpPr>
          <p:spPr>
            <a:xfrm>
              <a:off x="8585632" y="1077181"/>
              <a:ext cx="346783" cy="196439"/>
            </a:xfrm>
            <a:custGeom>
              <a:avLst/>
              <a:gdLst/>
              <a:ahLst/>
              <a:cxnLst/>
              <a:rect l="l" t="t" r="r" b="b"/>
              <a:pathLst>
                <a:path w="5665" h="3209" extrusionOk="0">
                  <a:moveTo>
                    <a:pt x="1" y="1443"/>
                  </a:moveTo>
                  <a:lnTo>
                    <a:pt x="475" y="0"/>
                  </a:lnTo>
                  <a:lnTo>
                    <a:pt x="5664" y="1788"/>
                  </a:lnTo>
                  <a:lnTo>
                    <a:pt x="5169" y="3209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8" name="Google Shape;13388;p33"/>
            <p:cNvSpPr/>
            <p:nvPr/>
          </p:nvSpPr>
          <p:spPr>
            <a:xfrm>
              <a:off x="8652907" y="867582"/>
              <a:ext cx="321685" cy="297995"/>
            </a:xfrm>
            <a:custGeom>
              <a:avLst/>
              <a:gdLst/>
              <a:ahLst/>
              <a:cxnLst/>
              <a:rect l="l" t="t" r="r" b="b"/>
              <a:pathLst>
                <a:path w="5255" h="4868" extrusionOk="0">
                  <a:moveTo>
                    <a:pt x="0" y="3467"/>
                  </a:moveTo>
                  <a:lnTo>
                    <a:pt x="1185" y="0"/>
                  </a:lnTo>
                  <a:lnTo>
                    <a:pt x="5255" y="1400"/>
                  </a:lnTo>
                  <a:lnTo>
                    <a:pt x="4070" y="486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89" name="Google Shape;13389;p33"/>
            <p:cNvSpPr/>
            <p:nvPr/>
          </p:nvSpPr>
          <p:spPr>
            <a:xfrm>
              <a:off x="8461213" y="1277969"/>
              <a:ext cx="145080" cy="391531"/>
            </a:xfrm>
            <a:custGeom>
              <a:avLst/>
              <a:gdLst/>
              <a:ahLst/>
              <a:cxnLst/>
              <a:rect l="l" t="t" r="r" b="b"/>
              <a:pathLst>
                <a:path w="2370" h="6396" extrusionOk="0">
                  <a:moveTo>
                    <a:pt x="1960" y="6396"/>
                  </a:moveTo>
                  <a:lnTo>
                    <a:pt x="2369" y="1141"/>
                  </a:lnTo>
                  <a:lnTo>
                    <a:pt x="453" y="0"/>
                  </a:lnTo>
                  <a:lnTo>
                    <a:pt x="0" y="797"/>
                  </a:lnTo>
                  <a:lnTo>
                    <a:pt x="1443" y="628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0" name="Google Shape;13390;p33"/>
            <p:cNvSpPr/>
            <p:nvPr/>
          </p:nvSpPr>
          <p:spPr>
            <a:xfrm>
              <a:off x="8443923" y="1091700"/>
              <a:ext cx="207029" cy="288751"/>
            </a:xfrm>
            <a:custGeom>
              <a:avLst/>
              <a:gdLst/>
              <a:ahLst/>
              <a:cxnLst/>
              <a:rect l="l" t="t" r="r" b="b"/>
              <a:pathLst>
                <a:path w="3382" h="4717" extrusionOk="0">
                  <a:moveTo>
                    <a:pt x="194" y="3619"/>
                  </a:moveTo>
                  <a:lnTo>
                    <a:pt x="2024" y="432"/>
                  </a:lnTo>
                  <a:cubicBezTo>
                    <a:pt x="2197" y="109"/>
                    <a:pt x="2627" y="1"/>
                    <a:pt x="2950" y="195"/>
                  </a:cubicBezTo>
                  <a:lnTo>
                    <a:pt x="2950" y="195"/>
                  </a:lnTo>
                  <a:cubicBezTo>
                    <a:pt x="3273" y="367"/>
                    <a:pt x="3381" y="776"/>
                    <a:pt x="3187" y="1121"/>
                  </a:cubicBezTo>
                  <a:lnTo>
                    <a:pt x="1378" y="4286"/>
                  </a:lnTo>
                  <a:cubicBezTo>
                    <a:pt x="1185" y="4609"/>
                    <a:pt x="775" y="4717"/>
                    <a:pt x="452" y="4545"/>
                  </a:cubicBezTo>
                  <a:lnTo>
                    <a:pt x="452" y="4545"/>
                  </a:lnTo>
                  <a:cubicBezTo>
                    <a:pt x="129" y="4351"/>
                    <a:pt x="0" y="3942"/>
                    <a:pt x="194" y="36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1" name="Google Shape;13391;p33"/>
            <p:cNvSpPr/>
            <p:nvPr/>
          </p:nvSpPr>
          <p:spPr>
            <a:xfrm>
              <a:off x="8528276" y="1136571"/>
              <a:ext cx="205682" cy="290037"/>
            </a:xfrm>
            <a:custGeom>
              <a:avLst/>
              <a:gdLst/>
              <a:ahLst/>
              <a:cxnLst/>
              <a:rect l="l" t="t" r="r" b="b"/>
              <a:pathLst>
                <a:path w="3360" h="4738" extrusionOk="0">
                  <a:moveTo>
                    <a:pt x="173" y="3618"/>
                  </a:moveTo>
                  <a:lnTo>
                    <a:pt x="2003" y="452"/>
                  </a:lnTo>
                  <a:cubicBezTo>
                    <a:pt x="2197" y="108"/>
                    <a:pt x="2606" y="0"/>
                    <a:pt x="2929" y="194"/>
                  </a:cubicBezTo>
                  <a:lnTo>
                    <a:pt x="2929" y="194"/>
                  </a:lnTo>
                  <a:cubicBezTo>
                    <a:pt x="3252" y="388"/>
                    <a:pt x="3360" y="797"/>
                    <a:pt x="3187" y="1120"/>
                  </a:cubicBezTo>
                  <a:lnTo>
                    <a:pt x="1357" y="4307"/>
                  </a:lnTo>
                  <a:cubicBezTo>
                    <a:pt x="1163" y="4630"/>
                    <a:pt x="754" y="4738"/>
                    <a:pt x="431" y="4544"/>
                  </a:cubicBezTo>
                  <a:lnTo>
                    <a:pt x="431" y="4544"/>
                  </a:lnTo>
                  <a:cubicBezTo>
                    <a:pt x="108" y="4372"/>
                    <a:pt x="0" y="3941"/>
                    <a:pt x="173" y="361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2" name="Google Shape;13392;p33"/>
            <p:cNvSpPr/>
            <p:nvPr/>
          </p:nvSpPr>
          <p:spPr>
            <a:xfrm>
              <a:off x="9069469" y="51594"/>
              <a:ext cx="829218" cy="676303"/>
            </a:xfrm>
            <a:custGeom>
              <a:avLst/>
              <a:gdLst/>
              <a:ahLst/>
              <a:cxnLst/>
              <a:rect l="l" t="t" r="r" b="b"/>
              <a:pathLst>
                <a:path w="13546" h="11048" extrusionOk="0">
                  <a:moveTo>
                    <a:pt x="0" y="9217"/>
                  </a:moveTo>
                  <a:lnTo>
                    <a:pt x="1249" y="11048"/>
                  </a:lnTo>
                  <a:lnTo>
                    <a:pt x="13545" y="2628"/>
                  </a:lnTo>
                  <a:lnTo>
                    <a:pt x="13545" y="151"/>
                  </a:lnTo>
                  <a:lnTo>
                    <a:pt x="134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3" name="Google Shape;13393;p33"/>
            <p:cNvSpPr/>
            <p:nvPr/>
          </p:nvSpPr>
          <p:spPr>
            <a:xfrm>
              <a:off x="8880929" y="599953"/>
              <a:ext cx="275590" cy="266346"/>
            </a:xfrm>
            <a:custGeom>
              <a:avLst/>
              <a:gdLst/>
              <a:ahLst/>
              <a:cxnLst/>
              <a:rect l="l" t="t" r="r" b="b"/>
              <a:pathLst>
                <a:path w="4502" h="4351" extrusionOk="0">
                  <a:moveTo>
                    <a:pt x="1" y="1982"/>
                  </a:moveTo>
                  <a:lnTo>
                    <a:pt x="2886" y="1"/>
                  </a:lnTo>
                  <a:lnTo>
                    <a:pt x="4501" y="2370"/>
                  </a:lnTo>
                  <a:lnTo>
                    <a:pt x="1616" y="435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4" name="Google Shape;13394;p33"/>
            <p:cNvSpPr/>
            <p:nvPr/>
          </p:nvSpPr>
          <p:spPr>
            <a:xfrm>
              <a:off x="8946857" y="692264"/>
              <a:ext cx="209661" cy="171402"/>
            </a:xfrm>
            <a:custGeom>
              <a:avLst/>
              <a:gdLst/>
              <a:ahLst/>
              <a:cxnLst/>
              <a:rect l="l" t="t" r="r" b="b"/>
              <a:pathLst>
                <a:path w="3425" h="2800" extrusionOk="0">
                  <a:moveTo>
                    <a:pt x="2821" y="0"/>
                  </a:moveTo>
                  <a:lnTo>
                    <a:pt x="3424" y="862"/>
                  </a:lnTo>
                  <a:lnTo>
                    <a:pt x="603" y="2800"/>
                  </a:lnTo>
                  <a:lnTo>
                    <a:pt x="0" y="19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5" name="Google Shape;13395;p33"/>
            <p:cNvSpPr/>
            <p:nvPr/>
          </p:nvSpPr>
          <p:spPr>
            <a:xfrm>
              <a:off x="8973240" y="725198"/>
              <a:ext cx="183278" cy="135836"/>
            </a:xfrm>
            <a:custGeom>
              <a:avLst/>
              <a:gdLst/>
              <a:ahLst/>
              <a:cxnLst/>
              <a:rect l="l" t="t" r="r" b="b"/>
              <a:pathLst>
                <a:path w="2994" h="2219" extrusionOk="0">
                  <a:moveTo>
                    <a:pt x="2778" y="1"/>
                  </a:moveTo>
                  <a:lnTo>
                    <a:pt x="2993" y="324"/>
                  </a:lnTo>
                  <a:lnTo>
                    <a:pt x="215" y="2219"/>
                  </a:lnTo>
                  <a:lnTo>
                    <a:pt x="0" y="191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6" name="Google Shape;13396;p33"/>
            <p:cNvSpPr/>
            <p:nvPr/>
          </p:nvSpPr>
          <p:spPr>
            <a:xfrm>
              <a:off x="8705612" y="867582"/>
              <a:ext cx="268979" cy="222823"/>
            </a:xfrm>
            <a:custGeom>
              <a:avLst/>
              <a:gdLst/>
              <a:ahLst/>
              <a:cxnLst/>
              <a:rect l="l" t="t" r="r" b="b"/>
              <a:pathLst>
                <a:path w="4394" h="3640" extrusionOk="0">
                  <a:moveTo>
                    <a:pt x="1" y="969"/>
                  </a:moveTo>
                  <a:lnTo>
                    <a:pt x="324" y="0"/>
                  </a:lnTo>
                  <a:lnTo>
                    <a:pt x="4394" y="1400"/>
                  </a:lnTo>
                  <a:lnTo>
                    <a:pt x="3704" y="3446"/>
                  </a:lnTo>
                  <a:cubicBezTo>
                    <a:pt x="2132" y="3640"/>
                    <a:pt x="625" y="2714"/>
                    <a:pt x="87" y="1249"/>
                  </a:cubicBezTo>
                  <a:cubicBezTo>
                    <a:pt x="44" y="1142"/>
                    <a:pt x="22" y="1056"/>
                    <a:pt x="1" y="9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7" name="Google Shape;13397;p33"/>
            <p:cNvSpPr/>
            <p:nvPr/>
          </p:nvSpPr>
          <p:spPr>
            <a:xfrm>
              <a:off x="8592243" y="1404066"/>
              <a:ext cx="313788" cy="283487"/>
            </a:xfrm>
            <a:custGeom>
              <a:avLst/>
              <a:gdLst/>
              <a:ahLst/>
              <a:cxnLst/>
              <a:rect l="l" t="t" r="r" b="b"/>
              <a:pathLst>
                <a:path w="5126" h="4631" extrusionOk="0">
                  <a:moveTo>
                    <a:pt x="1" y="4394"/>
                  </a:moveTo>
                  <a:lnTo>
                    <a:pt x="2908" y="1"/>
                  </a:lnTo>
                  <a:lnTo>
                    <a:pt x="5126" y="281"/>
                  </a:lnTo>
                  <a:lnTo>
                    <a:pt x="4997" y="1185"/>
                  </a:lnTo>
                  <a:lnTo>
                    <a:pt x="496" y="46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8" name="Google Shape;13398;p33"/>
            <p:cNvSpPr/>
            <p:nvPr/>
          </p:nvSpPr>
          <p:spPr>
            <a:xfrm>
              <a:off x="8840099" y="1193182"/>
              <a:ext cx="119981" cy="311156"/>
            </a:xfrm>
            <a:custGeom>
              <a:avLst/>
              <a:gdLst/>
              <a:ahLst/>
              <a:cxnLst/>
              <a:rect l="l" t="t" r="r" b="b"/>
              <a:pathLst>
                <a:path w="1960" h="5083" extrusionOk="0">
                  <a:moveTo>
                    <a:pt x="1400" y="4458"/>
                  </a:moveTo>
                  <a:lnTo>
                    <a:pt x="1917" y="819"/>
                  </a:lnTo>
                  <a:cubicBezTo>
                    <a:pt x="1960" y="453"/>
                    <a:pt x="1701" y="108"/>
                    <a:pt x="1335" y="65"/>
                  </a:cubicBezTo>
                  <a:lnTo>
                    <a:pt x="1335" y="65"/>
                  </a:lnTo>
                  <a:cubicBezTo>
                    <a:pt x="969" y="0"/>
                    <a:pt x="625" y="259"/>
                    <a:pt x="560" y="646"/>
                  </a:cubicBezTo>
                  <a:lnTo>
                    <a:pt x="43" y="4264"/>
                  </a:lnTo>
                  <a:cubicBezTo>
                    <a:pt x="0" y="4630"/>
                    <a:pt x="259" y="4975"/>
                    <a:pt x="625" y="5039"/>
                  </a:cubicBezTo>
                  <a:lnTo>
                    <a:pt x="625" y="5039"/>
                  </a:lnTo>
                  <a:cubicBezTo>
                    <a:pt x="991" y="5082"/>
                    <a:pt x="1335" y="4824"/>
                    <a:pt x="1400" y="445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99" name="Google Shape;13399;p33"/>
            <p:cNvSpPr/>
            <p:nvPr/>
          </p:nvSpPr>
          <p:spPr>
            <a:xfrm>
              <a:off x="8746503" y="1178674"/>
              <a:ext cx="119981" cy="309870"/>
            </a:xfrm>
            <a:custGeom>
              <a:avLst/>
              <a:gdLst/>
              <a:ahLst/>
              <a:cxnLst/>
              <a:rect l="l" t="t" r="r" b="b"/>
              <a:pathLst>
                <a:path w="1960" h="5062" extrusionOk="0">
                  <a:moveTo>
                    <a:pt x="1400" y="4437"/>
                  </a:moveTo>
                  <a:lnTo>
                    <a:pt x="1917" y="819"/>
                  </a:lnTo>
                  <a:cubicBezTo>
                    <a:pt x="1960" y="431"/>
                    <a:pt x="1701" y="108"/>
                    <a:pt x="1335" y="44"/>
                  </a:cubicBezTo>
                  <a:lnTo>
                    <a:pt x="1335" y="44"/>
                  </a:lnTo>
                  <a:cubicBezTo>
                    <a:pt x="969" y="0"/>
                    <a:pt x="625" y="259"/>
                    <a:pt x="560" y="625"/>
                  </a:cubicBezTo>
                  <a:lnTo>
                    <a:pt x="43" y="4264"/>
                  </a:lnTo>
                  <a:cubicBezTo>
                    <a:pt x="0" y="4630"/>
                    <a:pt x="259" y="4975"/>
                    <a:pt x="625" y="5018"/>
                  </a:cubicBezTo>
                  <a:lnTo>
                    <a:pt x="625" y="5018"/>
                  </a:lnTo>
                  <a:cubicBezTo>
                    <a:pt x="991" y="5061"/>
                    <a:pt x="1335" y="4803"/>
                    <a:pt x="1400" y="443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0" name="Google Shape;13400;p33"/>
            <p:cNvSpPr/>
            <p:nvPr/>
          </p:nvSpPr>
          <p:spPr>
            <a:xfrm>
              <a:off x="8466999" y="1104850"/>
              <a:ext cx="475947" cy="382349"/>
            </a:xfrm>
            <a:custGeom>
              <a:avLst/>
              <a:gdLst/>
              <a:ahLst/>
              <a:cxnLst/>
              <a:rect l="l" t="t" r="r" b="b"/>
              <a:pathLst>
                <a:path w="7775" h="6246" extrusionOk="0">
                  <a:moveTo>
                    <a:pt x="87" y="3511"/>
                  </a:moveTo>
                  <a:cubicBezTo>
                    <a:pt x="195" y="3188"/>
                    <a:pt x="625" y="3166"/>
                    <a:pt x="776" y="3468"/>
                  </a:cubicBezTo>
                  <a:cubicBezTo>
                    <a:pt x="927" y="3769"/>
                    <a:pt x="625" y="4092"/>
                    <a:pt x="302" y="3984"/>
                  </a:cubicBezTo>
                  <a:cubicBezTo>
                    <a:pt x="109" y="3920"/>
                    <a:pt x="1" y="3704"/>
                    <a:pt x="87" y="3511"/>
                  </a:cubicBezTo>
                  <a:close/>
                  <a:moveTo>
                    <a:pt x="1874" y="345"/>
                  </a:moveTo>
                  <a:cubicBezTo>
                    <a:pt x="2004" y="44"/>
                    <a:pt x="2434" y="1"/>
                    <a:pt x="2585" y="302"/>
                  </a:cubicBezTo>
                  <a:cubicBezTo>
                    <a:pt x="2714" y="604"/>
                    <a:pt x="2434" y="948"/>
                    <a:pt x="2111" y="840"/>
                  </a:cubicBezTo>
                  <a:cubicBezTo>
                    <a:pt x="1917" y="754"/>
                    <a:pt x="1810" y="539"/>
                    <a:pt x="1874" y="345"/>
                  </a:cubicBezTo>
                  <a:close/>
                  <a:moveTo>
                    <a:pt x="3231" y="1077"/>
                  </a:moveTo>
                  <a:cubicBezTo>
                    <a:pt x="3339" y="754"/>
                    <a:pt x="3769" y="733"/>
                    <a:pt x="3920" y="1034"/>
                  </a:cubicBezTo>
                  <a:cubicBezTo>
                    <a:pt x="4071" y="1336"/>
                    <a:pt x="3769" y="1659"/>
                    <a:pt x="3468" y="1551"/>
                  </a:cubicBezTo>
                  <a:cubicBezTo>
                    <a:pt x="3274" y="1486"/>
                    <a:pt x="3166" y="1271"/>
                    <a:pt x="3231" y="1077"/>
                  </a:cubicBezTo>
                  <a:close/>
                  <a:moveTo>
                    <a:pt x="6160" y="2068"/>
                  </a:moveTo>
                  <a:cubicBezTo>
                    <a:pt x="6267" y="1766"/>
                    <a:pt x="5944" y="1465"/>
                    <a:pt x="5643" y="1616"/>
                  </a:cubicBezTo>
                  <a:cubicBezTo>
                    <a:pt x="5341" y="1766"/>
                    <a:pt x="5363" y="2197"/>
                    <a:pt x="5686" y="2305"/>
                  </a:cubicBezTo>
                  <a:cubicBezTo>
                    <a:pt x="5880" y="2369"/>
                    <a:pt x="6095" y="2283"/>
                    <a:pt x="6160" y="2068"/>
                  </a:cubicBezTo>
                  <a:close/>
                  <a:moveTo>
                    <a:pt x="7667" y="2348"/>
                  </a:moveTo>
                  <a:cubicBezTo>
                    <a:pt x="7775" y="2025"/>
                    <a:pt x="7452" y="1745"/>
                    <a:pt x="7150" y="1874"/>
                  </a:cubicBezTo>
                  <a:cubicBezTo>
                    <a:pt x="6849" y="2025"/>
                    <a:pt x="6870" y="2477"/>
                    <a:pt x="7193" y="2585"/>
                  </a:cubicBezTo>
                  <a:cubicBezTo>
                    <a:pt x="7387" y="2649"/>
                    <a:pt x="7602" y="2542"/>
                    <a:pt x="7667" y="2348"/>
                  </a:cubicBezTo>
                  <a:close/>
                  <a:moveTo>
                    <a:pt x="7150" y="5944"/>
                  </a:moveTo>
                  <a:cubicBezTo>
                    <a:pt x="7258" y="5621"/>
                    <a:pt x="6935" y="5341"/>
                    <a:pt x="6633" y="5470"/>
                  </a:cubicBezTo>
                  <a:cubicBezTo>
                    <a:pt x="6332" y="5621"/>
                    <a:pt x="6354" y="6073"/>
                    <a:pt x="6677" y="6181"/>
                  </a:cubicBezTo>
                  <a:cubicBezTo>
                    <a:pt x="6870" y="6245"/>
                    <a:pt x="7086" y="6138"/>
                    <a:pt x="7150" y="5944"/>
                  </a:cubicBezTo>
                  <a:close/>
                  <a:moveTo>
                    <a:pt x="5664" y="5664"/>
                  </a:moveTo>
                  <a:cubicBezTo>
                    <a:pt x="5772" y="5363"/>
                    <a:pt x="5428" y="5061"/>
                    <a:pt x="5126" y="5212"/>
                  </a:cubicBezTo>
                  <a:cubicBezTo>
                    <a:pt x="4825" y="5363"/>
                    <a:pt x="4868" y="5793"/>
                    <a:pt x="5169" y="5901"/>
                  </a:cubicBezTo>
                  <a:cubicBezTo>
                    <a:pt x="5384" y="5966"/>
                    <a:pt x="5578" y="5858"/>
                    <a:pt x="5664" y="5664"/>
                  </a:cubicBezTo>
                  <a:close/>
                  <a:moveTo>
                    <a:pt x="1422" y="4221"/>
                  </a:moveTo>
                  <a:cubicBezTo>
                    <a:pt x="1594" y="3748"/>
                    <a:pt x="2305" y="3984"/>
                    <a:pt x="2133" y="4458"/>
                  </a:cubicBezTo>
                  <a:cubicBezTo>
                    <a:pt x="1982" y="4932"/>
                    <a:pt x="1250" y="4695"/>
                    <a:pt x="1422" y="42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1" name="Google Shape;13401;p33"/>
            <p:cNvSpPr/>
            <p:nvPr/>
          </p:nvSpPr>
          <p:spPr>
            <a:xfrm>
              <a:off x="8473610" y="1114093"/>
              <a:ext cx="464071" cy="371759"/>
            </a:xfrm>
            <a:custGeom>
              <a:avLst/>
              <a:gdLst/>
              <a:ahLst/>
              <a:cxnLst/>
              <a:rect l="l" t="t" r="r" b="b"/>
              <a:pathLst>
                <a:path w="7581" h="6073" extrusionOk="0">
                  <a:moveTo>
                    <a:pt x="690" y="3360"/>
                  </a:moveTo>
                  <a:cubicBezTo>
                    <a:pt x="711" y="3424"/>
                    <a:pt x="711" y="3510"/>
                    <a:pt x="690" y="3597"/>
                  </a:cubicBezTo>
                  <a:cubicBezTo>
                    <a:pt x="604" y="3790"/>
                    <a:pt x="388" y="3898"/>
                    <a:pt x="194" y="3833"/>
                  </a:cubicBezTo>
                  <a:cubicBezTo>
                    <a:pt x="130" y="3812"/>
                    <a:pt x="65" y="3769"/>
                    <a:pt x="22" y="3704"/>
                  </a:cubicBezTo>
                  <a:cubicBezTo>
                    <a:pt x="1" y="3618"/>
                    <a:pt x="1" y="3532"/>
                    <a:pt x="22" y="3467"/>
                  </a:cubicBezTo>
                  <a:cubicBezTo>
                    <a:pt x="87" y="3252"/>
                    <a:pt x="302" y="3166"/>
                    <a:pt x="496" y="3230"/>
                  </a:cubicBezTo>
                  <a:cubicBezTo>
                    <a:pt x="582" y="3252"/>
                    <a:pt x="625" y="3295"/>
                    <a:pt x="668" y="3360"/>
                  </a:cubicBezTo>
                  <a:close/>
                  <a:moveTo>
                    <a:pt x="1831" y="302"/>
                  </a:moveTo>
                  <a:cubicBezTo>
                    <a:pt x="1896" y="108"/>
                    <a:pt x="2111" y="0"/>
                    <a:pt x="2305" y="65"/>
                  </a:cubicBezTo>
                  <a:cubicBezTo>
                    <a:pt x="2391" y="86"/>
                    <a:pt x="2434" y="130"/>
                    <a:pt x="2477" y="194"/>
                  </a:cubicBezTo>
                  <a:cubicBezTo>
                    <a:pt x="2520" y="280"/>
                    <a:pt x="2520" y="366"/>
                    <a:pt x="2477" y="453"/>
                  </a:cubicBezTo>
                  <a:cubicBezTo>
                    <a:pt x="2412" y="646"/>
                    <a:pt x="2197" y="754"/>
                    <a:pt x="2003" y="689"/>
                  </a:cubicBezTo>
                  <a:cubicBezTo>
                    <a:pt x="1939" y="668"/>
                    <a:pt x="1874" y="625"/>
                    <a:pt x="1831" y="560"/>
                  </a:cubicBezTo>
                  <a:cubicBezTo>
                    <a:pt x="1809" y="474"/>
                    <a:pt x="1809" y="388"/>
                    <a:pt x="1831" y="302"/>
                  </a:cubicBezTo>
                  <a:close/>
                  <a:moveTo>
                    <a:pt x="3188" y="1034"/>
                  </a:moveTo>
                  <a:cubicBezTo>
                    <a:pt x="3252" y="819"/>
                    <a:pt x="3468" y="711"/>
                    <a:pt x="3661" y="797"/>
                  </a:cubicBezTo>
                  <a:cubicBezTo>
                    <a:pt x="3726" y="819"/>
                    <a:pt x="3791" y="862"/>
                    <a:pt x="3834" y="905"/>
                  </a:cubicBezTo>
                  <a:cubicBezTo>
                    <a:pt x="3855" y="991"/>
                    <a:pt x="3855" y="1077"/>
                    <a:pt x="3834" y="1163"/>
                  </a:cubicBezTo>
                  <a:cubicBezTo>
                    <a:pt x="3769" y="1357"/>
                    <a:pt x="3554" y="1465"/>
                    <a:pt x="3360" y="1400"/>
                  </a:cubicBezTo>
                  <a:cubicBezTo>
                    <a:pt x="3274" y="1378"/>
                    <a:pt x="3231" y="1335"/>
                    <a:pt x="3188" y="1271"/>
                  </a:cubicBezTo>
                  <a:cubicBezTo>
                    <a:pt x="3145" y="1185"/>
                    <a:pt x="3145" y="1099"/>
                    <a:pt x="3188" y="1034"/>
                  </a:cubicBezTo>
                  <a:close/>
                  <a:moveTo>
                    <a:pt x="6052" y="1680"/>
                  </a:moveTo>
                  <a:cubicBezTo>
                    <a:pt x="6009" y="1615"/>
                    <a:pt x="5944" y="1572"/>
                    <a:pt x="5879" y="1551"/>
                  </a:cubicBezTo>
                  <a:cubicBezTo>
                    <a:pt x="5578" y="1465"/>
                    <a:pt x="5298" y="1745"/>
                    <a:pt x="5406" y="2046"/>
                  </a:cubicBezTo>
                  <a:cubicBezTo>
                    <a:pt x="5449" y="2089"/>
                    <a:pt x="5513" y="2132"/>
                    <a:pt x="5578" y="2154"/>
                  </a:cubicBezTo>
                  <a:cubicBezTo>
                    <a:pt x="5772" y="2218"/>
                    <a:pt x="5987" y="2132"/>
                    <a:pt x="6052" y="1917"/>
                  </a:cubicBezTo>
                  <a:cubicBezTo>
                    <a:pt x="6095" y="1852"/>
                    <a:pt x="6095" y="1766"/>
                    <a:pt x="6052" y="1680"/>
                  </a:cubicBezTo>
                  <a:close/>
                  <a:moveTo>
                    <a:pt x="7559" y="1938"/>
                  </a:moveTo>
                  <a:cubicBezTo>
                    <a:pt x="7516" y="1895"/>
                    <a:pt x="7451" y="1852"/>
                    <a:pt x="7387" y="1831"/>
                  </a:cubicBezTo>
                  <a:cubicBezTo>
                    <a:pt x="7193" y="1745"/>
                    <a:pt x="6978" y="1852"/>
                    <a:pt x="6913" y="2046"/>
                  </a:cubicBezTo>
                  <a:cubicBezTo>
                    <a:pt x="6870" y="2132"/>
                    <a:pt x="6870" y="2218"/>
                    <a:pt x="6913" y="2304"/>
                  </a:cubicBezTo>
                  <a:cubicBezTo>
                    <a:pt x="7085" y="2541"/>
                    <a:pt x="7451" y="2477"/>
                    <a:pt x="7559" y="2197"/>
                  </a:cubicBezTo>
                  <a:cubicBezTo>
                    <a:pt x="7581" y="2111"/>
                    <a:pt x="7581" y="2025"/>
                    <a:pt x="7559" y="1938"/>
                  </a:cubicBezTo>
                  <a:close/>
                  <a:moveTo>
                    <a:pt x="7042" y="5535"/>
                  </a:moveTo>
                  <a:cubicBezTo>
                    <a:pt x="6999" y="5492"/>
                    <a:pt x="6935" y="5448"/>
                    <a:pt x="6870" y="5405"/>
                  </a:cubicBezTo>
                  <a:cubicBezTo>
                    <a:pt x="6590" y="5319"/>
                    <a:pt x="6310" y="5599"/>
                    <a:pt x="6396" y="5879"/>
                  </a:cubicBezTo>
                  <a:cubicBezTo>
                    <a:pt x="6439" y="5944"/>
                    <a:pt x="6504" y="5987"/>
                    <a:pt x="6569" y="6008"/>
                  </a:cubicBezTo>
                  <a:cubicBezTo>
                    <a:pt x="6762" y="6073"/>
                    <a:pt x="6978" y="5965"/>
                    <a:pt x="7042" y="5771"/>
                  </a:cubicBezTo>
                  <a:cubicBezTo>
                    <a:pt x="7085" y="5685"/>
                    <a:pt x="7085" y="5599"/>
                    <a:pt x="7042" y="5513"/>
                  </a:cubicBezTo>
                  <a:close/>
                  <a:moveTo>
                    <a:pt x="5556" y="5276"/>
                  </a:moveTo>
                  <a:cubicBezTo>
                    <a:pt x="5276" y="4953"/>
                    <a:pt x="4760" y="5233"/>
                    <a:pt x="4889" y="5642"/>
                  </a:cubicBezTo>
                  <a:cubicBezTo>
                    <a:pt x="4932" y="5685"/>
                    <a:pt x="4997" y="5728"/>
                    <a:pt x="5061" y="5750"/>
                  </a:cubicBezTo>
                  <a:cubicBezTo>
                    <a:pt x="5276" y="5836"/>
                    <a:pt x="5470" y="5728"/>
                    <a:pt x="5556" y="5513"/>
                  </a:cubicBezTo>
                  <a:cubicBezTo>
                    <a:pt x="5578" y="5448"/>
                    <a:pt x="5578" y="5362"/>
                    <a:pt x="5556" y="5276"/>
                  </a:cubicBezTo>
                  <a:close/>
                  <a:moveTo>
                    <a:pt x="1379" y="4178"/>
                  </a:moveTo>
                  <a:cubicBezTo>
                    <a:pt x="1443" y="3984"/>
                    <a:pt x="1659" y="3876"/>
                    <a:pt x="1853" y="3941"/>
                  </a:cubicBezTo>
                  <a:cubicBezTo>
                    <a:pt x="2025" y="3984"/>
                    <a:pt x="2089" y="4156"/>
                    <a:pt x="2025" y="4307"/>
                  </a:cubicBezTo>
                  <a:cubicBezTo>
                    <a:pt x="1939" y="4609"/>
                    <a:pt x="1551" y="4652"/>
                    <a:pt x="1379" y="4436"/>
                  </a:cubicBezTo>
                  <a:cubicBezTo>
                    <a:pt x="1357" y="4350"/>
                    <a:pt x="1357" y="4264"/>
                    <a:pt x="1379" y="417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2" name="Google Shape;13402;p33"/>
            <p:cNvSpPr/>
            <p:nvPr/>
          </p:nvSpPr>
          <p:spPr>
            <a:xfrm>
              <a:off x="8675311" y="621072"/>
              <a:ext cx="428444" cy="440319"/>
            </a:xfrm>
            <a:custGeom>
              <a:avLst/>
              <a:gdLst/>
              <a:ahLst/>
              <a:cxnLst/>
              <a:rect l="l" t="t" r="r" b="b"/>
              <a:pathLst>
                <a:path w="6999" h="7193" extrusionOk="0">
                  <a:moveTo>
                    <a:pt x="2283" y="883"/>
                  </a:moveTo>
                  <a:cubicBezTo>
                    <a:pt x="4716" y="0"/>
                    <a:pt x="6999" y="2498"/>
                    <a:pt x="5922" y="4846"/>
                  </a:cubicBezTo>
                  <a:cubicBezTo>
                    <a:pt x="4824" y="7193"/>
                    <a:pt x="1443" y="7064"/>
                    <a:pt x="539" y="4630"/>
                  </a:cubicBezTo>
                  <a:cubicBezTo>
                    <a:pt x="0" y="3123"/>
                    <a:pt x="754" y="1443"/>
                    <a:pt x="2283" y="88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3" name="Google Shape;13403;p33"/>
            <p:cNvSpPr/>
            <p:nvPr/>
          </p:nvSpPr>
          <p:spPr>
            <a:xfrm>
              <a:off x="8722752" y="680389"/>
              <a:ext cx="246574" cy="222823"/>
            </a:xfrm>
            <a:custGeom>
              <a:avLst/>
              <a:gdLst/>
              <a:ahLst/>
              <a:cxnLst/>
              <a:rect l="l" t="t" r="r" b="b"/>
              <a:pathLst>
                <a:path w="4028" h="3640" extrusionOk="0">
                  <a:moveTo>
                    <a:pt x="604" y="1551"/>
                  </a:moveTo>
                  <a:cubicBezTo>
                    <a:pt x="1099" y="603"/>
                    <a:pt x="2240" y="259"/>
                    <a:pt x="3166" y="733"/>
                  </a:cubicBezTo>
                  <a:cubicBezTo>
                    <a:pt x="3554" y="926"/>
                    <a:pt x="3855" y="1250"/>
                    <a:pt x="4027" y="1637"/>
                  </a:cubicBezTo>
                  <a:cubicBezTo>
                    <a:pt x="2606" y="1"/>
                    <a:pt x="1" y="1637"/>
                    <a:pt x="840" y="3640"/>
                  </a:cubicBezTo>
                  <a:cubicBezTo>
                    <a:pt x="367" y="3037"/>
                    <a:pt x="259" y="2219"/>
                    <a:pt x="625" y="15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4" name="Google Shape;13404;p33"/>
            <p:cNvSpPr/>
            <p:nvPr/>
          </p:nvSpPr>
          <p:spPr>
            <a:xfrm>
              <a:off x="8745156" y="698875"/>
              <a:ext cx="278222" cy="284772"/>
            </a:xfrm>
            <a:custGeom>
              <a:avLst/>
              <a:gdLst/>
              <a:ahLst/>
              <a:cxnLst/>
              <a:rect l="l" t="t" r="r" b="b"/>
              <a:pathLst>
                <a:path w="4545" h="4652" extrusionOk="0">
                  <a:moveTo>
                    <a:pt x="1486" y="581"/>
                  </a:moveTo>
                  <a:cubicBezTo>
                    <a:pt x="3058" y="0"/>
                    <a:pt x="4544" y="1615"/>
                    <a:pt x="3834" y="3144"/>
                  </a:cubicBezTo>
                  <a:cubicBezTo>
                    <a:pt x="3145" y="4651"/>
                    <a:pt x="948" y="4565"/>
                    <a:pt x="367" y="2993"/>
                  </a:cubicBezTo>
                  <a:cubicBezTo>
                    <a:pt x="1" y="2024"/>
                    <a:pt x="517" y="926"/>
                    <a:pt x="1486" y="58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5" name="Google Shape;13405;p33"/>
            <p:cNvSpPr/>
            <p:nvPr/>
          </p:nvSpPr>
          <p:spPr>
            <a:xfrm>
              <a:off x="9069469" y="51594"/>
              <a:ext cx="829218" cy="676303"/>
            </a:xfrm>
            <a:custGeom>
              <a:avLst/>
              <a:gdLst/>
              <a:ahLst/>
              <a:cxnLst/>
              <a:rect l="l" t="t" r="r" b="b"/>
              <a:pathLst>
                <a:path w="13546" h="11048" extrusionOk="0">
                  <a:moveTo>
                    <a:pt x="0" y="9217"/>
                  </a:moveTo>
                  <a:lnTo>
                    <a:pt x="1249" y="11048"/>
                  </a:lnTo>
                  <a:lnTo>
                    <a:pt x="13545" y="2628"/>
                  </a:lnTo>
                  <a:lnTo>
                    <a:pt x="13545" y="151"/>
                  </a:lnTo>
                  <a:lnTo>
                    <a:pt x="13459" y="1"/>
                  </a:ln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6" name="Google Shape;13406;p33"/>
            <p:cNvSpPr/>
            <p:nvPr/>
          </p:nvSpPr>
          <p:spPr>
            <a:xfrm>
              <a:off x="9085262" y="81895"/>
              <a:ext cx="813425" cy="646002"/>
            </a:xfrm>
            <a:custGeom>
              <a:avLst/>
              <a:gdLst/>
              <a:ahLst/>
              <a:cxnLst/>
              <a:rect l="l" t="t" r="r" b="b"/>
              <a:pathLst>
                <a:path w="13288" h="10553" extrusionOk="0">
                  <a:moveTo>
                    <a:pt x="991" y="10553"/>
                  </a:moveTo>
                  <a:lnTo>
                    <a:pt x="13287" y="2133"/>
                  </a:lnTo>
                  <a:lnTo>
                    <a:pt x="13287" y="1"/>
                  </a:lnTo>
                  <a:lnTo>
                    <a:pt x="0" y="911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7" name="Google Shape;13407;p33"/>
            <p:cNvSpPr/>
            <p:nvPr/>
          </p:nvSpPr>
          <p:spPr>
            <a:xfrm>
              <a:off x="9115563" y="146538"/>
              <a:ext cx="783123" cy="581359"/>
            </a:xfrm>
            <a:custGeom>
              <a:avLst/>
              <a:gdLst/>
              <a:ahLst/>
              <a:cxnLst/>
              <a:rect l="l" t="t" r="r" b="b"/>
              <a:pathLst>
                <a:path w="12793" h="9497" extrusionOk="0">
                  <a:moveTo>
                    <a:pt x="496" y="9497"/>
                  </a:moveTo>
                  <a:lnTo>
                    <a:pt x="12792" y="1077"/>
                  </a:lnTo>
                  <a:lnTo>
                    <a:pt x="12792" y="0"/>
                  </a:lnTo>
                  <a:lnTo>
                    <a:pt x="1" y="876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8" name="Google Shape;13408;p33"/>
            <p:cNvSpPr/>
            <p:nvPr/>
          </p:nvSpPr>
          <p:spPr>
            <a:xfrm>
              <a:off x="8791312" y="793758"/>
              <a:ext cx="233352" cy="224169"/>
            </a:xfrm>
            <a:custGeom>
              <a:avLst/>
              <a:gdLst/>
              <a:ahLst/>
              <a:cxnLst/>
              <a:rect l="l" t="t" r="r" b="b"/>
              <a:pathLst>
                <a:path w="3812" h="3662" extrusionOk="0">
                  <a:moveTo>
                    <a:pt x="2951" y="0"/>
                  </a:moveTo>
                  <a:cubicBezTo>
                    <a:pt x="3661" y="819"/>
                    <a:pt x="3510" y="2068"/>
                    <a:pt x="2627" y="2692"/>
                  </a:cubicBezTo>
                  <a:cubicBezTo>
                    <a:pt x="1745" y="3317"/>
                    <a:pt x="517" y="3037"/>
                    <a:pt x="0" y="2089"/>
                  </a:cubicBezTo>
                  <a:cubicBezTo>
                    <a:pt x="1314" y="3661"/>
                    <a:pt x="3812" y="2197"/>
                    <a:pt x="3101" y="280"/>
                  </a:cubicBezTo>
                  <a:cubicBezTo>
                    <a:pt x="3058" y="194"/>
                    <a:pt x="3015" y="87"/>
                    <a:pt x="29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09" name="Google Shape;13409;p33"/>
            <p:cNvSpPr/>
            <p:nvPr/>
          </p:nvSpPr>
          <p:spPr>
            <a:xfrm>
              <a:off x="8811075" y="773975"/>
              <a:ext cx="131875" cy="138474"/>
            </a:xfrm>
            <a:custGeom>
              <a:avLst/>
              <a:gdLst/>
              <a:ahLst/>
              <a:cxnLst/>
              <a:rect l="l" t="t" r="r" b="b"/>
              <a:pathLst>
                <a:path w="2197" h="2262" extrusionOk="0">
                  <a:moveTo>
                    <a:pt x="711" y="280"/>
                  </a:moveTo>
                  <a:cubicBezTo>
                    <a:pt x="1486" y="0"/>
                    <a:pt x="2197" y="776"/>
                    <a:pt x="1852" y="1508"/>
                  </a:cubicBezTo>
                  <a:cubicBezTo>
                    <a:pt x="1529" y="2262"/>
                    <a:pt x="453" y="2218"/>
                    <a:pt x="173" y="1443"/>
                  </a:cubicBezTo>
                  <a:cubicBezTo>
                    <a:pt x="0" y="969"/>
                    <a:pt x="237" y="453"/>
                    <a:pt x="711" y="28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10" name="Google Shape;13410;p33"/>
            <p:cNvSpPr/>
            <p:nvPr/>
          </p:nvSpPr>
          <p:spPr>
            <a:xfrm>
              <a:off x="8832141" y="820141"/>
              <a:ext cx="120043" cy="118696"/>
            </a:xfrm>
            <a:custGeom>
              <a:avLst/>
              <a:gdLst/>
              <a:ahLst/>
              <a:cxnLst/>
              <a:rect l="l" t="t" r="r" b="b"/>
              <a:pathLst>
                <a:path w="1961" h="1939" extrusionOk="0">
                  <a:moveTo>
                    <a:pt x="1444" y="0"/>
                  </a:moveTo>
                  <a:cubicBezTo>
                    <a:pt x="1508" y="65"/>
                    <a:pt x="1551" y="172"/>
                    <a:pt x="1594" y="259"/>
                  </a:cubicBezTo>
                  <a:cubicBezTo>
                    <a:pt x="1960" y="1271"/>
                    <a:pt x="539" y="1938"/>
                    <a:pt x="1" y="1012"/>
                  </a:cubicBezTo>
                  <a:cubicBezTo>
                    <a:pt x="647" y="1744"/>
                    <a:pt x="1853" y="1055"/>
                    <a:pt x="1508" y="129"/>
                  </a:cubicBezTo>
                  <a:cubicBezTo>
                    <a:pt x="1487" y="86"/>
                    <a:pt x="1465" y="43"/>
                    <a:pt x="14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4" name="Google Shape;13357;p33"/>
          <p:cNvSpPr/>
          <p:nvPr/>
        </p:nvSpPr>
        <p:spPr>
          <a:xfrm>
            <a:off x="4595436" y="3201104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5" name="Google Shape;13357;p33"/>
          <p:cNvSpPr/>
          <p:nvPr/>
        </p:nvSpPr>
        <p:spPr>
          <a:xfrm>
            <a:off x="800167" y="3588263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6" name="Google Shape;13357;p33"/>
          <p:cNvSpPr/>
          <p:nvPr/>
        </p:nvSpPr>
        <p:spPr>
          <a:xfrm>
            <a:off x="4607963" y="3994786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13369;p33"/>
          <p:cNvSpPr txBox="1">
            <a:spLocks noGrp="1"/>
          </p:cNvSpPr>
          <p:nvPr>
            <p:ph type="title" idx="7"/>
          </p:nvPr>
        </p:nvSpPr>
        <p:spPr>
          <a:xfrm>
            <a:off x="800167" y="3801738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60" name="Google Shape;13369;p33"/>
          <p:cNvSpPr txBox="1">
            <a:spLocks noGrp="1"/>
          </p:cNvSpPr>
          <p:nvPr>
            <p:ph type="title" idx="7"/>
          </p:nvPr>
        </p:nvSpPr>
        <p:spPr>
          <a:xfrm>
            <a:off x="4595436" y="3380952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08</a:t>
            </a:r>
            <a:endParaRPr dirty="0"/>
          </a:p>
        </p:txBody>
      </p:sp>
      <p:sp>
        <p:nvSpPr>
          <p:cNvPr id="61" name="Google Shape;13369;p33"/>
          <p:cNvSpPr txBox="1">
            <a:spLocks noGrp="1"/>
          </p:cNvSpPr>
          <p:nvPr>
            <p:ph type="title" idx="7"/>
          </p:nvPr>
        </p:nvSpPr>
        <p:spPr>
          <a:xfrm>
            <a:off x="4590981" y="4221613"/>
            <a:ext cx="7365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09</a:t>
            </a:r>
            <a:endParaRPr dirty="0"/>
          </a:p>
        </p:txBody>
      </p:sp>
      <p:sp>
        <p:nvSpPr>
          <p:cNvPr id="62" name="Google Shape;13357;p33"/>
          <p:cNvSpPr/>
          <p:nvPr/>
        </p:nvSpPr>
        <p:spPr>
          <a:xfrm>
            <a:off x="800184" y="4375763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Title 3"/>
          <p:cNvSpPr>
            <a:spLocks noGrp="1"/>
          </p:cNvSpPr>
          <p:nvPr>
            <p:ph type="title" idx="7"/>
          </p:nvPr>
        </p:nvSpPr>
        <p:spPr/>
        <p:txBody>
          <a:bodyPr/>
          <a:lstStyle/>
          <a:p>
            <a:r>
              <a:rPr lang="en-US" dirty="0" smtClean="0"/>
              <a:t>06</a:t>
            </a:r>
            <a:endParaRPr lang="ar-BH" dirty="0"/>
          </a:p>
        </p:txBody>
      </p:sp>
      <p:sp>
        <p:nvSpPr>
          <p:cNvPr id="64" name="Title 2"/>
          <p:cNvSpPr>
            <a:spLocks noGrp="1"/>
          </p:cNvSpPr>
          <p:nvPr>
            <p:ph type="title" idx="7"/>
          </p:nvPr>
        </p:nvSpPr>
        <p:spPr>
          <a:xfrm>
            <a:off x="800184" y="4576132"/>
            <a:ext cx="736500" cy="350700"/>
          </a:xfrm>
        </p:spPr>
        <p:txBody>
          <a:bodyPr/>
          <a:lstStyle/>
          <a:p>
            <a:r>
              <a:rPr lang="en-US" dirty="0" smtClean="0"/>
              <a:t>05</a:t>
            </a:r>
            <a:endParaRPr lang="ar-BH" dirty="0"/>
          </a:p>
        </p:txBody>
      </p:sp>
      <p:sp>
        <p:nvSpPr>
          <p:cNvPr id="65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1662655" y="3858476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gsw-FR" dirty="0"/>
              <a:t>Working Scenarios</a:t>
            </a:r>
            <a:r>
              <a:rPr lang="en-US" dirty="0"/>
              <a:t/>
            </a:r>
            <a:br>
              <a:rPr lang="en-US" dirty="0"/>
            </a:br>
            <a:endParaRPr dirty="0"/>
          </a:p>
        </p:txBody>
      </p:sp>
      <p:sp>
        <p:nvSpPr>
          <p:cNvPr id="66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1662655" y="4497036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gsw-FR" dirty="0"/>
              <a:t>Multi-Tool Selection</a:t>
            </a:r>
            <a:endParaRPr dirty="0"/>
          </a:p>
        </p:txBody>
      </p:sp>
      <p:sp>
        <p:nvSpPr>
          <p:cNvPr id="67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5489444" y="3430497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gsw-FR" dirty="0"/>
              <a:t>Production Line Integration </a:t>
            </a:r>
            <a:endParaRPr dirty="0"/>
          </a:p>
        </p:txBody>
      </p:sp>
      <p:sp>
        <p:nvSpPr>
          <p:cNvPr id="68" name="Google Shape;13368;p33"/>
          <p:cNvSpPr txBox="1">
            <a:spLocks noGrp="1"/>
          </p:cNvSpPr>
          <p:nvPr>
            <p:ph type="subTitle" idx="6"/>
          </p:nvPr>
        </p:nvSpPr>
        <p:spPr>
          <a:xfrm>
            <a:off x="5489443" y="1541578"/>
            <a:ext cx="2912400" cy="3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gsw-FR" dirty="0"/>
              <a:t>Pick-and-Sort Demo</a:t>
            </a:r>
            <a:endParaRPr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5FF6DDE7-E786-6E1A-68F9-40ABB036F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42BD9DC9-4C6F-725C-9D5A-60F89DA77E39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BA868400-85C1-437A-A179-F80DBA0278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5289" y="3017094"/>
            <a:ext cx="470985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Robot introduction</a:t>
            </a:r>
            <a:endParaRPr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2FDB3A08-5584-DBF5-901F-D5895DDFBD5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1B82B0DC-6189-E21C-D7A6-B738EF9CB3CB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4990A8DA-511A-10F2-3E9F-5BFCD2EECF79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3EA33A30-577E-34F6-4AB2-03EBE81C8D5F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55796C76-B9D0-62BF-D30C-9F31EC27DB96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11CCCE11-464E-4340-3949-EC748B45BD54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B0C143D6-A950-912D-27DF-556CAAE40C7A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9F6E2697-D2C6-EA36-2190-C155CEBB10FE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A7390031-2EF4-156D-7498-74E32468ACBA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DD306B43-F567-CBF9-B9FE-F5510AE8549B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51DFBB0A-4DB6-72BB-1B70-F56A16B8C843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4DAF38F5-DB3E-ABB1-6B7D-6A0582106A7F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A24CF016-835D-200C-45EA-7549E0E0A25E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0F41F3F2-8471-DFFE-BA79-9DDD88EE4BB1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506380F8-362D-0B22-A3EB-10C756D98A4F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B9947DBA-7994-D1BD-0660-E622A7372F2A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8D328159-A375-BAB5-049C-9CE8D119C99F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44C2FBEB-D3C7-BCA2-630A-EA874F16F83B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567758B7-C654-338A-DAB5-4049CE00DD0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C2EDA8C2-8E6D-A9BB-148F-2F5CB5EB3092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7C94B9AF-C6AF-F501-D67F-F2D0FBD04305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35248572-944D-5B93-2E88-059A62C4B10C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633773FA-5168-216D-0D9B-544338F2A4F8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DDD7B24E-142C-6634-0597-74CB8A89FAF6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A69B7828-BF21-3927-62D9-5A2E5522DA79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08306415-FE88-F12D-3D31-7556C724896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B3551FFA-43F9-2B79-96EA-27504D50BD2B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BFF7CC60-3563-9D4B-0E12-AAA8A7D1F29D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8FDC4C34-59C9-30F0-5A1C-27DFB5D390EC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EB593D50-9C4C-C950-BA03-568891FD3456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D8FDD8B6-07A0-C6D2-7675-1F3E69B3F1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F2A38CC8-3714-81F9-0261-49E6FDC3FB1D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034CBB6-CBFD-C811-7821-94FE71CCBF4E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92A5B3B0-5EC6-CB94-45DB-F35F1FF984BB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F32F2C46-BC40-8250-1F28-92DE84F977DC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40D1BAC2-4C96-1220-3741-CD7515FA0458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54986456-BA2C-DE0A-F5E9-7ABB3D7F5E4B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8C811720-7DE4-158C-E674-249E987343CF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85C6435B-68FD-6A5D-31F6-B6BE4365D671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3D210AA5-9DAA-969A-35B8-A650F8FFDC33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CA147550-29E6-13B0-AFF2-E0EA107E951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4690E7BE-2F83-CC79-ADF9-B2200F0EE3E1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327E09F5-8438-1F11-A37C-125C586DEB5B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429288D2-FF99-9DF8-1E12-6597C5181EC8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25EF9A69-5608-7207-4525-788D415FEEBF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301D3EBF-D7C5-A978-449A-3D310C189299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AF277F27-6000-CCFE-D961-E6AE86C2FD29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96E13253-5291-D4DE-3193-85C7D5ECDB4A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3426FE12-6268-1948-6AA1-753733E50F8B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2D255156-52C0-756B-ED94-7C28CD5D5082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56FD3AEE-3710-5F9A-2F9A-243752EE588E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96040328-181B-BE56-4E06-FD9D91557A17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3BE38988-D4D6-0D1C-711A-1C49897D1C70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4F6DB4D2-169E-C148-25F6-9F75157C7B10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DAC66AF1-8613-761D-3DC5-3E31E3D89332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25372A2-B839-0219-2A1D-55950DC42283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5CB4143F-47D1-FFE8-A69C-F6922C5E04F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F7039B7E-5F23-B284-47AF-606C6AE4C475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76174C38-4D1E-651B-61D8-3A3CC2723811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90C47DCF-9066-3EC2-8BEC-E977AD14506A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4C4A6A8A-4CC6-EACD-E00E-6958C16A18C0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6BB04593-2E10-99EA-9DAD-08DD71A0DA7D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8545969E-ED11-5190-D18E-A5BC7333C5F0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2C9E575B-969F-4AB9-3A23-F2594FAB54A5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92F7E4FB-3441-EB11-98EB-8EAF1BD70200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8DDC0A6E-37EE-A68F-D9B9-3D8F0F2E9340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34387F99-6782-D679-6F6F-B3FD225F823D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3ED72BDB-C3C8-7A75-9CAD-B658FFD17A8E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D63747A8-78E9-046E-BA78-0B76C11FB4F6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0EF72046-929A-35EE-145E-94516535E8B8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CC66B33B-D71F-17B3-B253-6F26532E832F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E4B70208-9BA8-77BB-2263-A983F11E9F70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F19E1DA4-FA20-A1F9-AE9D-1E3E431CC2B9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FCB6DD62-01F1-5CB1-093E-456B54CC1A37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6C5D177C-94A2-3A9E-E245-2178CCFEE4DB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3DDEB0EA-452D-F7AB-FDC7-0CC73845187D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73967229-79BA-1504-02BF-F14F4DD59B0D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592FEB-D614-23E6-28FD-35AC9ADB7D79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A6D87816-3E3F-BC96-149B-27FDCDEC1B7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D49FDE47-1EBD-A118-02CE-1CC01ECA2E37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1942CFBA-98C7-F958-76BD-D3EDFA836AB2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1C1D0F73-2E25-4CBB-AAD8-9CA1D4AD045C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66D19E32-C555-807C-3EB7-AA09CB1EF8CC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78044F50-1352-5752-DB05-A264EC796AC5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110410B3-5B0E-08AA-9CBC-7C3279D4FA3F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3B760B59-8837-1F82-25CE-13636E945A18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1332D37D-2767-3678-C52B-2BEAEB7C01A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91675721-041F-4CBA-AA15-8B84A00DC909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77A3B7B9-535F-CEA5-1A97-A67C986FB4F3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1215835A-EEB9-A7A1-C4DC-4C5A5C4DE59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5F3128C1-3EB7-332D-F34F-4DFE28536BE5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28AF97AB-F639-476E-1470-5DAD86CF44B1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06061162-FAA0-3311-58B1-191D26541C5F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B379B138-FDAE-963F-AF68-7A2A4194CD6D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F33B0E57-3FF8-FD32-F096-0CBB8702B8E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6B14004B-2F18-4012-E95C-E3CCF116DBE2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CCC275D3-9F3A-CC66-493F-2AB5D65EEA63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E61E2DA9-B5FA-E464-6BB6-6F0DC636A4E8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3922BD10-507B-081C-16EC-720CD103FA73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2813C6F8-68A7-04BC-318E-BE1C93411C1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3296A9C6-8186-E597-AEBB-BD3922A26D5D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5582DF3-0B01-7846-C6B6-F9A66441EB30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B23F082C-6ADF-7FF1-4817-3A4BFC392C1A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74592C71-FC06-D619-6396-B1AE689D1B4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D6DC3A0B-5668-B5C2-AC65-A8EE0B67B78F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5B3E870A-72C5-0D2D-D9E8-6F7BBD8417B0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A11F7FA-4D43-FB61-2707-7B3B7CEB7077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374CBA4D-494B-EC9E-C5AD-83CAA1B84C26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824E83A5-F2AD-E750-BAE6-DCC31FCEB002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976CB278-E914-28F5-54F8-34C35BD79ECF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03B434E1-E809-32E1-1B8E-95FEC66108A8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96713946-E660-5A22-82BA-9F66AC7BEF1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E8946FF1-B7FB-E50E-F42B-8E918C09E8FC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039F96F5-DC4E-403A-D9FF-690BD593BF74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01C50BD9-75BE-AB5D-3381-E9AA503DC8E1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3C48367B-1CF9-8965-75A9-0EDB33BFB2E1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41C850F1-88C8-322A-80AD-8F058B18FD7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B960F905-3B5F-6F0B-5845-7AE9E76B35FA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E7C76EF4-78B5-1A5D-3798-870C30EC9D3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BFA421D7-7A62-C483-B0E4-69BCE4C1A24F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B5A7A791-6B47-8BF4-0BAA-C86EF49BCB98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A85AD1B6-BF8A-384C-BD2D-B8D229EC8B38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D2A65D52-2648-AA66-79C2-359C98E0A018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637D0AF-A8A5-D81F-8A0A-75F49DF275D8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D72250AB-32A7-1774-893E-59C8F7F1A22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D5645ED4-130C-5A12-2F01-4DF87E80CFE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5C8546A9-CC80-90D9-0032-9D957C4C6965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B6C21BE2-BDEF-622B-5F3B-057171AAEFD3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D3D00DBE-0818-7356-F12F-C30E8A942F63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E8950E2A-6DBD-8221-A727-B94B46DA4FB1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33F6DB67-F585-DD74-AD26-F4C5304FAB7A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377C0180-3DF6-6B38-607F-D14EDFAB8CB3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53AD5B96-6A3E-0A50-C5A8-02C841A62CE1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D58CF880-AEB5-FB1F-5C6E-ACB56FABF41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20E472CE-6E43-876A-935C-08E35AA22289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5BE36639-10D9-2B01-63F2-38218F7A0043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B705B428-2271-093E-F13A-8B922C8960B5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3B27FE8F-AA63-D3E8-1CB4-552B12161341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30DC5012-AEBB-10C8-5615-2EF95673A3FB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0D8DAFC1-651E-1056-9F5F-59EA7349104F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2BB83F53-A9F6-83AC-22E0-95664567EAAB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52D162EB-5D33-606F-C738-B89CDFFD65D7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956B3655-C791-A8A9-F88B-74B88CC5A229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2A6FEA62-2571-4483-8845-E61E93ECEB92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0F690BAB-A300-CEA2-4DE7-EEB71F12C86F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9451EB04-4287-E8D0-00B7-46049DA15DCF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168C6DC9-F50D-5DCD-6640-68D53253EE07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FF4136BA-C5F0-94E5-8DFF-F19D35B3F0F9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545C1124-C630-10EE-83B5-C6263648A09D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C86E2A72-D84D-5327-08F5-AD1D6AC7FA36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839F6C3C-8963-DE18-D378-A420429C16DF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ED52BCCF-61B7-71FA-592F-1956F4D1A9DE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F81B3A1E-6ADE-B51C-203B-957BE19E5260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B2E5267E-D68C-93A0-3D29-67E778FCB5C5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F45A4BED-ADDB-0186-6A1D-3DD84EE69248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F9CBF4A5-39A4-D650-7122-CD29AC2988F5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B8FC63D1-10D0-9CF7-9FCD-1651BD37C968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BDE21154-AF7E-7E83-7455-77A1D2252D58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BAE964E1-2D50-B3CA-156C-E75C52C4B0D2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E6C7FB9D-255F-B782-8F94-48C50C13069C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7C1D2979-28EE-6E04-C4EC-F5FD1510160F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CCEAD0DA-0D6E-6FA7-3B55-C6D7A9CA5BE0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4BA7EED-DA24-6ED7-6E37-AE7321C1870F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2D464250-A72F-954F-C1FB-01CCBF660385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4F56668C-1FF2-4079-3471-474C5F3B47D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291823483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6"/>
            </a:gs>
            <a:gs pos="37000">
              <a:schemeClr val="accent6"/>
            </a:gs>
            <a:gs pos="100000">
              <a:schemeClr val="dk1"/>
            </a:gs>
          </a:gsLst>
          <a:lin ang="8100019" scaled="0"/>
        </a:gradFill>
        <a:effectLst/>
      </p:bgPr>
    </p:bg>
    <p:spTree>
      <p:nvGrpSpPr>
        <p:cNvPr id="1" name="Shape 13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3" name="Google Shape;13333;p32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Robot Introduction</a:t>
            </a:r>
            <a:endParaRPr sz="2500" dirty="0"/>
          </a:p>
        </p:txBody>
      </p:sp>
      <p:sp>
        <p:nvSpPr>
          <p:cNvPr id="13335" name="Google Shape;13335;p32"/>
          <p:cNvSpPr txBox="1"/>
          <p:nvPr/>
        </p:nvSpPr>
        <p:spPr>
          <a:xfrm>
            <a:off x="720000" y="1062722"/>
            <a:ext cx="7704000" cy="283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Smart robotics plays a key role in modern industrial production lines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Robots are widely used for: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Material handling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Packaging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Sorting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Assembly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Pick-and-place is one of the most common industrial robotic tasks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Automating pick-and-place improves: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Speed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Accuracy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Consistency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chemeClr val="bg1"/>
                </a:solidFill>
                <a:latin typeface="DM Sans"/>
                <a:ea typeface="DM Sans"/>
                <a:cs typeface="DM Sans"/>
                <a:sym typeface="DM Sans"/>
              </a:rPr>
              <a:t>Safety</a:t>
            </a:r>
            <a:endParaRPr sz="1200" dirty="0">
              <a:solidFill>
                <a:schemeClr val="bg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338" name="Google Shape;13338;p32"/>
          <p:cNvGrpSpPr/>
          <p:nvPr/>
        </p:nvGrpSpPr>
        <p:grpSpPr>
          <a:xfrm>
            <a:off x="3722400" y="4521513"/>
            <a:ext cx="462413" cy="323709"/>
            <a:chOff x="75" y="3006199"/>
            <a:chExt cx="316266" cy="221400"/>
          </a:xfrm>
        </p:grpSpPr>
        <p:sp>
          <p:nvSpPr>
            <p:cNvPr id="13339" name="Google Shape;13339;p32"/>
            <p:cNvSpPr/>
            <p:nvPr/>
          </p:nvSpPr>
          <p:spPr>
            <a:xfrm>
              <a:off x="110776" y="3006199"/>
              <a:ext cx="205565" cy="193742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0" name="Google Shape;13340;p32"/>
            <p:cNvSpPr/>
            <p:nvPr/>
          </p:nvSpPr>
          <p:spPr>
            <a:xfrm>
              <a:off x="150256" y="3022033"/>
              <a:ext cx="166085" cy="154192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1" name="Google Shape;13341;p32"/>
            <p:cNvSpPr/>
            <p:nvPr/>
          </p:nvSpPr>
          <p:spPr>
            <a:xfrm>
              <a:off x="154268" y="3053632"/>
              <a:ext cx="114641" cy="122593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2" name="Google Shape;13342;p32"/>
            <p:cNvSpPr/>
            <p:nvPr/>
          </p:nvSpPr>
          <p:spPr>
            <a:xfrm>
              <a:off x="173973" y="3073407"/>
              <a:ext cx="79172" cy="75160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3" name="Google Shape;13343;p32"/>
            <p:cNvSpPr/>
            <p:nvPr/>
          </p:nvSpPr>
          <p:spPr>
            <a:xfrm>
              <a:off x="75" y="3065525"/>
              <a:ext cx="142369" cy="162074"/>
            </a:xfrm>
            <a:custGeom>
              <a:avLst/>
              <a:gdLst/>
              <a:ahLst/>
              <a:cxnLst/>
              <a:rect l="l" t="t" r="r" b="b"/>
              <a:pathLst>
                <a:path w="2023" h="2303" extrusionOk="0">
                  <a:moveTo>
                    <a:pt x="394" y="1460"/>
                  </a:moveTo>
                  <a:cubicBezTo>
                    <a:pt x="1" y="562"/>
                    <a:pt x="1292" y="0"/>
                    <a:pt x="1686" y="843"/>
                  </a:cubicBezTo>
                  <a:cubicBezTo>
                    <a:pt x="2023" y="1741"/>
                    <a:pt x="731" y="2303"/>
                    <a:pt x="394" y="146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4" name="Google Shape;13344;p32"/>
            <p:cNvSpPr/>
            <p:nvPr/>
          </p:nvSpPr>
          <p:spPr>
            <a:xfrm>
              <a:off x="27733" y="3101065"/>
              <a:ext cx="87054" cy="87054"/>
            </a:xfrm>
            <a:custGeom>
              <a:avLst/>
              <a:gdLst/>
              <a:ahLst/>
              <a:cxnLst/>
              <a:rect l="l" t="t" r="r" b="b"/>
              <a:pathLst>
                <a:path w="1237" h="1237" extrusionOk="0">
                  <a:moveTo>
                    <a:pt x="169" y="843"/>
                  </a:moveTo>
                  <a:cubicBezTo>
                    <a:pt x="1" y="562"/>
                    <a:pt x="169" y="281"/>
                    <a:pt x="394" y="169"/>
                  </a:cubicBezTo>
                  <a:cubicBezTo>
                    <a:pt x="843" y="1"/>
                    <a:pt x="1236" y="394"/>
                    <a:pt x="1068" y="787"/>
                  </a:cubicBezTo>
                  <a:cubicBezTo>
                    <a:pt x="956" y="1236"/>
                    <a:pt x="338" y="1236"/>
                    <a:pt x="169" y="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5" name="Google Shape;13345;p32"/>
            <p:cNvSpPr/>
            <p:nvPr/>
          </p:nvSpPr>
          <p:spPr>
            <a:xfrm>
              <a:off x="31674" y="3105006"/>
              <a:ext cx="87054" cy="83113"/>
            </a:xfrm>
            <a:custGeom>
              <a:avLst/>
              <a:gdLst/>
              <a:ahLst/>
              <a:cxnLst/>
              <a:rect l="l" t="t" r="r" b="b"/>
              <a:pathLst>
                <a:path w="1237" h="1181" extrusionOk="0">
                  <a:moveTo>
                    <a:pt x="113" y="787"/>
                  </a:moveTo>
                  <a:cubicBezTo>
                    <a:pt x="1" y="619"/>
                    <a:pt x="57" y="450"/>
                    <a:pt x="169" y="282"/>
                  </a:cubicBezTo>
                  <a:cubicBezTo>
                    <a:pt x="169" y="225"/>
                    <a:pt x="226" y="225"/>
                    <a:pt x="282" y="225"/>
                  </a:cubicBezTo>
                  <a:cubicBezTo>
                    <a:pt x="787" y="1"/>
                    <a:pt x="1237" y="506"/>
                    <a:pt x="900" y="956"/>
                  </a:cubicBezTo>
                  <a:cubicBezTo>
                    <a:pt x="900" y="1012"/>
                    <a:pt x="843" y="1012"/>
                    <a:pt x="787" y="1068"/>
                  </a:cubicBezTo>
                  <a:cubicBezTo>
                    <a:pt x="506" y="1180"/>
                    <a:pt x="169" y="1068"/>
                    <a:pt x="57" y="78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6" name="Google Shape;13346;p32"/>
            <p:cNvSpPr/>
            <p:nvPr/>
          </p:nvSpPr>
          <p:spPr>
            <a:xfrm>
              <a:off x="39626" y="3124781"/>
              <a:ext cx="55385" cy="47503"/>
            </a:xfrm>
            <a:custGeom>
              <a:avLst/>
              <a:gdLst/>
              <a:ahLst/>
              <a:cxnLst/>
              <a:rect l="l" t="t" r="r" b="b"/>
              <a:pathLst>
                <a:path w="787" h="675" extrusionOk="0">
                  <a:moveTo>
                    <a:pt x="450" y="618"/>
                  </a:moveTo>
                  <a:cubicBezTo>
                    <a:pt x="113" y="618"/>
                    <a:pt x="0" y="225"/>
                    <a:pt x="225" y="1"/>
                  </a:cubicBezTo>
                  <a:cubicBezTo>
                    <a:pt x="169" y="57"/>
                    <a:pt x="169" y="113"/>
                    <a:pt x="169" y="169"/>
                  </a:cubicBezTo>
                  <a:cubicBezTo>
                    <a:pt x="113" y="338"/>
                    <a:pt x="281" y="562"/>
                    <a:pt x="506" y="562"/>
                  </a:cubicBezTo>
                  <a:cubicBezTo>
                    <a:pt x="562" y="562"/>
                    <a:pt x="674" y="562"/>
                    <a:pt x="787" y="450"/>
                  </a:cubicBezTo>
                  <a:cubicBezTo>
                    <a:pt x="730" y="562"/>
                    <a:pt x="562" y="675"/>
                    <a:pt x="450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347" name="Google Shape;13347;p32"/>
          <p:cNvGrpSpPr/>
          <p:nvPr/>
        </p:nvGrpSpPr>
        <p:grpSpPr>
          <a:xfrm>
            <a:off x="4339719" y="4475313"/>
            <a:ext cx="156092" cy="306422"/>
            <a:chOff x="474406" y="2974600"/>
            <a:chExt cx="106759" cy="209577"/>
          </a:xfrm>
        </p:grpSpPr>
        <p:sp>
          <p:nvSpPr>
            <p:cNvPr id="13348" name="Google Shape;13348;p32"/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49" name="Google Shape;13349;p32"/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0" name="Google Shape;13350;p32"/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351" name="Google Shape;13351;p32"/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2" name="Google Shape;13632;p36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Objectives</a:t>
            </a:r>
            <a:endParaRPr sz="3200" dirty="0"/>
          </a:p>
        </p:txBody>
      </p:sp>
      <p:sp>
        <p:nvSpPr>
          <p:cNvPr id="13633" name="Google Shape;13633;p36"/>
          <p:cNvSpPr txBox="1">
            <a:spLocks noGrp="1"/>
          </p:cNvSpPr>
          <p:nvPr>
            <p:ph type="subTitle" idx="1"/>
          </p:nvPr>
        </p:nvSpPr>
        <p:spPr>
          <a:xfrm>
            <a:off x="466312" y="2580529"/>
            <a:ext cx="3000300" cy="5846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</a:pPr>
            <a:r>
              <a:rPr lang="en-US" dirty="0"/>
              <a:t>Smart Robotic Pick-and-Place System</a:t>
            </a:r>
          </a:p>
        </p:txBody>
      </p:sp>
      <p:sp>
        <p:nvSpPr>
          <p:cNvPr id="13635" name="Google Shape;13635;p36"/>
          <p:cNvSpPr txBox="1">
            <a:spLocks noGrp="1"/>
          </p:cNvSpPr>
          <p:nvPr>
            <p:ph type="subTitle" idx="3"/>
          </p:nvPr>
        </p:nvSpPr>
        <p:spPr>
          <a:xfrm>
            <a:off x="3884482" y="2289186"/>
            <a:ext cx="4041360" cy="87599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>
              <a:buClr>
                <a:schemeClr val="dk1"/>
              </a:buClr>
              <a:buSzPts val="1100"/>
            </a:pPr>
            <a:r>
              <a:rPr lang="en-US" dirty="0"/>
              <a:t>The system uses the NED2 collaborative robotic arm</a:t>
            </a:r>
          </a:p>
        </p:txBody>
      </p:sp>
      <p:sp>
        <p:nvSpPr>
          <p:cNvPr id="13637" name="Google Shape;13637;p36"/>
          <p:cNvSpPr/>
          <p:nvPr/>
        </p:nvSpPr>
        <p:spPr>
          <a:xfrm>
            <a:off x="1619623" y="1521252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38" name="Google Shape;13638;p36"/>
          <p:cNvSpPr/>
          <p:nvPr/>
        </p:nvSpPr>
        <p:spPr>
          <a:xfrm>
            <a:off x="5407155" y="1521252"/>
            <a:ext cx="736500" cy="7365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3639" name="Google Shape;13639;p36"/>
          <p:cNvGrpSpPr/>
          <p:nvPr/>
        </p:nvGrpSpPr>
        <p:grpSpPr>
          <a:xfrm>
            <a:off x="5609586" y="1665304"/>
            <a:ext cx="331622" cy="429655"/>
            <a:chOff x="1786925" y="238125"/>
            <a:chExt cx="4034325" cy="5226950"/>
          </a:xfrm>
        </p:grpSpPr>
        <p:sp>
          <p:nvSpPr>
            <p:cNvPr id="13640" name="Google Shape;13640;p36"/>
            <p:cNvSpPr/>
            <p:nvPr/>
          </p:nvSpPr>
          <p:spPr>
            <a:xfrm>
              <a:off x="5139450" y="3590625"/>
              <a:ext cx="681800" cy="1192675"/>
            </a:xfrm>
            <a:custGeom>
              <a:avLst/>
              <a:gdLst/>
              <a:ahLst/>
              <a:cxnLst/>
              <a:rect l="l" t="t" r="r" b="b"/>
              <a:pathLst>
                <a:path w="27272" h="47707" extrusionOk="0">
                  <a:moveTo>
                    <a:pt x="0" y="0"/>
                  </a:moveTo>
                  <a:lnTo>
                    <a:pt x="0" y="13636"/>
                  </a:lnTo>
                  <a:cubicBezTo>
                    <a:pt x="3746" y="13636"/>
                    <a:pt x="6800" y="16690"/>
                    <a:pt x="6800" y="20435"/>
                  </a:cubicBezTo>
                  <a:lnTo>
                    <a:pt x="6800" y="29526"/>
                  </a:lnTo>
                  <a:lnTo>
                    <a:pt x="0" y="29526"/>
                  </a:lnTo>
                  <a:lnTo>
                    <a:pt x="0" y="47706"/>
                  </a:lnTo>
                  <a:lnTo>
                    <a:pt x="27271" y="47706"/>
                  </a:lnTo>
                  <a:lnTo>
                    <a:pt x="27271" y="29526"/>
                  </a:lnTo>
                  <a:lnTo>
                    <a:pt x="20435" y="29526"/>
                  </a:lnTo>
                  <a:lnTo>
                    <a:pt x="20435" y="20435"/>
                  </a:lnTo>
                  <a:cubicBezTo>
                    <a:pt x="20435" y="11563"/>
                    <a:pt x="14727" y="3964"/>
                    <a:pt x="6800" y="1164"/>
                  </a:cubicBezTo>
                  <a:cubicBezTo>
                    <a:pt x="4691" y="400"/>
                    <a:pt x="2364" y="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1" name="Google Shape;13641;p36"/>
            <p:cNvSpPr/>
            <p:nvPr/>
          </p:nvSpPr>
          <p:spPr>
            <a:xfrm>
              <a:off x="4457675" y="2510700"/>
              <a:ext cx="851775" cy="2272600"/>
            </a:xfrm>
            <a:custGeom>
              <a:avLst/>
              <a:gdLst/>
              <a:ahLst/>
              <a:cxnLst/>
              <a:rect l="l" t="t" r="r" b="b"/>
              <a:pathLst>
                <a:path w="34071" h="90904" extrusionOk="0">
                  <a:moveTo>
                    <a:pt x="20435" y="0"/>
                  </a:moveTo>
                  <a:lnTo>
                    <a:pt x="20435" y="44361"/>
                  </a:lnTo>
                  <a:cubicBezTo>
                    <a:pt x="12509" y="47161"/>
                    <a:pt x="6800" y="54760"/>
                    <a:pt x="6800" y="63632"/>
                  </a:cubicBezTo>
                  <a:lnTo>
                    <a:pt x="6800" y="72723"/>
                  </a:lnTo>
                  <a:lnTo>
                    <a:pt x="0" y="72723"/>
                  </a:lnTo>
                  <a:lnTo>
                    <a:pt x="0" y="90903"/>
                  </a:lnTo>
                  <a:lnTo>
                    <a:pt x="27271" y="90903"/>
                  </a:lnTo>
                  <a:lnTo>
                    <a:pt x="27271" y="72723"/>
                  </a:lnTo>
                  <a:lnTo>
                    <a:pt x="20435" y="72723"/>
                  </a:lnTo>
                  <a:lnTo>
                    <a:pt x="20435" y="63632"/>
                  </a:lnTo>
                  <a:cubicBezTo>
                    <a:pt x="20435" y="59887"/>
                    <a:pt x="23490" y="56833"/>
                    <a:pt x="27271" y="56833"/>
                  </a:cubicBezTo>
                  <a:lnTo>
                    <a:pt x="27271" y="43197"/>
                  </a:lnTo>
                  <a:cubicBezTo>
                    <a:pt x="29635" y="43197"/>
                    <a:pt x="31962" y="43597"/>
                    <a:pt x="34071" y="44361"/>
                  </a:cubicBezTo>
                  <a:lnTo>
                    <a:pt x="3407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2" name="Google Shape;13642;p36"/>
            <p:cNvSpPr/>
            <p:nvPr/>
          </p:nvSpPr>
          <p:spPr>
            <a:xfrm>
              <a:off x="4798550" y="2169800"/>
              <a:ext cx="681800" cy="340925"/>
            </a:xfrm>
            <a:custGeom>
              <a:avLst/>
              <a:gdLst/>
              <a:ahLst/>
              <a:cxnLst/>
              <a:rect l="l" t="t" r="r" b="b"/>
              <a:pathLst>
                <a:path w="27272" h="13637" extrusionOk="0">
                  <a:moveTo>
                    <a:pt x="1" y="1"/>
                  </a:moveTo>
                  <a:lnTo>
                    <a:pt x="1" y="13636"/>
                  </a:lnTo>
                  <a:lnTo>
                    <a:pt x="27272" y="13636"/>
                  </a:lnTo>
                  <a:lnTo>
                    <a:pt x="2727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3" name="Google Shape;13643;p36"/>
            <p:cNvSpPr/>
            <p:nvPr/>
          </p:nvSpPr>
          <p:spPr>
            <a:xfrm>
              <a:off x="4571300" y="238125"/>
              <a:ext cx="1136325" cy="1931700"/>
            </a:xfrm>
            <a:custGeom>
              <a:avLst/>
              <a:gdLst/>
              <a:ahLst/>
              <a:cxnLst/>
              <a:rect l="l" t="t" r="r" b="b"/>
              <a:pathLst>
                <a:path w="45453" h="77268" extrusionOk="0">
                  <a:moveTo>
                    <a:pt x="22726" y="0"/>
                  </a:moveTo>
                  <a:lnTo>
                    <a:pt x="22726" y="54542"/>
                  </a:lnTo>
                  <a:lnTo>
                    <a:pt x="1" y="54542"/>
                  </a:lnTo>
                  <a:lnTo>
                    <a:pt x="9091" y="77268"/>
                  </a:lnTo>
                  <a:lnTo>
                    <a:pt x="36362" y="77268"/>
                  </a:lnTo>
                  <a:lnTo>
                    <a:pt x="45452" y="54542"/>
                  </a:lnTo>
                  <a:lnTo>
                    <a:pt x="45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4" name="Google Shape;13644;p36"/>
            <p:cNvSpPr/>
            <p:nvPr/>
          </p:nvSpPr>
          <p:spPr>
            <a:xfrm>
              <a:off x="4571300" y="238125"/>
              <a:ext cx="568175" cy="1363550"/>
            </a:xfrm>
            <a:custGeom>
              <a:avLst/>
              <a:gdLst/>
              <a:ahLst/>
              <a:cxnLst/>
              <a:rect l="l" t="t" r="r" b="b"/>
              <a:pathLst>
                <a:path w="22727" h="54542" extrusionOk="0">
                  <a:moveTo>
                    <a:pt x="1" y="0"/>
                  </a:moveTo>
                  <a:lnTo>
                    <a:pt x="1" y="54542"/>
                  </a:lnTo>
                  <a:lnTo>
                    <a:pt x="22726" y="54542"/>
                  </a:lnTo>
                  <a:lnTo>
                    <a:pt x="227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5" name="Google Shape;13645;p36"/>
            <p:cNvSpPr/>
            <p:nvPr/>
          </p:nvSpPr>
          <p:spPr>
            <a:xfrm>
              <a:off x="3036850" y="579000"/>
              <a:ext cx="1534475" cy="1022675"/>
            </a:xfrm>
            <a:custGeom>
              <a:avLst/>
              <a:gdLst/>
              <a:ahLst/>
              <a:cxnLst/>
              <a:rect l="l" t="t" r="r" b="b"/>
              <a:pathLst>
                <a:path w="61379" h="40907" extrusionOk="0">
                  <a:moveTo>
                    <a:pt x="1" y="0"/>
                  </a:moveTo>
                  <a:lnTo>
                    <a:pt x="1" y="40907"/>
                  </a:lnTo>
                  <a:lnTo>
                    <a:pt x="61379" y="40907"/>
                  </a:lnTo>
                  <a:lnTo>
                    <a:pt x="613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6" name="Google Shape;13646;p36"/>
            <p:cNvSpPr/>
            <p:nvPr/>
          </p:nvSpPr>
          <p:spPr>
            <a:xfrm>
              <a:off x="3036850" y="1601650"/>
              <a:ext cx="909075" cy="3522525"/>
            </a:xfrm>
            <a:custGeom>
              <a:avLst/>
              <a:gdLst/>
              <a:ahLst/>
              <a:cxnLst/>
              <a:rect l="l" t="t" r="r" b="b"/>
              <a:pathLst>
                <a:path w="36363" h="140901" extrusionOk="0">
                  <a:moveTo>
                    <a:pt x="1" y="1"/>
                  </a:moveTo>
                  <a:lnTo>
                    <a:pt x="1" y="140901"/>
                  </a:lnTo>
                  <a:lnTo>
                    <a:pt x="36362" y="140901"/>
                  </a:lnTo>
                  <a:lnTo>
                    <a:pt x="363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7" name="Google Shape;13647;p36"/>
            <p:cNvSpPr/>
            <p:nvPr/>
          </p:nvSpPr>
          <p:spPr>
            <a:xfrm>
              <a:off x="2127825" y="1601650"/>
              <a:ext cx="909050" cy="3522525"/>
            </a:xfrm>
            <a:custGeom>
              <a:avLst/>
              <a:gdLst/>
              <a:ahLst/>
              <a:cxnLst/>
              <a:rect l="l" t="t" r="r" b="b"/>
              <a:pathLst>
                <a:path w="36362" h="140901" extrusionOk="0">
                  <a:moveTo>
                    <a:pt x="36362" y="1"/>
                  </a:moveTo>
                  <a:lnTo>
                    <a:pt x="0" y="36362"/>
                  </a:lnTo>
                  <a:lnTo>
                    <a:pt x="0" y="140901"/>
                  </a:lnTo>
                  <a:lnTo>
                    <a:pt x="36362" y="140901"/>
                  </a:lnTo>
                  <a:lnTo>
                    <a:pt x="3636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8" name="Google Shape;13648;p36"/>
            <p:cNvSpPr/>
            <p:nvPr/>
          </p:nvSpPr>
          <p:spPr>
            <a:xfrm>
              <a:off x="1786925" y="5124150"/>
              <a:ext cx="1249950" cy="340925"/>
            </a:xfrm>
            <a:custGeom>
              <a:avLst/>
              <a:gdLst/>
              <a:ahLst/>
              <a:cxnLst/>
              <a:rect l="l" t="t" r="r" b="b"/>
              <a:pathLst>
                <a:path w="49998" h="13637" extrusionOk="0">
                  <a:moveTo>
                    <a:pt x="1" y="1"/>
                  </a:moveTo>
                  <a:lnTo>
                    <a:pt x="1" y="13636"/>
                  </a:lnTo>
                  <a:lnTo>
                    <a:pt x="49998" y="13636"/>
                  </a:lnTo>
                  <a:lnTo>
                    <a:pt x="499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49" name="Google Shape;13649;p36"/>
            <p:cNvSpPr/>
            <p:nvPr/>
          </p:nvSpPr>
          <p:spPr>
            <a:xfrm>
              <a:off x="3036850" y="5124150"/>
              <a:ext cx="1249950" cy="340925"/>
            </a:xfrm>
            <a:custGeom>
              <a:avLst/>
              <a:gdLst/>
              <a:ahLst/>
              <a:cxnLst/>
              <a:rect l="l" t="t" r="r" b="b"/>
              <a:pathLst>
                <a:path w="49998" h="13637" extrusionOk="0">
                  <a:moveTo>
                    <a:pt x="1" y="1"/>
                  </a:moveTo>
                  <a:lnTo>
                    <a:pt x="1" y="13636"/>
                  </a:lnTo>
                  <a:lnTo>
                    <a:pt x="49997" y="13636"/>
                  </a:lnTo>
                  <a:lnTo>
                    <a:pt x="4999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678" name="Google Shape;13678;p36"/>
          <p:cNvGrpSpPr/>
          <p:nvPr/>
        </p:nvGrpSpPr>
        <p:grpSpPr>
          <a:xfrm>
            <a:off x="6829984" y="0"/>
            <a:ext cx="1589808" cy="1978320"/>
            <a:chOff x="7058584" y="0"/>
            <a:chExt cx="1589808" cy="1978320"/>
          </a:xfrm>
        </p:grpSpPr>
        <p:sp>
          <p:nvSpPr>
            <p:cNvPr id="13679" name="Google Shape;13679;p36"/>
            <p:cNvSpPr/>
            <p:nvPr/>
          </p:nvSpPr>
          <p:spPr>
            <a:xfrm>
              <a:off x="7560428" y="392485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69" y="0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0" name="Google Shape;13680;p36"/>
            <p:cNvSpPr/>
            <p:nvPr/>
          </p:nvSpPr>
          <p:spPr>
            <a:xfrm>
              <a:off x="7560428" y="240983"/>
              <a:ext cx="241041" cy="36942"/>
            </a:xfrm>
            <a:custGeom>
              <a:avLst/>
              <a:gdLst/>
              <a:ahLst/>
              <a:cxnLst/>
              <a:rect l="l" t="t" r="r" b="b"/>
              <a:pathLst>
                <a:path w="3941" h="604" extrusionOk="0">
                  <a:moveTo>
                    <a:pt x="0" y="604"/>
                  </a:moveTo>
                  <a:lnTo>
                    <a:pt x="3941" y="604"/>
                  </a:lnTo>
                  <a:lnTo>
                    <a:pt x="3769" y="1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1" name="Google Shape;13681;p36"/>
            <p:cNvSpPr/>
            <p:nvPr/>
          </p:nvSpPr>
          <p:spPr>
            <a:xfrm>
              <a:off x="7560428" y="354257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2" name="Google Shape;13682;p36"/>
            <p:cNvSpPr/>
            <p:nvPr/>
          </p:nvSpPr>
          <p:spPr>
            <a:xfrm>
              <a:off x="7560428" y="277865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3" name="Google Shape;13683;p36"/>
            <p:cNvSpPr/>
            <p:nvPr/>
          </p:nvSpPr>
          <p:spPr>
            <a:xfrm>
              <a:off x="7560428" y="202817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0"/>
                  </a:moveTo>
                  <a:lnTo>
                    <a:pt x="3941" y="0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4" name="Google Shape;13684;p36"/>
            <p:cNvSpPr/>
            <p:nvPr/>
          </p:nvSpPr>
          <p:spPr>
            <a:xfrm>
              <a:off x="7560428" y="316092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69" y="0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5" name="Google Shape;13685;p36"/>
            <p:cNvSpPr/>
            <p:nvPr/>
          </p:nvSpPr>
          <p:spPr>
            <a:xfrm>
              <a:off x="7913401" y="392485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90" y="0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6" name="Google Shape;13686;p36"/>
            <p:cNvSpPr/>
            <p:nvPr/>
          </p:nvSpPr>
          <p:spPr>
            <a:xfrm>
              <a:off x="7913401" y="240983"/>
              <a:ext cx="241041" cy="36942"/>
            </a:xfrm>
            <a:custGeom>
              <a:avLst/>
              <a:gdLst/>
              <a:ahLst/>
              <a:cxnLst/>
              <a:rect l="l" t="t" r="r" b="b"/>
              <a:pathLst>
                <a:path w="3941" h="604" extrusionOk="0">
                  <a:moveTo>
                    <a:pt x="0" y="604"/>
                  </a:moveTo>
                  <a:lnTo>
                    <a:pt x="3941" y="604"/>
                  </a:lnTo>
                  <a:lnTo>
                    <a:pt x="3790" y="1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7" name="Google Shape;13687;p36"/>
            <p:cNvSpPr/>
            <p:nvPr/>
          </p:nvSpPr>
          <p:spPr>
            <a:xfrm>
              <a:off x="7913401" y="354257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8" name="Google Shape;13688;p36"/>
            <p:cNvSpPr/>
            <p:nvPr/>
          </p:nvSpPr>
          <p:spPr>
            <a:xfrm>
              <a:off x="7913401" y="277865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89" name="Google Shape;13689;p36"/>
            <p:cNvSpPr/>
            <p:nvPr/>
          </p:nvSpPr>
          <p:spPr>
            <a:xfrm>
              <a:off x="7913401" y="202817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0"/>
                  </a:moveTo>
                  <a:lnTo>
                    <a:pt x="3941" y="0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0" name="Google Shape;13690;p36"/>
            <p:cNvSpPr/>
            <p:nvPr/>
          </p:nvSpPr>
          <p:spPr>
            <a:xfrm>
              <a:off x="7914686" y="316092"/>
              <a:ext cx="241103" cy="38227"/>
            </a:xfrm>
            <a:custGeom>
              <a:avLst/>
              <a:gdLst/>
              <a:ahLst/>
              <a:cxnLst/>
              <a:rect l="l" t="t" r="r" b="b"/>
              <a:pathLst>
                <a:path w="3942" h="625" extrusionOk="0">
                  <a:moveTo>
                    <a:pt x="1" y="625"/>
                  </a:moveTo>
                  <a:lnTo>
                    <a:pt x="3941" y="625"/>
                  </a:lnTo>
                  <a:lnTo>
                    <a:pt x="3791" y="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1" name="Google Shape;13691;p36"/>
            <p:cNvSpPr/>
            <p:nvPr/>
          </p:nvSpPr>
          <p:spPr>
            <a:xfrm>
              <a:off x="7310148" y="68442"/>
              <a:ext cx="1102454" cy="163426"/>
            </a:xfrm>
            <a:custGeom>
              <a:avLst/>
              <a:gdLst/>
              <a:ahLst/>
              <a:cxnLst/>
              <a:rect l="l" t="t" r="r" b="b"/>
              <a:pathLst>
                <a:path w="18025" h="2672" extrusionOk="0">
                  <a:moveTo>
                    <a:pt x="9023" y="2671"/>
                  </a:moveTo>
                  <a:cubicBezTo>
                    <a:pt x="4523" y="2671"/>
                    <a:pt x="776" y="1530"/>
                    <a:pt x="1" y="1"/>
                  </a:cubicBezTo>
                  <a:lnTo>
                    <a:pt x="18025" y="1"/>
                  </a:lnTo>
                  <a:cubicBezTo>
                    <a:pt x="17249" y="1530"/>
                    <a:pt x="13502" y="2671"/>
                    <a:pt x="9023" y="26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2" name="Google Shape;13692;p36"/>
            <p:cNvSpPr/>
            <p:nvPr/>
          </p:nvSpPr>
          <p:spPr>
            <a:xfrm>
              <a:off x="7310148" y="68442"/>
              <a:ext cx="974686" cy="118594"/>
            </a:xfrm>
            <a:custGeom>
              <a:avLst/>
              <a:gdLst/>
              <a:ahLst/>
              <a:cxnLst/>
              <a:rect l="l" t="t" r="r" b="b"/>
              <a:pathLst>
                <a:path w="15936" h="1939" extrusionOk="0">
                  <a:moveTo>
                    <a:pt x="905" y="927"/>
                  </a:moveTo>
                  <a:cubicBezTo>
                    <a:pt x="517" y="690"/>
                    <a:pt x="216" y="388"/>
                    <a:pt x="1" y="1"/>
                  </a:cubicBezTo>
                  <a:lnTo>
                    <a:pt x="15936" y="1"/>
                  </a:lnTo>
                  <a:cubicBezTo>
                    <a:pt x="14493" y="1142"/>
                    <a:pt x="11284" y="1939"/>
                    <a:pt x="7537" y="1939"/>
                  </a:cubicBezTo>
                  <a:cubicBezTo>
                    <a:pt x="4932" y="1939"/>
                    <a:pt x="2563" y="1551"/>
                    <a:pt x="905" y="9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3" name="Google Shape;13693;p36"/>
            <p:cNvSpPr/>
            <p:nvPr/>
          </p:nvSpPr>
          <p:spPr>
            <a:xfrm>
              <a:off x="7308803" y="0"/>
              <a:ext cx="1103800" cy="68502"/>
            </a:xfrm>
            <a:custGeom>
              <a:avLst/>
              <a:gdLst/>
              <a:ahLst/>
              <a:cxnLst/>
              <a:rect l="l" t="t" r="r" b="b"/>
              <a:pathLst>
                <a:path w="18047" h="1120" extrusionOk="0">
                  <a:moveTo>
                    <a:pt x="1" y="0"/>
                  </a:moveTo>
                  <a:lnTo>
                    <a:pt x="1" y="1120"/>
                  </a:lnTo>
                  <a:lnTo>
                    <a:pt x="18047" y="1120"/>
                  </a:lnTo>
                  <a:lnTo>
                    <a:pt x="18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4" name="Google Shape;13694;p36"/>
            <p:cNvSpPr/>
            <p:nvPr/>
          </p:nvSpPr>
          <p:spPr>
            <a:xfrm>
              <a:off x="7462934" y="429366"/>
              <a:ext cx="795602" cy="359636"/>
            </a:xfrm>
            <a:custGeom>
              <a:avLst/>
              <a:gdLst/>
              <a:ahLst/>
              <a:cxnLst/>
              <a:rect l="l" t="t" r="r" b="b"/>
              <a:pathLst>
                <a:path w="13008" h="5880" extrusionOk="0">
                  <a:moveTo>
                    <a:pt x="1357" y="0"/>
                  </a:moveTo>
                  <a:lnTo>
                    <a:pt x="11672" y="0"/>
                  </a:lnTo>
                  <a:cubicBezTo>
                    <a:pt x="12404" y="0"/>
                    <a:pt x="13007" y="1314"/>
                    <a:pt x="13007" y="2950"/>
                  </a:cubicBezTo>
                  <a:lnTo>
                    <a:pt x="13007" y="2950"/>
                  </a:lnTo>
                  <a:cubicBezTo>
                    <a:pt x="13007" y="4565"/>
                    <a:pt x="12404" y="5879"/>
                    <a:pt x="11672" y="5879"/>
                  </a:cubicBezTo>
                  <a:lnTo>
                    <a:pt x="1357" y="5879"/>
                  </a:lnTo>
                  <a:cubicBezTo>
                    <a:pt x="625" y="5879"/>
                    <a:pt x="0" y="4565"/>
                    <a:pt x="0" y="2950"/>
                  </a:cubicBezTo>
                  <a:lnTo>
                    <a:pt x="0" y="2950"/>
                  </a:lnTo>
                  <a:cubicBezTo>
                    <a:pt x="0" y="1335"/>
                    <a:pt x="603" y="0"/>
                    <a:pt x="1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5" name="Google Shape;13695;p36"/>
            <p:cNvSpPr/>
            <p:nvPr/>
          </p:nvSpPr>
          <p:spPr>
            <a:xfrm>
              <a:off x="7506421" y="476767"/>
              <a:ext cx="752115" cy="312235"/>
            </a:xfrm>
            <a:custGeom>
              <a:avLst/>
              <a:gdLst/>
              <a:ahLst/>
              <a:cxnLst/>
              <a:rect l="l" t="t" r="r" b="b"/>
              <a:pathLst>
                <a:path w="12297" h="5105" extrusionOk="0">
                  <a:moveTo>
                    <a:pt x="11865" y="22"/>
                  </a:moveTo>
                  <a:cubicBezTo>
                    <a:pt x="12167" y="711"/>
                    <a:pt x="12296" y="1422"/>
                    <a:pt x="12296" y="2154"/>
                  </a:cubicBezTo>
                  <a:lnTo>
                    <a:pt x="12296" y="2154"/>
                  </a:lnTo>
                  <a:cubicBezTo>
                    <a:pt x="12296" y="3769"/>
                    <a:pt x="11693" y="5104"/>
                    <a:pt x="10939" y="5104"/>
                  </a:cubicBezTo>
                  <a:lnTo>
                    <a:pt x="646" y="5104"/>
                  </a:lnTo>
                  <a:cubicBezTo>
                    <a:pt x="560" y="5104"/>
                    <a:pt x="495" y="5104"/>
                    <a:pt x="431" y="5061"/>
                  </a:cubicBezTo>
                  <a:cubicBezTo>
                    <a:pt x="129" y="4393"/>
                    <a:pt x="0" y="3661"/>
                    <a:pt x="22" y="2929"/>
                  </a:cubicBezTo>
                  <a:lnTo>
                    <a:pt x="22" y="2929"/>
                  </a:lnTo>
                  <a:cubicBezTo>
                    <a:pt x="22" y="1314"/>
                    <a:pt x="603" y="0"/>
                    <a:pt x="1357" y="0"/>
                  </a:cubicBezTo>
                  <a:lnTo>
                    <a:pt x="11672" y="0"/>
                  </a:lnTo>
                  <a:cubicBezTo>
                    <a:pt x="11736" y="0"/>
                    <a:pt x="11822" y="0"/>
                    <a:pt x="11887" y="2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6" name="Google Shape;13696;p36"/>
            <p:cNvSpPr/>
            <p:nvPr/>
          </p:nvSpPr>
          <p:spPr>
            <a:xfrm>
              <a:off x="7506421" y="476767"/>
              <a:ext cx="729730" cy="280614"/>
            </a:xfrm>
            <a:custGeom>
              <a:avLst/>
              <a:gdLst/>
              <a:ahLst/>
              <a:cxnLst/>
              <a:rect l="l" t="t" r="r" b="b"/>
              <a:pathLst>
                <a:path w="11931" h="4588" extrusionOk="0">
                  <a:moveTo>
                    <a:pt x="237" y="4587"/>
                  </a:moveTo>
                  <a:cubicBezTo>
                    <a:pt x="86" y="4049"/>
                    <a:pt x="0" y="3489"/>
                    <a:pt x="22" y="2929"/>
                  </a:cubicBezTo>
                  <a:lnTo>
                    <a:pt x="22" y="2929"/>
                  </a:lnTo>
                  <a:cubicBezTo>
                    <a:pt x="22" y="1314"/>
                    <a:pt x="603" y="0"/>
                    <a:pt x="1357" y="0"/>
                  </a:cubicBezTo>
                  <a:lnTo>
                    <a:pt x="11693" y="0"/>
                  </a:lnTo>
                  <a:cubicBezTo>
                    <a:pt x="11844" y="539"/>
                    <a:pt x="11930" y="1077"/>
                    <a:pt x="11930" y="1637"/>
                  </a:cubicBezTo>
                  <a:lnTo>
                    <a:pt x="11930" y="1637"/>
                  </a:lnTo>
                  <a:cubicBezTo>
                    <a:pt x="11930" y="3252"/>
                    <a:pt x="11327" y="4587"/>
                    <a:pt x="10573" y="4587"/>
                  </a:cubicBezTo>
                  <a:lnTo>
                    <a:pt x="237" y="458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7" name="Google Shape;13697;p36"/>
            <p:cNvSpPr/>
            <p:nvPr/>
          </p:nvSpPr>
          <p:spPr>
            <a:xfrm>
              <a:off x="7058584" y="1552812"/>
              <a:ext cx="637558" cy="425508"/>
            </a:xfrm>
            <a:custGeom>
              <a:avLst/>
              <a:gdLst/>
              <a:ahLst/>
              <a:cxnLst/>
              <a:rect l="l" t="t" r="r" b="b"/>
              <a:pathLst>
                <a:path w="10424" h="6957" extrusionOk="0">
                  <a:moveTo>
                    <a:pt x="10423" y="1"/>
                  </a:moveTo>
                  <a:lnTo>
                    <a:pt x="0" y="3834"/>
                  </a:lnTo>
                  <a:lnTo>
                    <a:pt x="0" y="6181"/>
                  </a:lnTo>
                  <a:lnTo>
                    <a:pt x="1056" y="6913"/>
                  </a:lnTo>
                  <a:cubicBezTo>
                    <a:pt x="1099" y="6956"/>
                    <a:pt x="1185" y="6956"/>
                    <a:pt x="1228" y="6913"/>
                  </a:cubicBezTo>
                  <a:cubicBezTo>
                    <a:pt x="1293" y="6870"/>
                    <a:pt x="1293" y="6806"/>
                    <a:pt x="1271" y="6741"/>
                  </a:cubicBezTo>
                  <a:lnTo>
                    <a:pt x="819" y="6009"/>
                  </a:lnTo>
                  <a:lnTo>
                    <a:pt x="819" y="4932"/>
                  </a:lnTo>
                  <a:lnTo>
                    <a:pt x="10402" y="2090"/>
                  </a:lnTo>
                  <a:lnTo>
                    <a:pt x="10402" y="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8" name="Google Shape;13698;p36"/>
            <p:cNvSpPr/>
            <p:nvPr/>
          </p:nvSpPr>
          <p:spPr>
            <a:xfrm>
              <a:off x="7078340" y="1577889"/>
              <a:ext cx="617802" cy="400431"/>
            </a:xfrm>
            <a:custGeom>
              <a:avLst/>
              <a:gdLst/>
              <a:ahLst/>
              <a:cxnLst/>
              <a:rect l="l" t="t" r="r" b="b"/>
              <a:pathLst>
                <a:path w="10101" h="6547" extrusionOk="0">
                  <a:moveTo>
                    <a:pt x="1" y="5987"/>
                  </a:moveTo>
                  <a:lnTo>
                    <a:pt x="733" y="6503"/>
                  </a:lnTo>
                  <a:cubicBezTo>
                    <a:pt x="797" y="6546"/>
                    <a:pt x="862" y="6546"/>
                    <a:pt x="926" y="6503"/>
                  </a:cubicBezTo>
                  <a:cubicBezTo>
                    <a:pt x="970" y="6460"/>
                    <a:pt x="991" y="6396"/>
                    <a:pt x="948" y="6331"/>
                  </a:cubicBezTo>
                  <a:lnTo>
                    <a:pt x="517" y="5599"/>
                  </a:lnTo>
                  <a:lnTo>
                    <a:pt x="517" y="4522"/>
                  </a:lnTo>
                  <a:lnTo>
                    <a:pt x="10100" y="1680"/>
                  </a:lnTo>
                  <a:lnTo>
                    <a:pt x="10100" y="0"/>
                  </a:lnTo>
                  <a:lnTo>
                    <a:pt x="1" y="370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99" name="Google Shape;13699;p36"/>
            <p:cNvSpPr/>
            <p:nvPr/>
          </p:nvSpPr>
          <p:spPr>
            <a:xfrm>
              <a:off x="8010834" y="1552812"/>
              <a:ext cx="637558" cy="425508"/>
            </a:xfrm>
            <a:custGeom>
              <a:avLst/>
              <a:gdLst/>
              <a:ahLst/>
              <a:cxnLst/>
              <a:rect l="l" t="t" r="r" b="b"/>
              <a:pathLst>
                <a:path w="10424" h="6957" extrusionOk="0">
                  <a:moveTo>
                    <a:pt x="1" y="1"/>
                  </a:moveTo>
                  <a:lnTo>
                    <a:pt x="10423" y="3834"/>
                  </a:lnTo>
                  <a:lnTo>
                    <a:pt x="10423" y="6181"/>
                  </a:lnTo>
                  <a:lnTo>
                    <a:pt x="9368" y="6913"/>
                  </a:lnTo>
                  <a:cubicBezTo>
                    <a:pt x="9303" y="6956"/>
                    <a:pt x="9239" y="6956"/>
                    <a:pt x="9174" y="6913"/>
                  </a:cubicBezTo>
                  <a:cubicBezTo>
                    <a:pt x="9131" y="6870"/>
                    <a:pt x="9110" y="6806"/>
                    <a:pt x="9153" y="6741"/>
                  </a:cubicBezTo>
                  <a:lnTo>
                    <a:pt x="9583" y="6009"/>
                  </a:lnTo>
                  <a:lnTo>
                    <a:pt x="9583" y="4932"/>
                  </a:lnTo>
                  <a:lnTo>
                    <a:pt x="1" y="20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0" name="Google Shape;13700;p36"/>
            <p:cNvSpPr/>
            <p:nvPr/>
          </p:nvSpPr>
          <p:spPr>
            <a:xfrm>
              <a:off x="8010834" y="1579174"/>
              <a:ext cx="637558" cy="396516"/>
            </a:xfrm>
            <a:custGeom>
              <a:avLst/>
              <a:gdLst/>
              <a:ahLst/>
              <a:cxnLst/>
              <a:rect l="l" t="t" r="r" b="b"/>
              <a:pathLst>
                <a:path w="10424" h="6483" extrusionOk="0">
                  <a:moveTo>
                    <a:pt x="10423" y="3726"/>
                  </a:moveTo>
                  <a:lnTo>
                    <a:pt x="10423" y="5750"/>
                  </a:lnTo>
                  <a:lnTo>
                    <a:pt x="9368" y="6482"/>
                  </a:lnTo>
                  <a:lnTo>
                    <a:pt x="9777" y="5793"/>
                  </a:lnTo>
                  <a:lnTo>
                    <a:pt x="9777" y="4889"/>
                  </a:lnTo>
                  <a:lnTo>
                    <a:pt x="9583" y="4738"/>
                  </a:lnTo>
                  <a:lnTo>
                    <a:pt x="9583" y="4480"/>
                  </a:lnTo>
                  <a:lnTo>
                    <a:pt x="1" y="1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1" name="Google Shape;13701;p36"/>
            <p:cNvSpPr/>
            <p:nvPr/>
          </p:nvSpPr>
          <p:spPr>
            <a:xfrm>
              <a:off x="7694743" y="1521252"/>
              <a:ext cx="317495" cy="172601"/>
            </a:xfrm>
            <a:custGeom>
              <a:avLst/>
              <a:gdLst/>
              <a:ahLst/>
              <a:cxnLst/>
              <a:rect l="l" t="t" r="r" b="b"/>
              <a:pathLst>
                <a:path w="5191" h="2822" extrusionOk="0">
                  <a:moveTo>
                    <a:pt x="1" y="0"/>
                  </a:moveTo>
                  <a:lnTo>
                    <a:pt x="5190" y="0"/>
                  </a:lnTo>
                  <a:lnTo>
                    <a:pt x="5190" y="2821"/>
                  </a:lnTo>
                  <a:lnTo>
                    <a:pt x="1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2" name="Google Shape;13702;p36"/>
            <p:cNvSpPr/>
            <p:nvPr/>
          </p:nvSpPr>
          <p:spPr>
            <a:xfrm>
              <a:off x="7709238" y="1533057"/>
              <a:ext cx="302999" cy="160796"/>
            </a:xfrm>
            <a:custGeom>
              <a:avLst/>
              <a:gdLst/>
              <a:ahLst/>
              <a:cxnLst/>
              <a:rect l="l" t="t" r="r" b="b"/>
              <a:pathLst>
                <a:path w="4954" h="2629" extrusionOk="0">
                  <a:moveTo>
                    <a:pt x="4953" y="1"/>
                  </a:moveTo>
                  <a:lnTo>
                    <a:pt x="4953" y="2628"/>
                  </a:lnTo>
                  <a:lnTo>
                    <a:pt x="0" y="26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3" name="Google Shape;13703;p36"/>
            <p:cNvSpPr/>
            <p:nvPr/>
          </p:nvSpPr>
          <p:spPr>
            <a:xfrm>
              <a:off x="7748750" y="1293358"/>
              <a:ext cx="210766" cy="227953"/>
            </a:xfrm>
            <a:custGeom>
              <a:avLst/>
              <a:gdLst/>
              <a:ahLst/>
              <a:cxnLst/>
              <a:rect l="l" t="t" r="r" b="b"/>
              <a:pathLst>
                <a:path w="3446" h="3727" extrusionOk="0">
                  <a:moveTo>
                    <a:pt x="0" y="1"/>
                  </a:moveTo>
                  <a:lnTo>
                    <a:pt x="3446" y="1"/>
                  </a:lnTo>
                  <a:lnTo>
                    <a:pt x="3446" y="3726"/>
                  </a:lnTo>
                  <a:lnTo>
                    <a:pt x="0" y="3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4" name="Google Shape;13704;p36"/>
            <p:cNvSpPr/>
            <p:nvPr/>
          </p:nvSpPr>
          <p:spPr>
            <a:xfrm>
              <a:off x="7804041" y="770473"/>
              <a:ext cx="100184" cy="522939"/>
            </a:xfrm>
            <a:custGeom>
              <a:avLst/>
              <a:gdLst/>
              <a:ahLst/>
              <a:cxnLst/>
              <a:rect l="l" t="t" r="r" b="b"/>
              <a:pathLst>
                <a:path w="1638" h="8550" extrusionOk="0">
                  <a:moveTo>
                    <a:pt x="1" y="1"/>
                  </a:moveTo>
                  <a:lnTo>
                    <a:pt x="1637" y="1"/>
                  </a:lnTo>
                  <a:lnTo>
                    <a:pt x="1637" y="8550"/>
                  </a:lnTo>
                  <a:lnTo>
                    <a:pt x="1" y="8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5" name="Google Shape;13705;p36"/>
            <p:cNvSpPr/>
            <p:nvPr/>
          </p:nvSpPr>
          <p:spPr>
            <a:xfrm>
              <a:off x="7804041" y="770473"/>
              <a:ext cx="100184" cy="425508"/>
            </a:xfrm>
            <a:custGeom>
              <a:avLst/>
              <a:gdLst/>
              <a:ahLst/>
              <a:cxnLst/>
              <a:rect l="l" t="t" r="r" b="b"/>
              <a:pathLst>
                <a:path w="1638" h="6957" extrusionOk="0">
                  <a:moveTo>
                    <a:pt x="1" y="1"/>
                  </a:moveTo>
                  <a:lnTo>
                    <a:pt x="1637" y="1"/>
                  </a:lnTo>
                  <a:lnTo>
                    <a:pt x="1637" y="6956"/>
                  </a:lnTo>
                  <a:cubicBezTo>
                    <a:pt x="1551" y="6956"/>
                    <a:pt x="1465" y="6956"/>
                    <a:pt x="1379" y="6956"/>
                  </a:cubicBezTo>
                  <a:lnTo>
                    <a:pt x="1379" y="6956"/>
                  </a:lnTo>
                  <a:cubicBezTo>
                    <a:pt x="884" y="6956"/>
                    <a:pt x="388" y="6762"/>
                    <a:pt x="1" y="64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6" name="Google Shape;13706;p36"/>
            <p:cNvSpPr/>
            <p:nvPr/>
          </p:nvSpPr>
          <p:spPr>
            <a:xfrm>
              <a:off x="7680247" y="412240"/>
              <a:ext cx="384651" cy="734990"/>
            </a:xfrm>
            <a:custGeom>
              <a:avLst/>
              <a:gdLst/>
              <a:ahLst/>
              <a:cxnLst/>
              <a:rect l="l" t="t" r="r" b="b"/>
              <a:pathLst>
                <a:path w="6289" h="12017" extrusionOk="0">
                  <a:moveTo>
                    <a:pt x="6267" y="3166"/>
                  </a:moveTo>
                  <a:lnTo>
                    <a:pt x="5427" y="9691"/>
                  </a:lnTo>
                  <a:cubicBezTo>
                    <a:pt x="5277" y="10961"/>
                    <a:pt x="4351" y="12016"/>
                    <a:pt x="3080" y="12016"/>
                  </a:cubicBezTo>
                  <a:lnTo>
                    <a:pt x="3080" y="12016"/>
                  </a:lnTo>
                  <a:cubicBezTo>
                    <a:pt x="1788" y="12016"/>
                    <a:pt x="905" y="10940"/>
                    <a:pt x="754" y="9669"/>
                  </a:cubicBezTo>
                  <a:lnTo>
                    <a:pt x="1" y="3123"/>
                  </a:lnTo>
                  <a:cubicBezTo>
                    <a:pt x="22" y="1400"/>
                    <a:pt x="1443" y="0"/>
                    <a:pt x="3166" y="0"/>
                  </a:cubicBezTo>
                  <a:lnTo>
                    <a:pt x="3166" y="0"/>
                  </a:lnTo>
                  <a:cubicBezTo>
                    <a:pt x="4889" y="22"/>
                    <a:pt x="6289" y="1443"/>
                    <a:pt x="6267" y="3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7" name="Google Shape;13707;p36"/>
            <p:cNvSpPr/>
            <p:nvPr/>
          </p:nvSpPr>
          <p:spPr>
            <a:xfrm>
              <a:off x="7663121" y="417500"/>
              <a:ext cx="383367" cy="734990"/>
            </a:xfrm>
            <a:custGeom>
              <a:avLst/>
              <a:gdLst/>
              <a:ahLst/>
              <a:cxnLst/>
              <a:rect l="l" t="t" r="r" b="b"/>
              <a:pathLst>
                <a:path w="6268" h="12017" extrusionOk="0">
                  <a:moveTo>
                    <a:pt x="6267" y="3166"/>
                  </a:moveTo>
                  <a:lnTo>
                    <a:pt x="5427" y="9691"/>
                  </a:lnTo>
                  <a:cubicBezTo>
                    <a:pt x="5255" y="10961"/>
                    <a:pt x="4351" y="12016"/>
                    <a:pt x="3059" y="12016"/>
                  </a:cubicBezTo>
                  <a:lnTo>
                    <a:pt x="3059" y="12016"/>
                  </a:lnTo>
                  <a:cubicBezTo>
                    <a:pt x="1788" y="12016"/>
                    <a:pt x="884" y="10940"/>
                    <a:pt x="754" y="9669"/>
                  </a:cubicBezTo>
                  <a:lnTo>
                    <a:pt x="1" y="3123"/>
                  </a:lnTo>
                  <a:cubicBezTo>
                    <a:pt x="22" y="1400"/>
                    <a:pt x="1422" y="0"/>
                    <a:pt x="3145" y="0"/>
                  </a:cubicBezTo>
                  <a:lnTo>
                    <a:pt x="3145" y="0"/>
                  </a:lnTo>
                  <a:cubicBezTo>
                    <a:pt x="4889" y="22"/>
                    <a:pt x="6267" y="1443"/>
                    <a:pt x="6267" y="3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8" name="Google Shape;13708;p36"/>
            <p:cNvSpPr/>
            <p:nvPr/>
          </p:nvSpPr>
          <p:spPr>
            <a:xfrm>
              <a:off x="7680247" y="428020"/>
              <a:ext cx="366241" cy="724470"/>
            </a:xfrm>
            <a:custGeom>
              <a:avLst/>
              <a:gdLst/>
              <a:ahLst/>
              <a:cxnLst/>
              <a:rect l="l" t="t" r="r" b="b"/>
              <a:pathLst>
                <a:path w="5988" h="11845" extrusionOk="0">
                  <a:moveTo>
                    <a:pt x="5987" y="2994"/>
                  </a:moveTo>
                  <a:lnTo>
                    <a:pt x="5147" y="9519"/>
                  </a:lnTo>
                  <a:cubicBezTo>
                    <a:pt x="4975" y="10789"/>
                    <a:pt x="4071" y="11844"/>
                    <a:pt x="2779" y="11844"/>
                  </a:cubicBezTo>
                  <a:lnTo>
                    <a:pt x="2779" y="11844"/>
                  </a:lnTo>
                  <a:cubicBezTo>
                    <a:pt x="2434" y="11844"/>
                    <a:pt x="2111" y="11758"/>
                    <a:pt x="1810" y="11608"/>
                  </a:cubicBezTo>
                  <a:cubicBezTo>
                    <a:pt x="1207" y="11134"/>
                    <a:pt x="819" y="10423"/>
                    <a:pt x="754" y="9670"/>
                  </a:cubicBezTo>
                  <a:lnTo>
                    <a:pt x="1" y="3123"/>
                  </a:lnTo>
                  <a:cubicBezTo>
                    <a:pt x="22" y="1400"/>
                    <a:pt x="1443" y="1"/>
                    <a:pt x="3166" y="22"/>
                  </a:cubicBezTo>
                  <a:lnTo>
                    <a:pt x="3166" y="22"/>
                  </a:lnTo>
                  <a:cubicBezTo>
                    <a:pt x="3683" y="22"/>
                    <a:pt x="4200" y="151"/>
                    <a:pt x="4652" y="410"/>
                  </a:cubicBezTo>
                  <a:cubicBezTo>
                    <a:pt x="5492" y="991"/>
                    <a:pt x="5987" y="1960"/>
                    <a:pt x="5987" y="299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09" name="Google Shape;13709;p36"/>
            <p:cNvSpPr/>
            <p:nvPr/>
          </p:nvSpPr>
          <p:spPr>
            <a:xfrm>
              <a:off x="7731624" y="479397"/>
              <a:ext cx="293763" cy="293763"/>
            </a:xfrm>
            <a:custGeom>
              <a:avLst/>
              <a:gdLst/>
              <a:ahLst/>
              <a:cxnLst/>
              <a:rect l="l" t="t" r="r" b="b"/>
              <a:pathLst>
                <a:path w="4803" h="4803" extrusionOk="0">
                  <a:moveTo>
                    <a:pt x="539" y="3360"/>
                  </a:moveTo>
                  <a:cubicBezTo>
                    <a:pt x="1056" y="4393"/>
                    <a:pt x="2326" y="4803"/>
                    <a:pt x="3360" y="4286"/>
                  </a:cubicBezTo>
                  <a:cubicBezTo>
                    <a:pt x="4393" y="3747"/>
                    <a:pt x="4803" y="2477"/>
                    <a:pt x="4264" y="1443"/>
                  </a:cubicBezTo>
                  <a:cubicBezTo>
                    <a:pt x="3747" y="410"/>
                    <a:pt x="2477" y="0"/>
                    <a:pt x="1443" y="539"/>
                  </a:cubicBezTo>
                  <a:cubicBezTo>
                    <a:pt x="410" y="1056"/>
                    <a:pt x="0" y="2326"/>
                    <a:pt x="539" y="336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0" name="Google Shape;13710;p36"/>
            <p:cNvSpPr/>
            <p:nvPr/>
          </p:nvSpPr>
          <p:spPr>
            <a:xfrm>
              <a:off x="7727649" y="474137"/>
              <a:ext cx="262204" cy="262142"/>
            </a:xfrm>
            <a:custGeom>
              <a:avLst/>
              <a:gdLst/>
              <a:ahLst/>
              <a:cxnLst/>
              <a:rect l="l" t="t" r="r" b="b"/>
              <a:pathLst>
                <a:path w="4287" h="4286" extrusionOk="0">
                  <a:moveTo>
                    <a:pt x="44" y="2068"/>
                  </a:moveTo>
                  <a:cubicBezTo>
                    <a:pt x="1" y="3230"/>
                    <a:pt x="905" y="4200"/>
                    <a:pt x="2068" y="4243"/>
                  </a:cubicBezTo>
                  <a:cubicBezTo>
                    <a:pt x="3231" y="4286"/>
                    <a:pt x="4200" y="3360"/>
                    <a:pt x="4243" y="2218"/>
                  </a:cubicBezTo>
                  <a:cubicBezTo>
                    <a:pt x="4286" y="1056"/>
                    <a:pt x="3360" y="86"/>
                    <a:pt x="2219" y="43"/>
                  </a:cubicBezTo>
                  <a:cubicBezTo>
                    <a:pt x="1056" y="0"/>
                    <a:pt x="87" y="905"/>
                    <a:pt x="44" y="20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1" name="Google Shape;13711;p36"/>
            <p:cNvSpPr/>
            <p:nvPr/>
          </p:nvSpPr>
          <p:spPr>
            <a:xfrm>
              <a:off x="7744774" y="486003"/>
              <a:ext cx="243733" cy="250277"/>
            </a:xfrm>
            <a:custGeom>
              <a:avLst/>
              <a:gdLst/>
              <a:ahLst/>
              <a:cxnLst/>
              <a:rect l="l" t="t" r="r" b="b"/>
              <a:pathLst>
                <a:path w="3985" h="4092" extrusionOk="0">
                  <a:moveTo>
                    <a:pt x="776" y="3747"/>
                  </a:moveTo>
                  <a:cubicBezTo>
                    <a:pt x="1078" y="3919"/>
                    <a:pt x="1422" y="4027"/>
                    <a:pt x="1788" y="4049"/>
                  </a:cubicBezTo>
                  <a:cubicBezTo>
                    <a:pt x="2951" y="4092"/>
                    <a:pt x="3920" y="3166"/>
                    <a:pt x="3963" y="2024"/>
                  </a:cubicBezTo>
                  <a:cubicBezTo>
                    <a:pt x="3985" y="1378"/>
                    <a:pt x="3705" y="754"/>
                    <a:pt x="3209" y="323"/>
                  </a:cubicBezTo>
                  <a:cubicBezTo>
                    <a:pt x="2908" y="151"/>
                    <a:pt x="2542" y="43"/>
                    <a:pt x="2197" y="22"/>
                  </a:cubicBezTo>
                  <a:cubicBezTo>
                    <a:pt x="1034" y="0"/>
                    <a:pt x="65" y="905"/>
                    <a:pt x="22" y="2067"/>
                  </a:cubicBezTo>
                  <a:cubicBezTo>
                    <a:pt x="1" y="2713"/>
                    <a:pt x="281" y="3316"/>
                    <a:pt x="776" y="37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2" name="Google Shape;13712;p36"/>
            <p:cNvSpPr/>
            <p:nvPr/>
          </p:nvSpPr>
          <p:spPr>
            <a:xfrm>
              <a:off x="7783001" y="529429"/>
              <a:ext cx="151500" cy="151561"/>
            </a:xfrm>
            <a:custGeom>
              <a:avLst/>
              <a:gdLst/>
              <a:ahLst/>
              <a:cxnLst/>
              <a:rect l="l" t="t" r="r" b="b"/>
              <a:pathLst>
                <a:path w="2477" h="2478" extrusionOk="0">
                  <a:moveTo>
                    <a:pt x="22" y="1185"/>
                  </a:moveTo>
                  <a:cubicBezTo>
                    <a:pt x="0" y="1853"/>
                    <a:pt x="517" y="2413"/>
                    <a:pt x="1185" y="2456"/>
                  </a:cubicBezTo>
                  <a:cubicBezTo>
                    <a:pt x="1852" y="2477"/>
                    <a:pt x="2434" y="1939"/>
                    <a:pt x="2455" y="1271"/>
                  </a:cubicBezTo>
                  <a:cubicBezTo>
                    <a:pt x="2477" y="604"/>
                    <a:pt x="1938" y="44"/>
                    <a:pt x="1271" y="22"/>
                  </a:cubicBezTo>
                  <a:cubicBezTo>
                    <a:pt x="603" y="1"/>
                    <a:pt x="43" y="518"/>
                    <a:pt x="22" y="11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3" name="Google Shape;13713;p36"/>
            <p:cNvSpPr/>
            <p:nvPr/>
          </p:nvSpPr>
          <p:spPr>
            <a:xfrm>
              <a:off x="7797497" y="544520"/>
              <a:ext cx="135720" cy="135720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237" y="1939"/>
                  </a:moveTo>
                  <a:cubicBezTo>
                    <a:pt x="431" y="2111"/>
                    <a:pt x="689" y="2197"/>
                    <a:pt x="948" y="2197"/>
                  </a:cubicBezTo>
                  <a:cubicBezTo>
                    <a:pt x="1615" y="2219"/>
                    <a:pt x="2197" y="1702"/>
                    <a:pt x="2218" y="1034"/>
                  </a:cubicBezTo>
                  <a:cubicBezTo>
                    <a:pt x="2218" y="776"/>
                    <a:pt x="2154" y="517"/>
                    <a:pt x="2003" y="302"/>
                  </a:cubicBezTo>
                  <a:cubicBezTo>
                    <a:pt x="1788" y="130"/>
                    <a:pt x="1529" y="44"/>
                    <a:pt x="1271" y="22"/>
                  </a:cubicBezTo>
                  <a:cubicBezTo>
                    <a:pt x="603" y="1"/>
                    <a:pt x="22" y="539"/>
                    <a:pt x="0" y="1207"/>
                  </a:cubicBezTo>
                  <a:cubicBezTo>
                    <a:pt x="0" y="1465"/>
                    <a:pt x="86" y="1723"/>
                    <a:pt x="237" y="193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4" name="Google Shape;13714;p36"/>
            <p:cNvSpPr/>
            <p:nvPr/>
          </p:nvSpPr>
          <p:spPr>
            <a:xfrm>
              <a:off x="7797497" y="543925"/>
              <a:ext cx="125138" cy="127830"/>
            </a:xfrm>
            <a:custGeom>
              <a:avLst/>
              <a:gdLst/>
              <a:ahLst/>
              <a:cxnLst/>
              <a:rect l="l" t="t" r="r" b="b"/>
              <a:pathLst>
                <a:path w="2046" h="2090" extrusionOk="0">
                  <a:moveTo>
                    <a:pt x="1852" y="216"/>
                  </a:moveTo>
                  <a:cubicBezTo>
                    <a:pt x="1680" y="87"/>
                    <a:pt x="1486" y="44"/>
                    <a:pt x="1271" y="22"/>
                  </a:cubicBezTo>
                  <a:cubicBezTo>
                    <a:pt x="603" y="1"/>
                    <a:pt x="22" y="539"/>
                    <a:pt x="0" y="1207"/>
                  </a:cubicBezTo>
                  <a:cubicBezTo>
                    <a:pt x="0" y="1443"/>
                    <a:pt x="65" y="1680"/>
                    <a:pt x="194" y="1874"/>
                  </a:cubicBezTo>
                  <a:cubicBezTo>
                    <a:pt x="366" y="1982"/>
                    <a:pt x="582" y="2046"/>
                    <a:pt x="775" y="2068"/>
                  </a:cubicBezTo>
                  <a:cubicBezTo>
                    <a:pt x="1465" y="2089"/>
                    <a:pt x="2024" y="1551"/>
                    <a:pt x="2046" y="884"/>
                  </a:cubicBezTo>
                  <a:cubicBezTo>
                    <a:pt x="2046" y="647"/>
                    <a:pt x="1981" y="410"/>
                    <a:pt x="1852" y="21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5" name="Google Shape;13715;p36"/>
            <p:cNvSpPr/>
            <p:nvPr/>
          </p:nvSpPr>
          <p:spPr>
            <a:xfrm>
              <a:off x="7780371" y="941730"/>
              <a:ext cx="185751" cy="185751"/>
            </a:xfrm>
            <a:custGeom>
              <a:avLst/>
              <a:gdLst/>
              <a:ahLst/>
              <a:cxnLst/>
              <a:rect l="l" t="t" r="r" b="b"/>
              <a:pathLst>
                <a:path w="3037" h="3037" extrusionOk="0">
                  <a:moveTo>
                    <a:pt x="323" y="2132"/>
                  </a:moveTo>
                  <a:cubicBezTo>
                    <a:pt x="668" y="2778"/>
                    <a:pt x="1465" y="3036"/>
                    <a:pt x="2132" y="2713"/>
                  </a:cubicBezTo>
                  <a:cubicBezTo>
                    <a:pt x="2778" y="2369"/>
                    <a:pt x="3037" y="1572"/>
                    <a:pt x="2692" y="904"/>
                  </a:cubicBezTo>
                  <a:cubicBezTo>
                    <a:pt x="2369" y="258"/>
                    <a:pt x="1572" y="0"/>
                    <a:pt x="905" y="345"/>
                  </a:cubicBezTo>
                  <a:cubicBezTo>
                    <a:pt x="259" y="668"/>
                    <a:pt x="0" y="1464"/>
                    <a:pt x="323" y="213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6" name="Google Shape;13716;p36"/>
            <p:cNvSpPr/>
            <p:nvPr/>
          </p:nvSpPr>
          <p:spPr>
            <a:xfrm>
              <a:off x="7763246" y="924605"/>
              <a:ext cx="189726" cy="188381"/>
            </a:xfrm>
            <a:custGeom>
              <a:avLst/>
              <a:gdLst/>
              <a:ahLst/>
              <a:cxnLst/>
              <a:rect l="l" t="t" r="r" b="b"/>
              <a:pathLst>
                <a:path w="3102" h="3080" extrusionOk="0">
                  <a:moveTo>
                    <a:pt x="237" y="1960"/>
                  </a:moveTo>
                  <a:cubicBezTo>
                    <a:pt x="474" y="2692"/>
                    <a:pt x="1249" y="3079"/>
                    <a:pt x="1981" y="2843"/>
                  </a:cubicBezTo>
                  <a:cubicBezTo>
                    <a:pt x="2692" y="2606"/>
                    <a:pt x="3101" y="1830"/>
                    <a:pt x="2864" y="1120"/>
                  </a:cubicBezTo>
                  <a:cubicBezTo>
                    <a:pt x="2627" y="388"/>
                    <a:pt x="1831" y="0"/>
                    <a:pt x="1120" y="237"/>
                  </a:cubicBezTo>
                  <a:cubicBezTo>
                    <a:pt x="388" y="474"/>
                    <a:pt x="0" y="1249"/>
                    <a:pt x="237" y="19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7" name="Google Shape;13717;p36"/>
            <p:cNvSpPr/>
            <p:nvPr/>
          </p:nvSpPr>
          <p:spPr>
            <a:xfrm>
              <a:off x="7775111" y="936409"/>
              <a:ext cx="177861" cy="168686"/>
            </a:xfrm>
            <a:custGeom>
              <a:avLst/>
              <a:gdLst/>
              <a:ahLst/>
              <a:cxnLst/>
              <a:rect l="l" t="t" r="r" b="b"/>
              <a:pathLst>
                <a:path w="2908" h="2758" extrusionOk="0">
                  <a:moveTo>
                    <a:pt x="1077" y="2693"/>
                  </a:moveTo>
                  <a:cubicBezTo>
                    <a:pt x="1314" y="2757"/>
                    <a:pt x="1551" y="2736"/>
                    <a:pt x="1787" y="2650"/>
                  </a:cubicBezTo>
                  <a:cubicBezTo>
                    <a:pt x="2498" y="2413"/>
                    <a:pt x="2907" y="1637"/>
                    <a:pt x="2670" y="927"/>
                  </a:cubicBezTo>
                  <a:cubicBezTo>
                    <a:pt x="2541" y="518"/>
                    <a:pt x="2218" y="195"/>
                    <a:pt x="1831" y="44"/>
                  </a:cubicBezTo>
                  <a:cubicBezTo>
                    <a:pt x="1594" y="1"/>
                    <a:pt x="1357" y="22"/>
                    <a:pt x="1120" y="87"/>
                  </a:cubicBezTo>
                  <a:cubicBezTo>
                    <a:pt x="409" y="324"/>
                    <a:pt x="0" y="1099"/>
                    <a:pt x="237" y="1831"/>
                  </a:cubicBezTo>
                  <a:cubicBezTo>
                    <a:pt x="366" y="2240"/>
                    <a:pt x="689" y="2563"/>
                    <a:pt x="1077" y="26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8" name="Google Shape;13718;p36"/>
            <p:cNvSpPr/>
            <p:nvPr/>
          </p:nvSpPr>
          <p:spPr>
            <a:xfrm>
              <a:off x="7802757" y="964116"/>
              <a:ext cx="109359" cy="109359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51" y="1141"/>
                  </a:moveTo>
                  <a:cubicBezTo>
                    <a:pt x="280" y="1551"/>
                    <a:pt x="732" y="1787"/>
                    <a:pt x="1142" y="1658"/>
                  </a:cubicBezTo>
                  <a:cubicBezTo>
                    <a:pt x="1572" y="1507"/>
                    <a:pt x="1788" y="1055"/>
                    <a:pt x="1658" y="646"/>
                  </a:cubicBezTo>
                  <a:cubicBezTo>
                    <a:pt x="1508" y="237"/>
                    <a:pt x="1077" y="0"/>
                    <a:pt x="646" y="129"/>
                  </a:cubicBezTo>
                  <a:cubicBezTo>
                    <a:pt x="237" y="280"/>
                    <a:pt x="0" y="732"/>
                    <a:pt x="151" y="11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19" name="Google Shape;13719;p36"/>
            <p:cNvSpPr/>
            <p:nvPr/>
          </p:nvSpPr>
          <p:spPr>
            <a:xfrm>
              <a:off x="7815907" y="975921"/>
              <a:ext cx="96209" cy="92294"/>
            </a:xfrm>
            <a:custGeom>
              <a:avLst/>
              <a:gdLst/>
              <a:ahLst/>
              <a:cxnLst/>
              <a:rect l="l" t="t" r="r" b="b"/>
              <a:pathLst>
                <a:path w="1573" h="1509" extrusionOk="0">
                  <a:moveTo>
                    <a:pt x="431" y="1465"/>
                  </a:moveTo>
                  <a:cubicBezTo>
                    <a:pt x="582" y="1508"/>
                    <a:pt x="776" y="1508"/>
                    <a:pt x="927" y="1465"/>
                  </a:cubicBezTo>
                  <a:cubicBezTo>
                    <a:pt x="1357" y="1314"/>
                    <a:pt x="1573" y="862"/>
                    <a:pt x="1443" y="453"/>
                  </a:cubicBezTo>
                  <a:cubicBezTo>
                    <a:pt x="1400" y="281"/>
                    <a:pt x="1293" y="152"/>
                    <a:pt x="1142" y="44"/>
                  </a:cubicBezTo>
                  <a:cubicBezTo>
                    <a:pt x="970" y="1"/>
                    <a:pt x="797" y="1"/>
                    <a:pt x="625" y="44"/>
                  </a:cubicBezTo>
                  <a:cubicBezTo>
                    <a:pt x="216" y="195"/>
                    <a:pt x="1" y="647"/>
                    <a:pt x="130" y="1056"/>
                  </a:cubicBezTo>
                  <a:cubicBezTo>
                    <a:pt x="173" y="1228"/>
                    <a:pt x="281" y="1358"/>
                    <a:pt x="431" y="146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0" name="Google Shape;13720;p36"/>
            <p:cNvSpPr/>
            <p:nvPr/>
          </p:nvSpPr>
          <p:spPr>
            <a:xfrm>
              <a:off x="7815907" y="975921"/>
              <a:ext cx="88319" cy="89664"/>
            </a:xfrm>
            <a:custGeom>
              <a:avLst/>
              <a:gdLst/>
              <a:ahLst/>
              <a:cxnLst/>
              <a:rect l="l" t="t" r="r" b="b"/>
              <a:pathLst>
                <a:path w="1444" h="1466" extrusionOk="0">
                  <a:moveTo>
                    <a:pt x="1034" y="22"/>
                  </a:moveTo>
                  <a:cubicBezTo>
                    <a:pt x="905" y="1"/>
                    <a:pt x="754" y="1"/>
                    <a:pt x="625" y="44"/>
                  </a:cubicBezTo>
                  <a:cubicBezTo>
                    <a:pt x="216" y="195"/>
                    <a:pt x="1" y="625"/>
                    <a:pt x="130" y="1056"/>
                  </a:cubicBezTo>
                  <a:cubicBezTo>
                    <a:pt x="173" y="1207"/>
                    <a:pt x="259" y="1336"/>
                    <a:pt x="388" y="1422"/>
                  </a:cubicBezTo>
                  <a:cubicBezTo>
                    <a:pt x="517" y="1465"/>
                    <a:pt x="668" y="1444"/>
                    <a:pt x="797" y="1401"/>
                  </a:cubicBezTo>
                  <a:cubicBezTo>
                    <a:pt x="1207" y="1271"/>
                    <a:pt x="1443" y="819"/>
                    <a:pt x="1314" y="389"/>
                  </a:cubicBezTo>
                  <a:cubicBezTo>
                    <a:pt x="1250" y="238"/>
                    <a:pt x="1164" y="109"/>
                    <a:pt x="1034" y="22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21" name="Google Shape;13721;p36"/>
            <p:cNvSpPr/>
            <p:nvPr/>
          </p:nvSpPr>
          <p:spPr>
            <a:xfrm>
              <a:off x="7769790" y="1293358"/>
              <a:ext cx="40918" cy="227953"/>
            </a:xfrm>
            <a:custGeom>
              <a:avLst/>
              <a:gdLst/>
              <a:ahLst/>
              <a:cxnLst/>
              <a:rect l="l" t="t" r="r" b="b"/>
              <a:pathLst>
                <a:path w="669" h="3727" extrusionOk="0">
                  <a:moveTo>
                    <a:pt x="1" y="1"/>
                  </a:moveTo>
                  <a:lnTo>
                    <a:pt x="669" y="1"/>
                  </a:lnTo>
                  <a:lnTo>
                    <a:pt x="669" y="3726"/>
                  </a:lnTo>
                  <a:lnTo>
                    <a:pt x="1" y="372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Google Shape;15184;p51">
            <a:extLst>
              <a:ext uri="{FF2B5EF4-FFF2-40B4-BE49-F238E27FC236}">
                <a16:creationId xmlns:a16="http://schemas.microsoft.com/office/drawing/2014/main" xmlns="" id="{E8D93231-CA36-4104-0D6A-D17036128FBB}"/>
              </a:ext>
            </a:extLst>
          </p:cNvPr>
          <p:cNvGrpSpPr/>
          <p:nvPr/>
        </p:nvGrpSpPr>
        <p:grpSpPr>
          <a:xfrm>
            <a:off x="1849813" y="1716632"/>
            <a:ext cx="276120" cy="358058"/>
            <a:chOff x="4001214" y="3972100"/>
            <a:chExt cx="296903" cy="384967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3" name="Google Shape;15185;p51">
              <a:extLst>
                <a:ext uri="{FF2B5EF4-FFF2-40B4-BE49-F238E27FC236}">
                  <a16:creationId xmlns:a16="http://schemas.microsoft.com/office/drawing/2014/main" xmlns="" id="{0E21BCA0-B34A-2DDA-C79F-72E95B625330}"/>
                </a:ext>
              </a:extLst>
            </p:cNvPr>
            <p:cNvSpPr/>
            <p:nvPr/>
          </p:nvSpPr>
          <p:spPr>
            <a:xfrm>
              <a:off x="4248085" y="4219322"/>
              <a:ext cx="50032" cy="87539"/>
            </a:xfrm>
            <a:custGeom>
              <a:avLst/>
              <a:gdLst/>
              <a:ahLst/>
              <a:cxnLst/>
              <a:rect l="l" t="t" r="r" b="b"/>
              <a:pathLst>
                <a:path w="1430" h="2502" extrusionOk="0">
                  <a:moveTo>
                    <a:pt x="1" y="1"/>
                  </a:moveTo>
                  <a:lnTo>
                    <a:pt x="1" y="715"/>
                  </a:lnTo>
                  <a:cubicBezTo>
                    <a:pt x="191" y="715"/>
                    <a:pt x="358" y="882"/>
                    <a:pt x="358" y="1072"/>
                  </a:cubicBezTo>
                  <a:lnTo>
                    <a:pt x="358" y="1549"/>
                  </a:lnTo>
                  <a:lnTo>
                    <a:pt x="1" y="1549"/>
                  </a:lnTo>
                  <a:lnTo>
                    <a:pt x="1" y="2501"/>
                  </a:lnTo>
                  <a:lnTo>
                    <a:pt x="1430" y="2501"/>
                  </a:lnTo>
                  <a:lnTo>
                    <a:pt x="1430" y="1549"/>
                  </a:lnTo>
                  <a:lnTo>
                    <a:pt x="1049" y="1549"/>
                  </a:lnTo>
                  <a:lnTo>
                    <a:pt x="1049" y="1072"/>
                  </a:lnTo>
                  <a:cubicBezTo>
                    <a:pt x="1049" y="501"/>
                    <a:pt x="572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15186;p51">
              <a:extLst>
                <a:ext uri="{FF2B5EF4-FFF2-40B4-BE49-F238E27FC236}">
                  <a16:creationId xmlns:a16="http://schemas.microsoft.com/office/drawing/2014/main" xmlns="" id="{29322EE5-BA0D-D2E7-31BB-B6820EDD7313}"/>
                </a:ext>
              </a:extLst>
            </p:cNvPr>
            <p:cNvSpPr/>
            <p:nvPr/>
          </p:nvSpPr>
          <p:spPr>
            <a:xfrm>
              <a:off x="4198474" y="4139585"/>
              <a:ext cx="62523" cy="167485"/>
            </a:xfrm>
            <a:custGeom>
              <a:avLst/>
              <a:gdLst/>
              <a:ahLst/>
              <a:cxnLst/>
              <a:rect l="l" t="t" r="r" b="b"/>
              <a:pathLst>
                <a:path w="1787" h="4787" extrusionOk="0">
                  <a:moveTo>
                    <a:pt x="1072" y="0"/>
                  </a:moveTo>
                  <a:lnTo>
                    <a:pt x="1072" y="2334"/>
                  </a:lnTo>
                  <a:cubicBezTo>
                    <a:pt x="643" y="2477"/>
                    <a:pt x="357" y="2882"/>
                    <a:pt x="357" y="3334"/>
                  </a:cubicBezTo>
                  <a:lnTo>
                    <a:pt x="357" y="3811"/>
                  </a:lnTo>
                  <a:lnTo>
                    <a:pt x="0" y="3811"/>
                  </a:lnTo>
                  <a:lnTo>
                    <a:pt x="0" y="4787"/>
                  </a:lnTo>
                  <a:lnTo>
                    <a:pt x="1453" y="4787"/>
                  </a:lnTo>
                  <a:lnTo>
                    <a:pt x="1453" y="3811"/>
                  </a:lnTo>
                  <a:lnTo>
                    <a:pt x="1072" y="3811"/>
                  </a:lnTo>
                  <a:lnTo>
                    <a:pt x="1072" y="3334"/>
                  </a:lnTo>
                  <a:cubicBezTo>
                    <a:pt x="1072" y="3144"/>
                    <a:pt x="1238" y="2977"/>
                    <a:pt x="1429" y="2977"/>
                  </a:cubicBezTo>
                  <a:lnTo>
                    <a:pt x="1429" y="2263"/>
                  </a:lnTo>
                  <a:cubicBezTo>
                    <a:pt x="1548" y="2263"/>
                    <a:pt x="1667" y="2286"/>
                    <a:pt x="1786" y="2334"/>
                  </a:cubicBezTo>
                  <a:lnTo>
                    <a:pt x="17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15187;p51">
              <a:extLst>
                <a:ext uri="{FF2B5EF4-FFF2-40B4-BE49-F238E27FC236}">
                  <a16:creationId xmlns:a16="http://schemas.microsoft.com/office/drawing/2014/main" xmlns="" id="{E0635A2A-CDAB-EBC4-C06F-B455AA1252B8}"/>
                </a:ext>
              </a:extLst>
            </p:cNvPr>
            <p:cNvSpPr/>
            <p:nvPr/>
          </p:nvSpPr>
          <p:spPr>
            <a:xfrm>
              <a:off x="4222860" y="4114569"/>
              <a:ext cx="50032" cy="25051"/>
            </a:xfrm>
            <a:custGeom>
              <a:avLst/>
              <a:gdLst/>
              <a:ahLst/>
              <a:cxnLst/>
              <a:rect l="l" t="t" r="r" b="b"/>
              <a:pathLst>
                <a:path w="1430" h="716" extrusionOk="0">
                  <a:moveTo>
                    <a:pt x="0" y="1"/>
                  </a:moveTo>
                  <a:lnTo>
                    <a:pt x="0" y="715"/>
                  </a:lnTo>
                  <a:lnTo>
                    <a:pt x="1429" y="715"/>
                  </a:lnTo>
                  <a:lnTo>
                    <a:pt x="142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5188;p51">
              <a:extLst>
                <a:ext uri="{FF2B5EF4-FFF2-40B4-BE49-F238E27FC236}">
                  <a16:creationId xmlns:a16="http://schemas.microsoft.com/office/drawing/2014/main" xmlns="" id="{01684D97-904B-1358-C25B-A51FA0D001B5}"/>
                </a:ext>
              </a:extLst>
            </p:cNvPr>
            <p:cNvSpPr/>
            <p:nvPr/>
          </p:nvSpPr>
          <p:spPr>
            <a:xfrm>
              <a:off x="4205610" y="3972100"/>
              <a:ext cx="83340" cy="142504"/>
            </a:xfrm>
            <a:custGeom>
              <a:avLst/>
              <a:gdLst/>
              <a:ahLst/>
              <a:cxnLst/>
              <a:rect l="l" t="t" r="r" b="b"/>
              <a:pathLst>
                <a:path w="2382" h="4073" extrusionOk="0">
                  <a:moveTo>
                    <a:pt x="1191" y="1"/>
                  </a:moveTo>
                  <a:lnTo>
                    <a:pt x="1191" y="2882"/>
                  </a:lnTo>
                  <a:lnTo>
                    <a:pt x="0" y="2882"/>
                  </a:lnTo>
                  <a:lnTo>
                    <a:pt x="476" y="4073"/>
                  </a:lnTo>
                  <a:lnTo>
                    <a:pt x="1905" y="4073"/>
                  </a:lnTo>
                  <a:lnTo>
                    <a:pt x="2382" y="2882"/>
                  </a:lnTo>
                  <a:lnTo>
                    <a:pt x="23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7" name="Google Shape;15189;p51">
              <a:extLst>
                <a:ext uri="{FF2B5EF4-FFF2-40B4-BE49-F238E27FC236}">
                  <a16:creationId xmlns:a16="http://schemas.microsoft.com/office/drawing/2014/main" xmlns="" id="{1D86DF38-EE56-630A-A668-9027C836DCBA}"/>
                </a:ext>
              </a:extLst>
            </p:cNvPr>
            <p:cNvSpPr/>
            <p:nvPr/>
          </p:nvSpPr>
          <p:spPr>
            <a:xfrm>
              <a:off x="4206206" y="3972100"/>
              <a:ext cx="41670" cy="100869"/>
            </a:xfrm>
            <a:custGeom>
              <a:avLst/>
              <a:gdLst/>
              <a:ahLst/>
              <a:cxnLst/>
              <a:rect l="l" t="t" r="r" b="b"/>
              <a:pathLst>
                <a:path w="1191" h="2883" extrusionOk="0">
                  <a:moveTo>
                    <a:pt x="0" y="1"/>
                  </a:moveTo>
                  <a:lnTo>
                    <a:pt x="0" y="2882"/>
                  </a:lnTo>
                  <a:lnTo>
                    <a:pt x="1191" y="2882"/>
                  </a:lnTo>
                  <a:lnTo>
                    <a:pt x="11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8" name="Google Shape;15190;p51">
              <a:extLst>
                <a:ext uri="{FF2B5EF4-FFF2-40B4-BE49-F238E27FC236}">
                  <a16:creationId xmlns:a16="http://schemas.microsoft.com/office/drawing/2014/main" xmlns="" id="{8DD6E7BC-D3E8-26FF-6714-3BB2660AD40B}"/>
                </a:ext>
              </a:extLst>
            </p:cNvPr>
            <p:cNvSpPr/>
            <p:nvPr/>
          </p:nvSpPr>
          <p:spPr>
            <a:xfrm>
              <a:off x="4092881" y="3997081"/>
              <a:ext cx="113360" cy="75888"/>
            </a:xfrm>
            <a:custGeom>
              <a:avLst/>
              <a:gdLst/>
              <a:ahLst/>
              <a:cxnLst/>
              <a:rect l="l" t="t" r="r" b="b"/>
              <a:pathLst>
                <a:path w="3240" h="2169" extrusionOk="0">
                  <a:moveTo>
                    <a:pt x="0" y="1"/>
                  </a:moveTo>
                  <a:lnTo>
                    <a:pt x="0" y="2168"/>
                  </a:lnTo>
                  <a:lnTo>
                    <a:pt x="3239" y="2168"/>
                  </a:lnTo>
                  <a:lnTo>
                    <a:pt x="323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15191;p51">
              <a:extLst>
                <a:ext uri="{FF2B5EF4-FFF2-40B4-BE49-F238E27FC236}">
                  <a16:creationId xmlns:a16="http://schemas.microsoft.com/office/drawing/2014/main" xmlns="" id="{5F55884E-D1B1-CAA3-5FFA-0F4D6E3F543C}"/>
                </a:ext>
              </a:extLst>
            </p:cNvPr>
            <p:cNvSpPr/>
            <p:nvPr/>
          </p:nvSpPr>
          <p:spPr>
            <a:xfrm>
              <a:off x="4092881" y="4072934"/>
              <a:ext cx="67526" cy="259152"/>
            </a:xfrm>
            <a:custGeom>
              <a:avLst/>
              <a:gdLst/>
              <a:ahLst/>
              <a:cxnLst/>
              <a:rect l="l" t="t" r="r" b="b"/>
              <a:pathLst>
                <a:path w="1930" h="7407" extrusionOk="0">
                  <a:moveTo>
                    <a:pt x="0" y="0"/>
                  </a:moveTo>
                  <a:lnTo>
                    <a:pt x="0" y="7406"/>
                  </a:lnTo>
                  <a:lnTo>
                    <a:pt x="1929" y="7406"/>
                  </a:lnTo>
                  <a:lnTo>
                    <a:pt x="19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" name="Google Shape;15192;p51">
              <a:extLst>
                <a:ext uri="{FF2B5EF4-FFF2-40B4-BE49-F238E27FC236}">
                  <a16:creationId xmlns:a16="http://schemas.microsoft.com/office/drawing/2014/main" xmlns="" id="{DBF08CDC-8CE4-94DA-508F-F2CB79086624}"/>
                </a:ext>
              </a:extLst>
            </p:cNvPr>
            <p:cNvSpPr/>
            <p:nvPr/>
          </p:nvSpPr>
          <p:spPr>
            <a:xfrm>
              <a:off x="4026230" y="4072934"/>
              <a:ext cx="67526" cy="259152"/>
            </a:xfrm>
            <a:custGeom>
              <a:avLst/>
              <a:gdLst/>
              <a:ahLst/>
              <a:cxnLst/>
              <a:rect l="l" t="t" r="r" b="b"/>
              <a:pathLst>
                <a:path w="1930" h="7407" extrusionOk="0">
                  <a:moveTo>
                    <a:pt x="1929" y="0"/>
                  </a:moveTo>
                  <a:lnTo>
                    <a:pt x="0" y="1905"/>
                  </a:lnTo>
                  <a:lnTo>
                    <a:pt x="0" y="7406"/>
                  </a:lnTo>
                  <a:lnTo>
                    <a:pt x="1929" y="7406"/>
                  </a:lnTo>
                  <a:lnTo>
                    <a:pt x="19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1" name="Google Shape;15193;p51">
              <a:extLst>
                <a:ext uri="{FF2B5EF4-FFF2-40B4-BE49-F238E27FC236}">
                  <a16:creationId xmlns:a16="http://schemas.microsoft.com/office/drawing/2014/main" xmlns="" id="{C3281869-7D30-935A-9CBA-512388583BA5}"/>
                </a:ext>
              </a:extLst>
            </p:cNvPr>
            <p:cNvSpPr/>
            <p:nvPr/>
          </p:nvSpPr>
          <p:spPr>
            <a:xfrm>
              <a:off x="4001214" y="4332052"/>
              <a:ext cx="92542" cy="25016"/>
            </a:xfrm>
            <a:custGeom>
              <a:avLst/>
              <a:gdLst/>
              <a:ahLst/>
              <a:cxnLst/>
              <a:rect l="l" t="t" r="r" b="b"/>
              <a:pathLst>
                <a:path w="2645" h="715" extrusionOk="0">
                  <a:moveTo>
                    <a:pt x="1" y="0"/>
                  </a:moveTo>
                  <a:lnTo>
                    <a:pt x="1" y="715"/>
                  </a:lnTo>
                  <a:lnTo>
                    <a:pt x="2644" y="715"/>
                  </a:lnTo>
                  <a:lnTo>
                    <a:pt x="26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5194;p51">
              <a:extLst>
                <a:ext uri="{FF2B5EF4-FFF2-40B4-BE49-F238E27FC236}">
                  <a16:creationId xmlns:a16="http://schemas.microsoft.com/office/drawing/2014/main" xmlns="" id="{6CB895FF-FFC7-46BA-AD40-D3902065F732}"/>
                </a:ext>
              </a:extLst>
            </p:cNvPr>
            <p:cNvSpPr/>
            <p:nvPr/>
          </p:nvSpPr>
          <p:spPr>
            <a:xfrm>
              <a:off x="4092881" y="4332052"/>
              <a:ext cx="92507" cy="25016"/>
            </a:xfrm>
            <a:custGeom>
              <a:avLst/>
              <a:gdLst/>
              <a:ahLst/>
              <a:cxnLst/>
              <a:rect l="l" t="t" r="r" b="b"/>
              <a:pathLst>
                <a:path w="2644" h="715" extrusionOk="0">
                  <a:moveTo>
                    <a:pt x="0" y="0"/>
                  </a:moveTo>
                  <a:lnTo>
                    <a:pt x="0" y="715"/>
                  </a:lnTo>
                  <a:lnTo>
                    <a:pt x="2644" y="715"/>
                  </a:lnTo>
                  <a:lnTo>
                    <a:pt x="264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3" name="Google Shape;13783;p38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en-US" sz="3200" dirty="0"/>
              <a:t>Focus areas:</a:t>
            </a:r>
          </a:p>
        </p:txBody>
      </p:sp>
      <p:sp>
        <p:nvSpPr>
          <p:cNvPr id="13787" name="Google Shape;13787;p38"/>
          <p:cNvSpPr txBox="1">
            <a:spLocks noGrp="1"/>
          </p:cNvSpPr>
          <p:nvPr>
            <p:ph type="subTitle" idx="4"/>
          </p:nvPr>
        </p:nvSpPr>
        <p:spPr>
          <a:xfrm>
            <a:off x="349724" y="1412007"/>
            <a:ext cx="6236706" cy="14891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Robot motion control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Object manipulation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/>
              <a:t>Integration with vision and control software</a:t>
            </a:r>
            <a:endParaRPr sz="1800" dirty="0"/>
          </a:p>
        </p:txBody>
      </p:sp>
      <p:grpSp>
        <p:nvGrpSpPr>
          <p:cNvPr id="13792" name="Google Shape;13792;p38"/>
          <p:cNvGrpSpPr/>
          <p:nvPr/>
        </p:nvGrpSpPr>
        <p:grpSpPr>
          <a:xfrm>
            <a:off x="1063253" y="4521513"/>
            <a:ext cx="300558" cy="283271"/>
            <a:chOff x="1063253" y="4521513"/>
            <a:chExt cx="300558" cy="283271"/>
          </a:xfrm>
        </p:grpSpPr>
        <p:sp>
          <p:nvSpPr>
            <p:cNvPr id="13793" name="Google Shape;13793;p38"/>
            <p:cNvSpPr/>
            <p:nvPr/>
          </p:nvSpPr>
          <p:spPr>
            <a:xfrm flipH="1">
              <a:off x="1063254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4" name="Google Shape;13794;p38"/>
            <p:cNvSpPr/>
            <p:nvPr/>
          </p:nvSpPr>
          <p:spPr>
            <a:xfrm flipH="1">
              <a:off x="1063253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5" name="Google Shape;13795;p38"/>
            <p:cNvSpPr/>
            <p:nvPr/>
          </p:nvSpPr>
          <p:spPr>
            <a:xfrm flipH="1">
              <a:off x="113260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6" name="Google Shape;13796;p38"/>
            <p:cNvSpPr/>
            <p:nvPr/>
          </p:nvSpPr>
          <p:spPr>
            <a:xfrm flipH="1">
              <a:off x="1155653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797" name="Google Shape;13797;p38"/>
          <p:cNvGrpSpPr/>
          <p:nvPr/>
        </p:nvGrpSpPr>
        <p:grpSpPr>
          <a:xfrm flipH="1">
            <a:off x="6926750" y="230975"/>
            <a:ext cx="2217259" cy="1181032"/>
            <a:chOff x="0" y="429925"/>
            <a:chExt cx="2217259" cy="1181032"/>
          </a:xfrm>
        </p:grpSpPr>
        <p:sp>
          <p:nvSpPr>
            <p:cNvPr id="13798" name="Google Shape;13798;p38"/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799" name="Google Shape;13799;p38"/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0" name="Google Shape;13800;p38"/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1" name="Google Shape;13801;p38"/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2" name="Google Shape;13802;p38"/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3" name="Google Shape;13803;p38"/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4" name="Google Shape;13804;p38"/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5" name="Google Shape;13805;p38"/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6" name="Google Shape;13806;p38"/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7" name="Google Shape;13807;p38"/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8" name="Google Shape;13808;p38"/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09" name="Google Shape;13809;p38"/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0" name="Google Shape;13810;p38"/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11" name="Google Shape;13811;p38"/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2" name="Google Shape;13347;p32">
            <a:extLst>
              <a:ext uri="{FF2B5EF4-FFF2-40B4-BE49-F238E27FC236}">
                <a16:creationId xmlns:a16="http://schemas.microsoft.com/office/drawing/2014/main" xmlns="" id="{409B60AA-AFEC-2027-A0D0-1E00A038B61B}"/>
              </a:ext>
            </a:extLst>
          </p:cNvPr>
          <p:cNvGrpSpPr/>
          <p:nvPr/>
        </p:nvGrpSpPr>
        <p:grpSpPr>
          <a:xfrm>
            <a:off x="2394038" y="4475313"/>
            <a:ext cx="156092" cy="306422"/>
            <a:chOff x="474406" y="2974600"/>
            <a:chExt cx="106759" cy="209577"/>
          </a:xfrm>
        </p:grpSpPr>
        <p:sp>
          <p:nvSpPr>
            <p:cNvPr id="3" name="Google Shape;13348;p32">
              <a:extLst>
                <a:ext uri="{FF2B5EF4-FFF2-40B4-BE49-F238E27FC236}">
                  <a16:creationId xmlns:a16="http://schemas.microsoft.com/office/drawing/2014/main" xmlns="" id="{D02C3137-227F-E3DA-FF0E-645682D4FD0F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13349;p32">
              <a:extLst>
                <a:ext uri="{FF2B5EF4-FFF2-40B4-BE49-F238E27FC236}">
                  <a16:creationId xmlns:a16="http://schemas.microsoft.com/office/drawing/2014/main" xmlns="" id="{7AD9D396-DA87-C75D-9032-B02D04479AD5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" name="Google Shape;13350;p32">
              <a:extLst>
                <a:ext uri="{FF2B5EF4-FFF2-40B4-BE49-F238E27FC236}">
                  <a16:creationId xmlns:a16="http://schemas.microsoft.com/office/drawing/2014/main" xmlns="" id="{ECB92640-445E-8504-9E30-6FF434BFC2F1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6" name="Google Shape;13351;p32">
              <a:extLst>
                <a:ext uri="{FF2B5EF4-FFF2-40B4-BE49-F238E27FC236}">
                  <a16:creationId xmlns:a16="http://schemas.microsoft.com/office/drawing/2014/main" xmlns="" id="{EE83839B-24D8-2986-77E1-80D35A5A296E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/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61" name="Google Shape;13461;p35"/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/>
              <a:t>Algorithms that control the </a:t>
            </a:r>
            <a:r>
              <a:rPr lang="en-US" dirty="0" smtClean="0"/>
              <a:t>system</a:t>
            </a:r>
            <a:endParaRPr lang="en-US" dirty="0"/>
          </a:p>
        </p:txBody>
      </p:sp>
      <p:sp>
        <p:nvSpPr>
          <p:cNvPr id="13462" name="Google Shape;13462;p35"/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13464" name="Google Shape;13464;p35"/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/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/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/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/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/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/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/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/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/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/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/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/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/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/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/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/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/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/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/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/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/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/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/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/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/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/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/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/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/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/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/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/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/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/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/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/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/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/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/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/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/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/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/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/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/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/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/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/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/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/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/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/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/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/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/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/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/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/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/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/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/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/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/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/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/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/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/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/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/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/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/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/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/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/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/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/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/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/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/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/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/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/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/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/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/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/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/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/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/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/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/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/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/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/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/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/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/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/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/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/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/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/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/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/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/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/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/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/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/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/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/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/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/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/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/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/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/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/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/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/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/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/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/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/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/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/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/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/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/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/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/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/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/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/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/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/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/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/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/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/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/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/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/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/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/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/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/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/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/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/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/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/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/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/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/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/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/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/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/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/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/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/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/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6" name="Google Shape;13726;p37"/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Pick-and-Place control algorithm</a:t>
            </a:r>
            <a:endParaRPr sz="3200" dirty="0"/>
          </a:p>
        </p:txBody>
      </p:sp>
      <p:sp>
        <p:nvSpPr>
          <p:cNvPr id="13727" name="Google Shape;13727;p37"/>
          <p:cNvSpPr txBox="1">
            <a:spLocks noGrp="1"/>
          </p:cNvSpPr>
          <p:nvPr>
            <p:ph type="subTitle" idx="1"/>
          </p:nvPr>
        </p:nvSpPr>
        <p:spPr>
          <a:xfrm>
            <a:off x="595146" y="1734578"/>
            <a:ext cx="6936500" cy="251104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800" dirty="0"/>
              <a:t>General Control Logic: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System initialization, calibration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Conveyor belt moves objects into workspace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Vision system detects object position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Robot plans motion to pick position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Gripper/tool picks the object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Robot moves to place position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Object is released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Robot returns to home position</a:t>
            </a:r>
          </a:p>
        </p:txBody>
      </p:sp>
      <p:grpSp>
        <p:nvGrpSpPr>
          <p:cNvPr id="13733" name="Google Shape;13733;p37"/>
          <p:cNvGrpSpPr/>
          <p:nvPr/>
        </p:nvGrpSpPr>
        <p:grpSpPr>
          <a:xfrm>
            <a:off x="3884255" y="4521513"/>
            <a:ext cx="300558" cy="283271"/>
            <a:chOff x="3884255" y="4521513"/>
            <a:chExt cx="300558" cy="283271"/>
          </a:xfrm>
        </p:grpSpPr>
        <p:sp>
          <p:nvSpPr>
            <p:cNvPr id="13734" name="Google Shape;13734;p37"/>
            <p:cNvSpPr/>
            <p:nvPr/>
          </p:nvSpPr>
          <p:spPr>
            <a:xfrm>
              <a:off x="3884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37"/>
            <p:cNvSpPr/>
            <p:nvPr/>
          </p:nvSpPr>
          <p:spPr>
            <a:xfrm>
              <a:off x="3941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37"/>
            <p:cNvSpPr/>
            <p:nvPr/>
          </p:nvSpPr>
          <p:spPr>
            <a:xfrm>
              <a:off x="394784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37"/>
            <p:cNvSpPr/>
            <p:nvPr/>
          </p:nvSpPr>
          <p:spPr>
            <a:xfrm>
              <a:off x="3976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8" name="Google Shape;13738;p37"/>
          <p:cNvGrpSpPr/>
          <p:nvPr/>
        </p:nvGrpSpPr>
        <p:grpSpPr>
          <a:xfrm>
            <a:off x="4415919" y="4475313"/>
            <a:ext cx="156092" cy="306422"/>
            <a:chOff x="474406" y="2974600"/>
            <a:chExt cx="106759" cy="209577"/>
          </a:xfrm>
        </p:grpSpPr>
        <p:sp>
          <p:nvSpPr>
            <p:cNvPr id="13739" name="Google Shape;13739;p37"/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37"/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37"/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37"/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37"/>
          <p:cNvGrpSpPr/>
          <p:nvPr/>
        </p:nvGrpSpPr>
        <p:grpSpPr>
          <a:xfrm>
            <a:off x="7187429" y="4388338"/>
            <a:ext cx="230087" cy="393387"/>
            <a:chOff x="1267792" y="5309150"/>
            <a:chExt cx="230087" cy="393387"/>
          </a:xfrm>
        </p:grpSpPr>
        <p:sp>
          <p:nvSpPr>
            <p:cNvPr id="13744" name="Google Shape;13744;p37"/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37"/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37"/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7" name="Google Shape;13747;p37"/>
          <p:cNvGrpSpPr/>
          <p:nvPr/>
        </p:nvGrpSpPr>
        <p:grpSpPr>
          <a:xfrm rot="8407646" flipH="1">
            <a:off x="6867624" y="118182"/>
            <a:ext cx="3001662" cy="2634485"/>
            <a:chOff x="7103607" y="158760"/>
            <a:chExt cx="2741185" cy="2405871"/>
          </a:xfrm>
        </p:grpSpPr>
        <p:sp>
          <p:nvSpPr>
            <p:cNvPr id="13748" name="Google Shape;13748;p37"/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9" name="Google Shape;13749;p37"/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0" name="Google Shape;13750;p37"/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1" name="Google Shape;13751;p37"/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2" name="Google Shape;13752;p37"/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3" name="Google Shape;13753;p37"/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4" name="Google Shape;13754;p37"/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5" name="Google Shape;13755;p37"/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6" name="Google Shape;13756;p37"/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7" name="Google Shape;13757;p37"/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8" name="Google Shape;13758;p37"/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9" name="Google Shape;13759;p37"/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0" name="Google Shape;13760;p37"/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1" name="Google Shape;13761;p37"/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2" name="Google Shape;13762;p37"/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3" name="Google Shape;13763;p37"/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4" name="Google Shape;13764;p37"/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5" name="Google Shape;13765;p37"/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6" name="Google Shape;13766;p37"/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7" name="Google Shape;13767;p37"/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8" name="Google Shape;13768;p37"/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9" name="Google Shape;13769;p37"/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0" name="Google Shape;13770;p37"/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1" name="Google Shape;13771;p37"/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2" name="Google Shape;13772;p37"/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3" name="Google Shape;13773;p37"/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4" name="Google Shape;13774;p37"/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5" name="Google Shape;13775;p37"/>
            <p:cNvSpPr/>
            <p:nvPr/>
          </p:nvSpPr>
          <p:spPr>
            <a:xfrm rot="3331772" flipH="1">
              <a:off x="7187503" y="401006"/>
              <a:ext cx="393601" cy="410740"/>
            </a:xfrm>
            <a:custGeom>
              <a:avLst/>
              <a:gdLst/>
              <a:ahLst/>
              <a:cxnLst/>
              <a:rect l="l" t="t" r="r" b="b"/>
              <a:pathLst>
                <a:path w="5902" h="6159" extrusionOk="0">
                  <a:moveTo>
                    <a:pt x="4092" y="5276"/>
                  </a:moveTo>
                  <a:cubicBezTo>
                    <a:pt x="2068" y="6159"/>
                    <a:pt x="1" y="4178"/>
                    <a:pt x="798" y="2110"/>
                  </a:cubicBezTo>
                  <a:cubicBezTo>
                    <a:pt x="1573" y="65"/>
                    <a:pt x="4458" y="0"/>
                    <a:pt x="5363" y="2003"/>
                  </a:cubicBezTo>
                  <a:cubicBezTo>
                    <a:pt x="5901" y="3252"/>
                    <a:pt x="5341" y="4716"/>
                    <a:pt x="4092" y="52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6" name="Google Shape;13776;p37"/>
            <p:cNvSpPr/>
            <p:nvPr/>
          </p:nvSpPr>
          <p:spPr>
            <a:xfrm rot="3331772" flipH="1">
              <a:off x="7241965" y="454739"/>
              <a:ext cx="285831" cy="297302"/>
            </a:xfrm>
            <a:custGeom>
              <a:avLst/>
              <a:gdLst/>
              <a:ahLst/>
              <a:cxnLst/>
              <a:rect l="l" t="t" r="r" b="b"/>
              <a:pathLst>
                <a:path w="4286" h="4458" extrusionOk="0">
                  <a:moveTo>
                    <a:pt x="2972" y="3812"/>
                  </a:moveTo>
                  <a:cubicBezTo>
                    <a:pt x="1530" y="4458"/>
                    <a:pt x="1" y="3015"/>
                    <a:pt x="582" y="1529"/>
                  </a:cubicBezTo>
                  <a:cubicBezTo>
                    <a:pt x="1163" y="43"/>
                    <a:pt x="3252" y="0"/>
                    <a:pt x="3898" y="1465"/>
                  </a:cubicBezTo>
                  <a:cubicBezTo>
                    <a:pt x="4286" y="2369"/>
                    <a:pt x="3877" y="3424"/>
                    <a:pt x="2972" y="3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7" name="Google Shape;13777;p37"/>
            <p:cNvSpPr/>
            <p:nvPr/>
          </p:nvSpPr>
          <p:spPr>
            <a:xfrm rot="3331772" flipH="1">
              <a:off x="7248660" y="451364"/>
              <a:ext cx="305971" cy="284431"/>
            </a:xfrm>
            <a:custGeom>
              <a:avLst/>
              <a:gdLst/>
              <a:ahLst/>
              <a:cxnLst/>
              <a:rect l="l" t="t" r="r" b="b"/>
              <a:pathLst>
                <a:path w="4588" h="4265" extrusionOk="0">
                  <a:moveTo>
                    <a:pt x="3144" y="4006"/>
                  </a:moveTo>
                  <a:cubicBezTo>
                    <a:pt x="2584" y="4264"/>
                    <a:pt x="1938" y="4200"/>
                    <a:pt x="1422" y="3855"/>
                  </a:cubicBezTo>
                  <a:cubicBezTo>
                    <a:pt x="0" y="2305"/>
                    <a:pt x="1960" y="1"/>
                    <a:pt x="3726" y="1142"/>
                  </a:cubicBezTo>
                  <a:cubicBezTo>
                    <a:pt x="4587" y="2046"/>
                    <a:pt x="4286" y="3532"/>
                    <a:pt x="3144" y="402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8" name="Google Shape;13778;p37"/>
            <p:cNvSpPr/>
            <p:nvPr/>
          </p:nvSpPr>
          <p:spPr>
            <a:xfrm rot="3331772" flipH="1">
              <a:off x="7282561" y="501150"/>
              <a:ext cx="160922" cy="183930"/>
            </a:xfrm>
            <a:custGeom>
              <a:avLst/>
              <a:gdLst/>
              <a:ahLst/>
              <a:cxnLst/>
              <a:rect l="l" t="t" r="r" b="b"/>
              <a:pathLst>
                <a:path w="2413" h="2758" extrusionOk="0">
                  <a:moveTo>
                    <a:pt x="2176" y="1271"/>
                  </a:moveTo>
                  <a:cubicBezTo>
                    <a:pt x="2046" y="2327"/>
                    <a:pt x="754" y="2757"/>
                    <a:pt x="1" y="2004"/>
                  </a:cubicBezTo>
                  <a:cubicBezTo>
                    <a:pt x="151" y="2090"/>
                    <a:pt x="324" y="2133"/>
                    <a:pt x="496" y="2154"/>
                  </a:cubicBezTo>
                  <a:cubicBezTo>
                    <a:pt x="1702" y="2327"/>
                    <a:pt x="2412" y="862"/>
                    <a:pt x="1573" y="1"/>
                  </a:cubicBezTo>
                  <a:cubicBezTo>
                    <a:pt x="2003" y="259"/>
                    <a:pt x="2240" y="755"/>
                    <a:pt x="2176" y="1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5">
          <a:extLst>
            <a:ext uri="{FF2B5EF4-FFF2-40B4-BE49-F238E27FC236}">
              <a16:creationId xmlns:a16="http://schemas.microsoft.com/office/drawing/2014/main" xmlns="" id="{A93D645D-1A1C-E0C9-9845-1E9B408E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6" name="Google Shape;13726;p37">
            <a:extLst>
              <a:ext uri="{FF2B5EF4-FFF2-40B4-BE49-F238E27FC236}">
                <a16:creationId xmlns:a16="http://schemas.microsoft.com/office/drawing/2014/main" xmlns="" id="{6BAE2222-D712-311E-9894-6FB6B312A1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Pick-and-Place control algorithm</a:t>
            </a:r>
            <a:endParaRPr sz="3200" dirty="0"/>
          </a:p>
        </p:txBody>
      </p:sp>
      <p:sp>
        <p:nvSpPr>
          <p:cNvPr id="13727" name="Google Shape;13727;p37">
            <a:extLst>
              <a:ext uri="{FF2B5EF4-FFF2-40B4-BE49-F238E27FC236}">
                <a16:creationId xmlns:a16="http://schemas.microsoft.com/office/drawing/2014/main" xmlns="" id="{032C1281-FB9A-7AC2-CE65-391DE19C97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874" y="1755203"/>
            <a:ext cx="6936500" cy="183145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Motion Planning and Robot Control</a:t>
            </a:r>
          </a:p>
          <a:p>
            <a:endParaRPr lang="en-US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Collision-free paths are planned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Smooth trajectories ensure safe operation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Speed and acceleration limits are respected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Control system ensures precise positioning</a:t>
            </a:r>
          </a:p>
        </p:txBody>
      </p:sp>
      <p:grpSp>
        <p:nvGrpSpPr>
          <p:cNvPr id="13733" name="Google Shape;13733;p37">
            <a:extLst>
              <a:ext uri="{FF2B5EF4-FFF2-40B4-BE49-F238E27FC236}">
                <a16:creationId xmlns:a16="http://schemas.microsoft.com/office/drawing/2014/main" xmlns="" id="{07D4D8BC-470C-191F-C198-CC906F92DD9A}"/>
              </a:ext>
            </a:extLst>
          </p:cNvPr>
          <p:cNvGrpSpPr/>
          <p:nvPr/>
        </p:nvGrpSpPr>
        <p:grpSpPr>
          <a:xfrm>
            <a:off x="3884255" y="4521513"/>
            <a:ext cx="300558" cy="283271"/>
            <a:chOff x="3884255" y="4521513"/>
            <a:chExt cx="300558" cy="283271"/>
          </a:xfrm>
        </p:grpSpPr>
        <p:sp>
          <p:nvSpPr>
            <p:cNvPr id="13734" name="Google Shape;13734;p37">
              <a:extLst>
                <a:ext uri="{FF2B5EF4-FFF2-40B4-BE49-F238E27FC236}">
                  <a16:creationId xmlns:a16="http://schemas.microsoft.com/office/drawing/2014/main" xmlns="" id="{BF4CFDC1-23AA-52B9-7456-BC5AA276AEFE}"/>
                </a:ext>
              </a:extLst>
            </p:cNvPr>
            <p:cNvSpPr/>
            <p:nvPr/>
          </p:nvSpPr>
          <p:spPr>
            <a:xfrm>
              <a:off x="3884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37">
              <a:extLst>
                <a:ext uri="{FF2B5EF4-FFF2-40B4-BE49-F238E27FC236}">
                  <a16:creationId xmlns:a16="http://schemas.microsoft.com/office/drawing/2014/main" xmlns="" id="{2D6D43BB-6A73-A3D6-2F48-A77FC5AA2C03}"/>
                </a:ext>
              </a:extLst>
            </p:cNvPr>
            <p:cNvSpPr/>
            <p:nvPr/>
          </p:nvSpPr>
          <p:spPr>
            <a:xfrm>
              <a:off x="3941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37">
              <a:extLst>
                <a:ext uri="{FF2B5EF4-FFF2-40B4-BE49-F238E27FC236}">
                  <a16:creationId xmlns:a16="http://schemas.microsoft.com/office/drawing/2014/main" xmlns="" id="{DECF34E7-C0AC-D265-A260-925148CCAB70}"/>
                </a:ext>
              </a:extLst>
            </p:cNvPr>
            <p:cNvSpPr/>
            <p:nvPr/>
          </p:nvSpPr>
          <p:spPr>
            <a:xfrm>
              <a:off x="394784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37">
              <a:extLst>
                <a:ext uri="{FF2B5EF4-FFF2-40B4-BE49-F238E27FC236}">
                  <a16:creationId xmlns:a16="http://schemas.microsoft.com/office/drawing/2014/main" xmlns="" id="{631C1ACF-C794-E7B1-9863-700B98D2A696}"/>
                </a:ext>
              </a:extLst>
            </p:cNvPr>
            <p:cNvSpPr/>
            <p:nvPr/>
          </p:nvSpPr>
          <p:spPr>
            <a:xfrm>
              <a:off x="3976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8" name="Google Shape;13738;p37">
            <a:extLst>
              <a:ext uri="{FF2B5EF4-FFF2-40B4-BE49-F238E27FC236}">
                <a16:creationId xmlns:a16="http://schemas.microsoft.com/office/drawing/2014/main" xmlns="" id="{848BF3FB-80E4-5049-CCC7-FD714C71B139}"/>
              </a:ext>
            </a:extLst>
          </p:cNvPr>
          <p:cNvGrpSpPr/>
          <p:nvPr/>
        </p:nvGrpSpPr>
        <p:grpSpPr>
          <a:xfrm>
            <a:off x="4415919" y="4475313"/>
            <a:ext cx="156092" cy="306422"/>
            <a:chOff x="474406" y="2974600"/>
            <a:chExt cx="106759" cy="209577"/>
          </a:xfrm>
        </p:grpSpPr>
        <p:sp>
          <p:nvSpPr>
            <p:cNvPr id="13739" name="Google Shape;13739;p37">
              <a:extLst>
                <a:ext uri="{FF2B5EF4-FFF2-40B4-BE49-F238E27FC236}">
                  <a16:creationId xmlns:a16="http://schemas.microsoft.com/office/drawing/2014/main" xmlns="" id="{3582B9C0-5A2C-B41D-EA70-1BAA26F4D6B2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37">
              <a:extLst>
                <a:ext uri="{FF2B5EF4-FFF2-40B4-BE49-F238E27FC236}">
                  <a16:creationId xmlns:a16="http://schemas.microsoft.com/office/drawing/2014/main" xmlns="" id="{AF9B323F-1875-A837-AEC8-5E109208879E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37">
              <a:extLst>
                <a:ext uri="{FF2B5EF4-FFF2-40B4-BE49-F238E27FC236}">
                  <a16:creationId xmlns:a16="http://schemas.microsoft.com/office/drawing/2014/main" xmlns="" id="{5692B702-B7E9-E842-985B-9936DE2654C6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37">
              <a:extLst>
                <a:ext uri="{FF2B5EF4-FFF2-40B4-BE49-F238E27FC236}">
                  <a16:creationId xmlns:a16="http://schemas.microsoft.com/office/drawing/2014/main" xmlns="" id="{E7CBECDD-BBAD-12C4-FA3D-B57F7C7E2DB7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37">
            <a:extLst>
              <a:ext uri="{FF2B5EF4-FFF2-40B4-BE49-F238E27FC236}">
                <a16:creationId xmlns:a16="http://schemas.microsoft.com/office/drawing/2014/main" xmlns="" id="{EA7FDBF5-49F4-4A92-F46D-A59F27AF09A0}"/>
              </a:ext>
            </a:extLst>
          </p:cNvPr>
          <p:cNvGrpSpPr/>
          <p:nvPr/>
        </p:nvGrpSpPr>
        <p:grpSpPr>
          <a:xfrm>
            <a:off x="7187429" y="4388338"/>
            <a:ext cx="230087" cy="393387"/>
            <a:chOff x="1267792" y="5309150"/>
            <a:chExt cx="230087" cy="393387"/>
          </a:xfrm>
        </p:grpSpPr>
        <p:sp>
          <p:nvSpPr>
            <p:cNvPr id="13744" name="Google Shape;13744;p37">
              <a:extLst>
                <a:ext uri="{FF2B5EF4-FFF2-40B4-BE49-F238E27FC236}">
                  <a16:creationId xmlns:a16="http://schemas.microsoft.com/office/drawing/2014/main" xmlns="" id="{3F303FCE-26C5-A77E-4E95-FA554DBA83F4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37">
              <a:extLst>
                <a:ext uri="{FF2B5EF4-FFF2-40B4-BE49-F238E27FC236}">
                  <a16:creationId xmlns:a16="http://schemas.microsoft.com/office/drawing/2014/main" xmlns="" id="{B954E548-9192-B412-12A1-938D939EA6D1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37">
              <a:extLst>
                <a:ext uri="{FF2B5EF4-FFF2-40B4-BE49-F238E27FC236}">
                  <a16:creationId xmlns:a16="http://schemas.microsoft.com/office/drawing/2014/main" xmlns="" id="{0D205BFD-252C-1694-B1D0-37D133FA1F41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48" name="Google Shape;13748;p37">
            <a:extLst>
              <a:ext uri="{FF2B5EF4-FFF2-40B4-BE49-F238E27FC236}">
                <a16:creationId xmlns:a16="http://schemas.microsoft.com/office/drawing/2014/main" xmlns="" id="{C44DCB38-3CD1-EA11-02DB-03DDE44449A7}"/>
              </a:ext>
            </a:extLst>
          </p:cNvPr>
          <p:cNvSpPr/>
          <p:nvPr/>
        </p:nvSpPr>
        <p:spPr>
          <a:xfrm rot="7794837">
            <a:off x="8205906" y="-176864"/>
            <a:ext cx="1055237" cy="1166965"/>
          </a:xfrm>
          <a:custGeom>
            <a:avLst/>
            <a:gdLst/>
            <a:ahLst/>
            <a:cxnLst/>
            <a:rect l="l" t="t" r="r" b="b"/>
            <a:pathLst>
              <a:path w="14450" h="15980" extrusionOk="0">
                <a:moveTo>
                  <a:pt x="14450" y="4114"/>
                </a:moveTo>
                <a:lnTo>
                  <a:pt x="9238" y="1"/>
                </a:lnTo>
                <a:lnTo>
                  <a:pt x="0" y="11888"/>
                </a:lnTo>
                <a:lnTo>
                  <a:pt x="5190" y="159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9" name="Google Shape;13749;p37">
            <a:extLst>
              <a:ext uri="{FF2B5EF4-FFF2-40B4-BE49-F238E27FC236}">
                <a16:creationId xmlns:a16="http://schemas.microsoft.com/office/drawing/2014/main" xmlns="" id="{00F227FA-FDC3-7901-2BB9-5A2B842A819C}"/>
              </a:ext>
            </a:extLst>
          </p:cNvPr>
          <p:cNvSpPr/>
          <p:nvPr/>
        </p:nvSpPr>
        <p:spPr>
          <a:xfrm rot="7794837">
            <a:off x="8295141" y="-157063"/>
            <a:ext cx="992360" cy="1113509"/>
          </a:xfrm>
          <a:custGeom>
            <a:avLst/>
            <a:gdLst/>
            <a:ahLst/>
            <a:cxnLst/>
            <a:rect l="l" t="t" r="r" b="b"/>
            <a:pathLst>
              <a:path w="13589" h="15248" extrusionOk="0">
                <a:moveTo>
                  <a:pt x="1" y="11759"/>
                </a:moveTo>
                <a:lnTo>
                  <a:pt x="4437" y="15247"/>
                </a:lnTo>
                <a:lnTo>
                  <a:pt x="13589" y="3511"/>
                </a:lnTo>
                <a:lnTo>
                  <a:pt x="915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0" name="Google Shape;13750;p37">
            <a:extLst>
              <a:ext uri="{FF2B5EF4-FFF2-40B4-BE49-F238E27FC236}">
                <a16:creationId xmlns:a16="http://schemas.microsoft.com/office/drawing/2014/main" xmlns="" id="{081E2BB7-F275-1416-7DF2-F802EF927ADC}"/>
              </a:ext>
            </a:extLst>
          </p:cNvPr>
          <p:cNvSpPr/>
          <p:nvPr/>
        </p:nvSpPr>
        <p:spPr>
          <a:xfrm rot="7794837">
            <a:off x="8279703" y="-47737"/>
            <a:ext cx="937298" cy="1069474"/>
          </a:xfrm>
          <a:custGeom>
            <a:avLst/>
            <a:gdLst/>
            <a:ahLst/>
            <a:cxnLst/>
            <a:rect l="l" t="t" r="r" b="b"/>
            <a:pathLst>
              <a:path w="12835" h="14645" extrusionOk="0">
                <a:moveTo>
                  <a:pt x="12835" y="2930"/>
                </a:moveTo>
                <a:lnTo>
                  <a:pt x="9131" y="1"/>
                </a:lnTo>
                <a:lnTo>
                  <a:pt x="0" y="11716"/>
                </a:lnTo>
                <a:lnTo>
                  <a:pt x="3726" y="14644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1" name="Google Shape;13751;p37">
            <a:extLst>
              <a:ext uri="{FF2B5EF4-FFF2-40B4-BE49-F238E27FC236}">
                <a16:creationId xmlns:a16="http://schemas.microsoft.com/office/drawing/2014/main" xmlns="" id="{C4F84B05-C262-775A-3DBB-619B8BC08C11}"/>
              </a:ext>
            </a:extLst>
          </p:cNvPr>
          <p:cNvSpPr/>
          <p:nvPr/>
        </p:nvSpPr>
        <p:spPr>
          <a:xfrm rot="4916832">
            <a:off x="8199312" y="1093390"/>
            <a:ext cx="896472" cy="713980"/>
          </a:xfrm>
          <a:custGeom>
            <a:avLst/>
            <a:gdLst/>
            <a:ahLst/>
            <a:cxnLst/>
            <a:rect l="l" t="t" r="r" b="b"/>
            <a:pathLst>
              <a:path w="12276" h="9777" extrusionOk="0">
                <a:moveTo>
                  <a:pt x="9820" y="9777"/>
                </a:moveTo>
                <a:lnTo>
                  <a:pt x="12275" y="5362"/>
                </a:lnTo>
                <a:lnTo>
                  <a:pt x="2456" y="0"/>
                </a:lnTo>
                <a:lnTo>
                  <a:pt x="1" y="44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2" name="Google Shape;13752;p37">
            <a:extLst>
              <a:ext uri="{FF2B5EF4-FFF2-40B4-BE49-F238E27FC236}">
                <a16:creationId xmlns:a16="http://schemas.microsoft.com/office/drawing/2014/main" xmlns="" id="{BF23A282-3DD7-6015-CDA2-9C944AABE3FA}"/>
              </a:ext>
            </a:extLst>
          </p:cNvPr>
          <p:cNvSpPr/>
          <p:nvPr/>
        </p:nvSpPr>
        <p:spPr>
          <a:xfrm rot="4925353">
            <a:off x="8207797" y="1213222"/>
            <a:ext cx="864924" cy="671552"/>
          </a:xfrm>
          <a:custGeom>
            <a:avLst/>
            <a:gdLst/>
            <a:ahLst/>
            <a:cxnLst/>
            <a:rect l="l" t="t" r="r" b="b"/>
            <a:pathLst>
              <a:path w="11844" h="9196" extrusionOk="0">
                <a:moveTo>
                  <a:pt x="11844" y="5534"/>
                </a:moveTo>
                <a:lnTo>
                  <a:pt x="2132" y="0"/>
                </a:lnTo>
                <a:lnTo>
                  <a:pt x="0" y="3661"/>
                </a:lnTo>
                <a:lnTo>
                  <a:pt x="9712" y="9195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3" name="Google Shape;13753;p37">
            <a:extLst>
              <a:ext uri="{FF2B5EF4-FFF2-40B4-BE49-F238E27FC236}">
                <a16:creationId xmlns:a16="http://schemas.microsoft.com/office/drawing/2014/main" xmlns="" id="{6855C36A-6980-930F-2C56-4FE9B85F95FE}"/>
              </a:ext>
            </a:extLst>
          </p:cNvPr>
          <p:cNvSpPr/>
          <p:nvPr/>
        </p:nvSpPr>
        <p:spPr>
          <a:xfrm rot="2879673">
            <a:off x="8105417" y="2325545"/>
            <a:ext cx="709305" cy="498552"/>
          </a:xfrm>
          <a:custGeom>
            <a:avLst/>
            <a:gdLst/>
            <a:ahLst/>
            <a:cxnLst/>
            <a:rect l="l" t="t" r="r" b="b"/>
            <a:pathLst>
              <a:path w="9713" h="6827" extrusionOk="0">
                <a:moveTo>
                  <a:pt x="0" y="4005"/>
                </a:moveTo>
                <a:lnTo>
                  <a:pt x="2369" y="0"/>
                </a:lnTo>
                <a:lnTo>
                  <a:pt x="7408" y="3532"/>
                </a:lnTo>
                <a:lnTo>
                  <a:pt x="9712" y="6374"/>
                </a:lnTo>
                <a:lnTo>
                  <a:pt x="9002" y="6826"/>
                </a:lnTo>
                <a:lnTo>
                  <a:pt x="6698" y="4005"/>
                </a:lnTo>
                <a:lnTo>
                  <a:pt x="3381" y="2046"/>
                </a:lnTo>
                <a:lnTo>
                  <a:pt x="1788" y="4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4" name="Google Shape;13754;p37">
            <a:extLst>
              <a:ext uri="{FF2B5EF4-FFF2-40B4-BE49-F238E27FC236}">
                <a16:creationId xmlns:a16="http://schemas.microsoft.com/office/drawing/2014/main" xmlns="" id="{A63E65EF-CD9B-75A8-3068-9AFECCC3ACE6}"/>
              </a:ext>
            </a:extLst>
          </p:cNvPr>
          <p:cNvSpPr/>
          <p:nvPr/>
        </p:nvSpPr>
        <p:spPr>
          <a:xfrm rot="3021825">
            <a:off x="7842457" y="2294745"/>
            <a:ext cx="677831" cy="534773"/>
          </a:xfrm>
          <a:custGeom>
            <a:avLst/>
            <a:gdLst/>
            <a:ahLst/>
            <a:cxnLst/>
            <a:rect l="l" t="t" r="r" b="b"/>
            <a:pathLst>
              <a:path w="9282" h="7323" extrusionOk="0">
                <a:moveTo>
                  <a:pt x="2347" y="0"/>
                </a:moveTo>
                <a:lnTo>
                  <a:pt x="0" y="4006"/>
                </a:lnTo>
                <a:lnTo>
                  <a:pt x="5556" y="6698"/>
                </a:lnTo>
                <a:lnTo>
                  <a:pt x="9152" y="7322"/>
                </a:lnTo>
                <a:lnTo>
                  <a:pt x="9281" y="6396"/>
                </a:lnTo>
                <a:lnTo>
                  <a:pt x="5621" y="5858"/>
                </a:lnTo>
                <a:lnTo>
                  <a:pt x="2304" y="3898"/>
                </a:lnTo>
                <a:lnTo>
                  <a:pt x="3898" y="11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5" name="Google Shape;13755;p37">
            <a:extLst>
              <a:ext uri="{FF2B5EF4-FFF2-40B4-BE49-F238E27FC236}">
                <a16:creationId xmlns:a16="http://schemas.microsoft.com/office/drawing/2014/main" xmlns="" id="{8893CB99-C550-6B50-C564-07A5562C9471}"/>
              </a:ext>
            </a:extLst>
          </p:cNvPr>
          <p:cNvSpPr/>
          <p:nvPr/>
        </p:nvSpPr>
        <p:spPr>
          <a:xfrm rot="2662360">
            <a:off x="8010841" y="2403407"/>
            <a:ext cx="682577" cy="465544"/>
          </a:xfrm>
          <a:custGeom>
            <a:avLst/>
            <a:gdLst/>
            <a:ahLst/>
            <a:cxnLst/>
            <a:rect l="l" t="t" r="r" b="b"/>
            <a:pathLst>
              <a:path w="9347" h="6375" extrusionOk="0">
                <a:moveTo>
                  <a:pt x="2305" y="0"/>
                </a:moveTo>
                <a:lnTo>
                  <a:pt x="7042" y="3317"/>
                </a:lnTo>
                <a:lnTo>
                  <a:pt x="9346" y="6159"/>
                </a:lnTo>
                <a:lnTo>
                  <a:pt x="9002" y="6375"/>
                </a:lnTo>
                <a:lnTo>
                  <a:pt x="6676" y="3963"/>
                </a:lnTo>
                <a:lnTo>
                  <a:pt x="3360" y="2025"/>
                </a:lnTo>
                <a:lnTo>
                  <a:pt x="3338" y="2025"/>
                </a:lnTo>
                <a:lnTo>
                  <a:pt x="3015" y="1831"/>
                </a:lnTo>
                <a:lnTo>
                  <a:pt x="1422" y="4566"/>
                </a:lnTo>
                <a:lnTo>
                  <a:pt x="1" y="3941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6" name="Google Shape;13756;p37">
            <a:extLst>
              <a:ext uri="{FF2B5EF4-FFF2-40B4-BE49-F238E27FC236}">
                <a16:creationId xmlns:a16="http://schemas.microsoft.com/office/drawing/2014/main" xmlns="" id="{EEB401D1-392E-6F33-8DD3-256478B4FFB8}"/>
              </a:ext>
            </a:extLst>
          </p:cNvPr>
          <p:cNvSpPr/>
          <p:nvPr/>
        </p:nvSpPr>
        <p:spPr>
          <a:xfrm rot="3535677">
            <a:off x="7693030" y="2216549"/>
            <a:ext cx="644823" cy="517466"/>
          </a:xfrm>
          <a:custGeom>
            <a:avLst/>
            <a:gdLst/>
            <a:ahLst/>
            <a:cxnLst/>
            <a:rect l="l" t="t" r="r" b="b"/>
            <a:pathLst>
              <a:path w="8830" h="7086" extrusionOk="0">
                <a:moveTo>
                  <a:pt x="1" y="3941"/>
                </a:moveTo>
                <a:lnTo>
                  <a:pt x="5212" y="6461"/>
                </a:lnTo>
                <a:lnTo>
                  <a:pt x="8808" y="7085"/>
                </a:lnTo>
                <a:lnTo>
                  <a:pt x="8830" y="6676"/>
                </a:lnTo>
                <a:lnTo>
                  <a:pt x="5600" y="5793"/>
                </a:lnTo>
                <a:lnTo>
                  <a:pt x="5277" y="5621"/>
                </a:lnTo>
                <a:lnTo>
                  <a:pt x="5277" y="5621"/>
                </a:lnTo>
                <a:lnTo>
                  <a:pt x="1960" y="3661"/>
                </a:lnTo>
                <a:lnTo>
                  <a:pt x="3554" y="926"/>
                </a:lnTo>
                <a:lnTo>
                  <a:pt x="2326" y="0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7" name="Google Shape;13757;p37">
            <a:extLst>
              <a:ext uri="{FF2B5EF4-FFF2-40B4-BE49-F238E27FC236}">
                <a16:creationId xmlns:a16="http://schemas.microsoft.com/office/drawing/2014/main" xmlns="" id="{D1F4DD83-055C-FFD1-F6B8-C43D3BE3FC83}"/>
              </a:ext>
            </a:extLst>
          </p:cNvPr>
          <p:cNvSpPr/>
          <p:nvPr/>
        </p:nvSpPr>
        <p:spPr>
          <a:xfrm rot="4748048">
            <a:off x="8132409" y="2040852"/>
            <a:ext cx="355492" cy="295685"/>
          </a:xfrm>
          <a:custGeom>
            <a:avLst/>
            <a:gdLst/>
            <a:ahLst/>
            <a:cxnLst/>
            <a:rect l="l" t="t" r="r" b="b"/>
            <a:pathLst>
              <a:path w="4868" h="4049" extrusionOk="0">
                <a:moveTo>
                  <a:pt x="3769" y="4049"/>
                </a:moveTo>
                <a:lnTo>
                  <a:pt x="4867" y="2175"/>
                </a:lnTo>
                <a:lnTo>
                  <a:pt x="1099" y="0"/>
                </a:lnTo>
                <a:lnTo>
                  <a:pt x="0" y="18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8" name="Google Shape;13758;p37">
            <a:extLst>
              <a:ext uri="{FF2B5EF4-FFF2-40B4-BE49-F238E27FC236}">
                <a16:creationId xmlns:a16="http://schemas.microsoft.com/office/drawing/2014/main" xmlns="" id="{7C99807F-6EF7-1659-4F71-DF1DCB76007C}"/>
              </a:ext>
            </a:extLst>
          </p:cNvPr>
          <p:cNvSpPr/>
          <p:nvPr/>
        </p:nvSpPr>
        <p:spPr>
          <a:xfrm rot="5386137">
            <a:off x="8163297" y="1976069"/>
            <a:ext cx="221781" cy="217035"/>
          </a:xfrm>
          <a:custGeom>
            <a:avLst/>
            <a:gdLst/>
            <a:ahLst/>
            <a:cxnLst/>
            <a:rect l="l" t="t" r="r" b="b"/>
            <a:pathLst>
              <a:path w="3037" h="2972" extrusionOk="0">
                <a:moveTo>
                  <a:pt x="3037" y="1120"/>
                </a:moveTo>
                <a:lnTo>
                  <a:pt x="1099" y="0"/>
                </a:lnTo>
                <a:lnTo>
                  <a:pt x="0" y="1895"/>
                </a:lnTo>
                <a:lnTo>
                  <a:pt x="1895" y="2972"/>
                </a:lnTo>
                <a:cubicBezTo>
                  <a:pt x="2520" y="2541"/>
                  <a:pt x="2929" y="1852"/>
                  <a:pt x="3037" y="1120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9" name="Google Shape;13759;p37">
            <a:extLst>
              <a:ext uri="{FF2B5EF4-FFF2-40B4-BE49-F238E27FC236}">
                <a16:creationId xmlns:a16="http://schemas.microsoft.com/office/drawing/2014/main" xmlns="" id="{035EFED9-CD19-2EE6-B656-3798CFE9B1B8}"/>
              </a:ext>
            </a:extLst>
          </p:cNvPr>
          <p:cNvSpPr/>
          <p:nvPr/>
        </p:nvSpPr>
        <p:spPr>
          <a:xfrm rot="5075874">
            <a:off x="8104526" y="2131377"/>
            <a:ext cx="311458" cy="319272"/>
          </a:xfrm>
          <a:custGeom>
            <a:avLst/>
            <a:gdLst/>
            <a:ahLst/>
            <a:cxnLst/>
            <a:rect l="l" t="t" r="r" b="b"/>
            <a:pathLst>
              <a:path w="4265" h="4372" extrusionOk="0">
                <a:moveTo>
                  <a:pt x="3942" y="1637"/>
                </a:moveTo>
                <a:cubicBezTo>
                  <a:pt x="3446" y="151"/>
                  <a:pt x="1401" y="0"/>
                  <a:pt x="690" y="1400"/>
                </a:cubicBezTo>
                <a:cubicBezTo>
                  <a:pt x="1" y="2800"/>
                  <a:pt x="1336" y="4372"/>
                  <a:pt x="2843" y="3876"/>
                </a:cubicBezTo>
                <a:cubicBezTo>
                  <a:pt x="3748" y="3553"/>
                  <a:pt x="4265" y="2563"/>
                  <a:pt x="3942" y="16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0" name="Google Shape;13760;p37">
            <a:extLst>
              <a:ext uri="{FF2B5EF4-FFF2-40B4-BE49-F238E27FC236}">
                <a16:creationId xmlns:a16="http://schemas.microsoft.com/office/drawing/2014/main" xmlns="" id="{E3D19537-F8EB-EDD2-54B6-74E82400242A}"/>
              </a:ext>
            </a:extLst>
          </p:cNvPr>
          <p:cNvSpPr/>
          <p:nvPr/>
        </p:nvSpPr>
        <p:spPr>
          <a:xfrm rot="5075874">
            <a:off x="8109169" y="2194403"/>
            <a:ext cx="303644" cy="317739"/>
          </a:xfrm>
          <a:custGeom>
            <a:avLst/>
            <a:gdLst/>
            <a:ahLst/>
            <a:cxnLst/>
            <a:rect l="l" t="t" r="r" b="b"/>
            <a:pathLst>
              <a:path w="4158" h="4351" extrusionOk="0">
                <a:moveTo>
                  <a:pt x="3640" y="1422"/>
                </a:moveTo>
                <a:cubicBezTo>
                  <a:pt x="3511" y="1056"/>
                  <a:pt x="3274" y="754"/>
                  <a:pt x="2973" y="539"/>
                </a:cubicBezTo>
                <a:cubicBezTo>
                  <a:pt x="2154" y="1"/>
                  <a:pt x="1056" y="237"/>
                  <a:pt x="518" y="1056"/>
                </a:cubicBezTo>
                <a:cubicBezTo>
                  <a:pt x="1" y="1874"/>
                  <a:pt x="216" y="2972"/>
                  <a:pt x="1035" y="3489"/>
                </a:cubicBezTo>
                <a:cubicBezTo>
                  <a:pt x="2434" y="4351"/>
                  <a:pt x="4157" y="2994"/>
                  <a:pt x="3640" y="14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1" name="Google Shape;13761;p37">
            <a:extLst>
              <a:ext uri="{FF2B5EF4-FFF2-40B4-BE49-F238E27FC236}">
                <a16:creationId xmlns:a16="http://schemas.microsoft.com/office/drawing/2014/main" xmlns="" id="{0BB0EC93-D435-F389-298F-9E4771DAFEBF}"/>
              </a:ext>
            </a:extLst>
          </p:cNvPr>
          <p:cNvSpPr/>
          <p:nvPr/>
        </p:nvSpPr>
        <p:spPr>
          <a:xfrm rot="5386137">
            <a:off x="8516922" y="726675"/>
            <a:ext cx="577201" cy="578809"/>
          </a:xfrm>
          <a:custGeom>
            <a:avLst/>
            <a:gdLst/>
            <a:ahLst/>
            <a:cxnLst/>
            <a:rect l="l" t="t" r="r" b="b"/>
            <a:pathLst>
              <a:path w="7904" h="7926" extrusionOk="0">
                <a:moveTo>
                  <a:pt x="3166" y="453"/>
                </a:moveTo>
                <a:cubicBezTo>
                  <a:pt x="5104" y="1"/>
                  <a:pt x="7042" y="1228"/>
                  <a:pt x="7472" y="3167"/>
                </a:cubicBezTo>
                <a:cubicBezTo>
                  <a:pt x="7903" y="5105"/>
                  <a:pt x="6697" y="7043"/>
                  <a:pt x="4759" y="7473"/>
                </a:cubicBezTo>
                <a:cubicBezTo>
                  <a:pt x="2800" y="7926"/>
                  <a:pt x="883" y="6698"/>
                  <a:pt x="452" y="4760"/>
                </a:cubicBezTo>
                <a:cubicBezTo>
                  <a:pt x="0" y="2822"/>
                  <a:pt x="1228" y="884"/>
                  <a:pt x="3166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2" name="Google Shape;13762;p37">
            <a:extLst>
              <a:ext uri="{FF2B5EF4-FFF2-40B4-BE49-F238E27FC236}">
                <a16:creationId xmlns:a16="http://schemas.microsoft.com/office/drawing/2014/main" xmlns="" id="{F92D8A6C-DCE3-DD9C-B5E9-B23C11A895F8}"/>
              </a:ext>
            </a:extLst>
          </p:cNvPr>
          <p:cNvSpPr/>
          <p:nvPr/>
        </p:nvSpPr>
        <p:spPr>
          <a:xfrm rot="5386137">
            <a:off x="8519921" y="771907"/>
            <a:ext cx="547333" cy="520606"/>
          </a:xfrm>
          <a:custGeom>
            <a:avLst/>
            <a:gdLst/>
            <a:ahLst/>
            <a:cxnLst/>
            <a:rect l="l" t="t" r="r" b="b"/>
            <a:pathLst>
              <a:path w="7495" h="7129" extrusionOk="0">
                <a:moveTo>
                  <a:pt x="6224" y="969"/>
                </a:moveTo>
                <a:cubicBezTo>
                  <a:pt x="6633" y="1422"/>
                  <a:pt x="6913" y="1982"/>
                  <a:pt x="7063" y="2585"/>
                </a:cubicBezTo>
                <a:cubicBezTo>
                  <a:pt x="7494" y="4523"/>
                  <a:pt x="6267" y="6461"/>
                  <a:pt x="4329" y="6891"/>
                </a:cubicBezTo>
                <a:cubicBezTo>
                  <a:pt x="3252" y="7128"/>
                  <a:pt x="2132" y="6870"/>
                  <a:pt x="1271" y="6181"/>
                </a:cubicBezTo>
                <a:cubicBezTo>
                  <a:pt x="862" y="5707"/>
                  <a:pt x="560" y="5147"/>
                  <a:pt x="431" y="4566"/>
                </a:cubicBezTo>
                <a:cubicBezTo>
                  <a:pt x="0" y="2606"/>
                  <a:pt x="1206" y="690"/>
                  <a:pt x="3144" y="259"/>
                </a:cubicBezTo>
                <a:cubicBezTo>
                  <a:pt x="4221" y="0"/>
                  <a:pt x="5362" y="280"/>
                  <a:pt x="6224" y="9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3" name="Google Shape;13763;p37">
            <a:extLst>
              <a:ext uri="{FF2B5EF4-FFF2-40B4-BE49-F238E27FC236}">
                <a16:creationId xmlns:a16="http://schemas.microsoft.com/office/drawing/2014/main" xmlns="" id="{D243A9C0-0D02-9E64-6062-69867672317B}"/>
              </a:ext>
            </a:extLst>
          </p:cNvPr>
          <p:cNvSpPr/>
          <p:nvPr/>
        </p:nvSpPr>
        <p:spPr>
          <a:xfrm rot="5386137">
            <a:off x="8624602" y="883056"/>
            <a:ext cx="333438" cy="333439"/>
          </a:xfrm>
          <a:custGeom>
            <a:avLst/>
            <a:gdLst/>
            <a:ahLst/>
            <a:cxnLst/>
            <a:rect l="l" t="t" r="r" b="b"/>
            <a:pathLst>
              <a:path w="4566" h="4566" extrusionOk="0">
                <a:moveTo>
                  <a:pt x="1831" y="259"/>
                </a:moveTo>
                <a:cubicBezTo>
                  <a:pt x="2951" y="1"/>
                  <a:pt x="4070" y="690"/>
                  <a:pt x="4329" y="1831"/>
                </a:cubicBezTo>
                <a:cubicBezTo>
                  <a:pt x="4566" y="2951"/>
                  <a:pt x="3877" y="4049"/>
                  <a:pt x="2735" y="4307"/>
                </a:cubicBezTo>
                <a:cubicBezTo>
                  <a:pt x="1615" y="4566"/>
                  <a:pt x="517" y="3855"/>
                  <a:pt x="259" y="2735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4" name="Google Shape;13764;p37">
            <a:extLst>
              <a:ext uri="{FF2B5EF4-FFF2-40B4-BE49-F238E27FC236}">
                <a16:creationId xmlns:a16="http://schemas.microsoft.com/office/drawing/2014/main" xmlns="" id="{5C67BDDA-BA56-029A-0FE8-C74BF757953D}"/>
              </a:ext>
            </a:extLst>
          </p:cNvPr>
          <p:cNvSpPr/>
          <p:nvPr/>
        </p:nvSpPr>
        <p:spPr>
          <a:xfrm rot="5386137">
            <a:off x="8638031" y="849328"/>
            <a:ext cx="334972" cy="333439"/>
          </a:xfrm>
          <a:custGeom>
            <a:avLst/>
            <a:gdLst/>
            <a:ahLst/>
            <a:cxnLst/>
            <a:rect l="l" t="t" r="r" b="b"/>
            <a:pathLst>
              <a:path w="4587" h="4566" extrusionOk="0">
                <a:moveTo>
                  <a:pt x="1831" y="259"/>
                </a:moveTo>
                <a:cubicBezTo>
                  <a:pt x="2950" y="1"/>
                  <a:pt x="4070" y="711"/>
                  <a:pt x="4329" y="1831"/>
                </a:cubicBezTo>
                <a:cubicBezTo>
                  <a:pt x="4587" y="2951"/>
                  <a:pt x="3876" y="4071"/>
                  <a:pt x="2757" y="4308"/>
                </a:cubicBezTo>
                <a:cubicBezTo>
                  <a:pt x="1637" y="4566"/>
                  <a:pt x="517" y="3855"/>
                  <a:pt x="259" y="2736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5" name="Google Shape;13765;p37">
            <a:extLst>
              <a:ext uri="{FF2B5EF4-FFF2-40B4-BE49-F238E27FC236}">
                <a16:creationId xmlns:a16="http://schemas.microsoft.com/office/drawing/2014/main" xmlns="" id="{6AFBE6DB-E277-BB15-8FCA-BD6017D78CA0}"/>
              </a:ext>
            </a:extLst>
          </p:cNvPr>
          <p:cNvSpPr/>
          <p:nvPr/>
        </p:nvSpPr>
        <p:spPr>
          <a:xfrm rot="5386137">
            <a:off x="8646908" y="892020"/>
            <a:ext cx="297217" cy="287871"/>
          </a:xfrm>
          <a:custGeom>
            <a:avLst/>
            <a:gdLst/>
            <a:ahLst/>
            <a:cxnLst/>
            <a:rect l="l" t="t" r="r" b="b"/>
            <a:pathLst>
              <a:path w="4070" h="3942" extrusionOk="0">
                <a:moveTo>
                  <a:pt x="3122" y="216"/>
                </a:moveTo>
                <a:cubicBezTo>
                  <a:pt x="3467" y="496"/>
                  <a:pt x="3725" y="905"/>
                  <a:pt x="3812" y="1357"/>
                </a:cubicBezTo>
                <a:cubicBezTo>
                  <a:pt x="4070" y="2477"/>
                  <a:pt x="3359" y="3597"/>
                  <a:pt x="2240" y="3834"/>
                </a:cubicBezTo>
                <a:cubicBezTo>
                  <a:pt x="1809" y="3941"/>
                  <a:pt x="1357" y="3898"/>
                  <a:pt x="948" y="3704"/>
                </a:cubicBezTo>
                <a:cubicBezTo>
                  <a:pt x="581" y="3403"/>
                  <a:pt x="345" y="3015"/>
                  <a:pt x="237" y="2563"/>
                </a:cubicBezTo>
                <a:cubicBezTo>
                  <a:pt x="0" y="1443"/>
                  <a:pt x="689" y="345"/>
                  <a:pt x="1809" y="87"/>
                </a:cubicBezTo>
                <a:cubicBezTo>
                  <a:pt x="2240" y="0"/>
                  <a:pt x="2713" y="43"/>
                  <a:pt x="3122" y="216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6" name="Google Shape;13766;p37">
            <a:extLst>
              <a:ext uri="{FF2B5EF4-FFF2-40B4-BE49-F238E27FC236}">
                <a16:creationId xmlns:a16="http://schemas.microsoft.com/office/drawing/2014/main" xmlns="" id="{7CF78061-FE39-E965-C458-20A47F49854A}"/>
              </a:ext>
            </a:extLst>
          </p:cNvPr>
          <p:cNvSpPr/>
          <p:nvPr/>
        </p:nvSpPr>
        <p:spPr>
          <a:xfrm rot="5386137">
            <a:off x="8666127" y="888045"/>
            <a:ext cx="275237" cy="268956"/>
          </a:xfrm>
          <a:custGeom>
            <a:avLst/>
            <a:gdLst/>
            <a:ahLst/>
            <a:cxnLst/>
            <a:rect l="l" t="t" r="r" b="b"/>
            <a:pathLst>
              <a:path w="3769" h="3683" extrusionOk="0">
                <a:moveTo>
                  <a:pt x="754" y="3510"/>
                </a:moveTo>
                <a:cubicBezTo>
                  <a:pt x="496" y="3252"/>
                  <a:pt x="324" y="2929"/>
                  <a:pt x="259" y="2563"/>
                </a:cubicBezTo>
                <a:cubicBezTo>
                  <a:pt x="0" y="1443"/>
                  <a:pt x="711" y="345"/>
                  <a:pt x="1831" y="87"/>
                </a:cubicBezTo>
                <a:cubicBezTo>
                  <a:pt x="2240" y="0"/>
                  <a:pt x="2649" y="22"/>
                  <a:pt x="3037" y="173"/>
                </a:cubicBezTo>
                <a:cubicBezTo>
                  <a:pt x="3274" y="453"/>
                  <a:pt x="3446" y="776"/>
                  <a:pt x="3511" y="1120"/>
                </a:cubicBezTo>
                <a:cubicBezTo>
                  <a:pt x="3769" y="2240"/>
                  <a:pt x="3058" y="3338"/>
                  <a:pt x="1939" y="3597"/>
                </a:cubicBezTo>
                <a:cubicBezTo>
                  <a:pt x="1551" y="3683"/>
                  <a:pt x="1120" y="3640"/>
                  <a:pt x="754" y="3510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7" name="Google Shape;13767;p37">
            <a:extLst>
              <a:ext uri="{FF2B5EF4-FFF2-40B4-BE49-F238E27FC236}">
                <a16:creationId xmlns:a16="http://schemas.microsoft.com/office/drawing/2014/main" xmlns="" id="{010A65CA-F32F-5F98-928A-1765026F3B13}"/>
              </a:ext>
            </a:extLst>
          </p:cNvPr>
          <p:cNvSpPr/>
          <p:nvPr/>
        </p:nvSpPr>
        <p:spPr>
          <a:xfrm rot="5386137">
            <a:off x="8226253" y="1673918"/>
            <a:ext cx="445169" cy="445096"/>
          </a:xfrm>
          <a:custGeom>
            <a:avLst/>
            <a:gdLst/>
            <a:ahLst/>
            <a:cxnLst/>
            <a:rect l="l" t="t" r="r" b="b"/>
            <a:pathLst>
              <a:path w="6096" h="6095" extrusionOk="0">
                <a:moveTo>
                  <a:pt x="2219" y="453"/>
                </a:moveTo>
                <a:cubicBezTo>
                  <a:pt x="3662" y="0"/>
                  <a:pt x="5191" y="797"/>
                  <a:pt x="5643" y="2219"/>
                </a:cubicBezTo>
                <a:cubicBezTo>
                  <a:pt x="6095" y="3661"/>
                  <a:pt x="5320" y="5190"/>
                  <a:pt x="3877" y="5642"/>
                </a:cubicBezTo>
                <a:cubicBezTo>
                  <a:pt x="2434" y="6095"/>
                  <a:pt x="905" y="5319"/>
                  <a:pt x="453" y="3877"/>
                </a:cubicBezTo>
                <a:cubicBezTo>
                  <a:pt x="1" y="2434"/>
                  <a:pt x="776" y="905"/>
                  <a:pt x="2219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8" name="Google Shape;13768;p37">
            <a:extLst>
              <a:ext uri="{FF2B5EF4-FFF2-40B4-BE49-F238E27FC236}">
                <a16:creationId xmlns:a16="http://schemas.microsoft.com/office/drawing/2014/main" xmlns="" id="{436CF734-FBE7-3E5A-B292-16A69CBD9905}"/>
              </a:ext>
            </a:extLst>
          </p:cNvPr>
          <p:cNvSpPr/>
          <p:nvPr/>
        </p:nvSpPr>
        <p:spPr>
          <a:xfrm rot="5386137">
            <a:off x="8229778" y="1710134"/>
            <a:ext cx="421581" cy="397922"/>
          </a:xfrm>
          <a:custGeom>
            <a:avLst/>
            <a:gdLst/>
            <a:ahLst/>
            <a:cxnLst/>
            <a:rect l="l" t="t" r="r" b="b"/>
            <a:pathLst>
              <a:path w="5773" h="5449" extrusionOk="0">
                <a:moveTo>
                  <a:pt x="4588" y="604"/>
                </a:moveTo>
                <a:cubicBezTo>
                  <a:pt x="4932" y="927"/>
                  <a:pt x="5191" y="1336"/>
                  <a:pt x="5320" y="1767"/>
                </a:cubicBezTo>
                <a:cubicBezTo>
                  <a:pt x="5772" y="3209"/>
                  <a:pt x="4997" y="4738"/>
                  <a:pt x="3554" y="5190"/>
                </a:cubicBezTo>
                <a:cubicBezTo>
                  <a:pt x="2757" y="5449"/>
                  <a:pt x="1874" y="5320"/>
                  <a:pt x="1185" y="4846"/>
                </a:cubicBezTo>
                <a:cubicBezTo>
                  <a:pt x="841" y="4523"/>
                  <a:pt x="582" y="4114"/>
                  <a:pt x="453" y="3683"/>
                </a:cubicBezTo>
                <a:cubicBezTo>
                  <a:pt x="1" y="2240"/>
                  <a:pt x="798" y="711"/>
                  <a:pt x="2219" y="259"/>
                </a:cubicBezTo>
                <a:cubicBezTo>
                  <a:pt x="3016" y="1"/>
                  <a:pt x="3899" y="130"/>
                  <a:pt x="4588" y="60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9" name="Google Shape;13769;p37">
            <a:extLst>
              <a:ext uri="{FF2B5EF4-FFF2-40B4-BE49-F238E27FC236}">
                <a16:creationId xmlns:a16="http://schemas.microsoft.com/office/drawing/2014/main" xmlns="" id="{D86D4DCC-1CD8-717A-08C3-CC9EDA9E94B5}"/>
              </a:ext>
            </a:extLst>
          </p:cNvPr>
          <p:cNvSpPr/>
          <p:nvPr/>
        </p:nvSpPr>
        <p:spPr>
          <a:xfrm rot="5386137">
            <a:off x="8311337" y="1793583"/>
            <a:ext cx="258002" cy="259536"/>
          </a:xfrm>
          <a:custGeom>
            <a:avLst/>
            <a:gdLst/>
            <a:ahLst/>
            <a:cxnLst/>
            <a:rect l="l" t="t" r="r" b="b"/>
            <a:pathLst>
              <a:path w="3533" h="3554" extrusionOk="0">
                <a:moveTo>
                  <a:pt x="1292" y="281"/>
                </a:moveTo>
                <a:cubicBezTo>
                  <a:pt x="2111" y="1"/>
                  <a:pt x="2994" y="475"/>
                  <a:pt x="3274" y="1293"/>
                </a:cubicBezTo>
                <a:cubicBezTo>
                  <a:pt x="3532" y="2133"/>
                  <a:pt x="3080" y="3016"/>
                  <a:pt x="2240" y="3274"/>
                </a:cubicBezTo>
                <a:cubicBezTo>
                  <a:pt x="1400" y="3554"/>
                  <a:pt x="517" y="3080"/>
                  <a:pt x="259" y="2262"/>
                </a:cubicBezTo>
                <a:cubicBezTo>
                  <a:pt x="0" y="1422"/>
                  <a:pt x="453" y="539"/>
                  <a:pt x="1292" y="28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0" name="Google Shape;13770;p37">
            <a:extLst>
              <a:ext uri="{FF2B5EF4-FFF2-40B4-BE49-F238E27FC236}">
                <a16:creationId xmlns:a16="http://schemas.microsoft.com/office/drawing/2014/main" xmlns="" id="{7571274B-238D-2A0A-5F8B-D077883B3923}"/>
              </a:ext>
            </a:extLst>
          </p:cNvPr>
          <p:cNvSpPr/>
          <p:nvPr/>
        </p:nvSpPr>
        <p:spPr>
          <a:xfrm rot="5386137">
            <a:off x="8318268" y="1767543"/>
            <a:ext cx="259535" cy="258003"/>
          </a:xfrm>
          <a:custGeom>
            <a:avLst/>
            <a:gdLst/>
            <a:ahLst/>
            <a:cxnLst/>
            <a:rect l="l" t="t" r="r" b="b"/>
            <a:pathLst>
              <a:path w="3554" h="3533" extrusionOk="0">
                <a:moveTo>
                  <a:pt x="1292" y="259"/>
                </a:moveTo>
                <a:cubicBezTo>
                  <a:pt x="2132" y="1"/>
                  <a:pt x="3015" y="453"/>
                  <a:pt x="3274" y="1271"/>
                </a:cubicBezTo>
                <a:cubicBezTo>
                  <a:pt x="3553" y="2111"/>
                  <a:pt x="3080" y="2994"/>
                  <a:pt x="2261" y="3252"/>
                </a:cubicBezTo>
                <a:cubicBezTo>
                  <a:pt x="1422" y="3532"/>
                  <a:pt x="539" y="3058"/>
                  <a:pt x="280" y="2240"/>
                </a:cubicBezTo>
                <a:cubicBezTo>
                  <a:pt x="0" y="1400"/>
                  <a:pt x="474" y="517"/>
                  <a:pt x="1292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1" name="Google Shape;13771;p37">
            <a:extLst>
              <a:ext uri="{FF2B5EF4-FFF2-40B4-BE49-F238E27FC236}">
                <a16:creationId xmlns:a16="http://schemas.microsoft.com/office/drawing/2014/main" xmlns="" id="{78545060-DC37-A219-0CBE-BB312CCFF342}"/>
              </a:ext>
            </a:extLst>
          </p:cNvPr>
          <p:cNvSpPr/>
          <p:nvPr/>
        </p:nvSpPr>
        <p:spPr>
          <a:xfrm rot="5386137">
            <a:off x="8327476" y="1801117"/>
            <a:ext cx="231275" cy="220175"/>
          </a:xfrm>
          <a:custGeom>
            <a:avLst/>
            <a:gdLst/>
            <a:ahLst/>
            <a:cxnLst/>
            <a:rect l="l" t="t" r="r" b="b"/>
            <a:pathLst>
              <a:path w="3167" h="3015" extrusionOk="0">
                <a:moveTo>
                  <a:pt x="2305" y="129"/>
                </a:moveTo>
                <a:cubicBezTo>
                  <a:pt x="2585" y="323"/>
                  <a:pt x="2779" y="603"/>
                  <a:pt x="2887" y="926"/>
                </a:cubicBezTo>
                <a:cubicBezTo>
                  <a:pt x="3166" y="1766"/>
                  <a:pt x="2693" y="2649"/>
                  <a:pt x="1874" y="2907"/>
                </a:cubicBezTo>
                <a:cubicBezTo>
                  <a:pt x="1551" y="3015"/>
                  <a:pt x="1185" y="3015"/>
                  <a:pt x="862" y="2907"/>
                </a:cubicBezTo>
                <a:cubicBezTo>
                  <a:pt x="582" y="2692"/>
                  <a:pt x="389" y="2412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616" y="0"/>
                  <a:pt x="1982" y="0"/>
                  <a:pt x="2305" y="129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2" name="Google Shape;13772;p37">
            <a:extLst>
              <a:ext uri="{FF2B5EF4-FFF2-40B4-BE49-F238E27FC236}">
                <a16:creationId xmlns:a16="http://schemas.microsoft.com/office/drawing/2014/main" xmlns="" id="{C69B0105-B6FB-FCDE-7627-5758CFBEF0D5}"/>
              </a:ext>
            </a:extLst>
          </p:cNvPr>
          <p:cNvSpPr/>
          <p:nvPr/>
        </p:nvSpPr>
        <p:spPr>
          <a:xfrm rot="5386137">
            <a:off x="8342263" y="1797427"/>
            <a:ext cx="212434" cy="207614"/>
          </a:xfrm>
          <a:custGeom>
            <a:avLst/>
            <a:gdLst/>
            <a:ahLst/>
            <a:cxnLst/>
            <a:rect l="l" t="t" r="r" b="b"/>
            <a:pathLst>
              <a:path w="2909" h="2843" extrusionOk="0">
                <a:moveTo>
                  <a:pt x="712" y="2778"/>
                </a:moveTo>
                <a:cubicBezTo>
                  <a:pt x="496" y="2584"/>
                  <a:pt x="367" y="2347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594" y="22"/>
                  <a:pt x="1918" y="0"/>
                  <a:pt x="2219" y="86"/>
                </a:cubicBezTo>
                <a:cubicBezTo>
                  <a:pt x="2413" y="280"/>
                  <a:pt x="2564" y="517"/>
                  <a:pt x="2650" y="775"/>
                </a:cubicBezTo>
                <a:cubicBezTo>
                  <a:pt x="2908" y="1615"/>
                  <a:pt x="2456" y="2498"/>
                  <a:pt x="1616" y="2756"/>
                </a:cubicBezTo>
                <a:cubicBezTo>
                  <a:pt x="1315" y="2843"/>
                  <a:pt x="1013" y="2843"/>
                  <a:pt x="712" y="2756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3" name="Google Shape;13773;p37">
            <a:extLst>
              <a:ext uri="{FF2B5EF4-FFF2-40B4-BE49-F238E27FC236}">
                <a16:creationId xmlns:a16="http://schemas.microsoft.com/office/drawing/2014/main" xmlns="" id="{A355032C-AAA4-5E90-FAA7-ACA06C362C2A}"/>
              </a:ext>
            </a:extLst>
          </p:cNvPr>
          <p:cNvSpPr/>
          <p:nvPr/>
        </p:nvSpPr>
        <p:spPr>
          <a:xfrm rot="5075874">
            <a:off x="8159920" y="2218898"/>
            <a:ext cx="180960" cy="185634"/>
          </a:xfrm>
          <a:custGeom>
            <a:avLst/>
            <a:gdLst/>
            <a:ahLst/>
            <a:cxnLst/>
            <a:rect l="l" t="t" r="r" b="b"/>
            <a:pathLst>
              <a:path w="2478" h="2542" extrusionOk="0">
                <a:moveTo>
                  <a:pt x="2305" y="948"/>
                </a:moveTo>
                <a:cubicBezTo>
                  <a:pt x="2003" y="87"/>
                  <a:pt x="819" y="1"/>
                  <a:pt x="410" y="819"/>
                </a:cubicBezTo>
                <a:cubicBezTo>
                  <a:pt x="1" y="1638"/>
                  <a:pt x="776" y="2542"/>
                  <a:pt x="1659" y="2241"/>
                </a:cubicBezTo>
                <a:cubicBezTo>
                  <a:pt x="2197" y="2068"/>
                  <a:pt x="2477" y="1487"/>
                  <a:pt x="2305" y="948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4" name="Google Shape;13774;p37">
            <a:extLst>
              <a:ext uri="{FF2B5EF4-FFF2-40B4-BE49-F238E27FC236}">
                <a16:creationId xmlns:a16="http://schemas.microsoft.com/office/drawing/2014/main" xmlns="" id="{342EDFCB-501A-51E9-5432-579734618EFE}"/>
              </a:ext>
            </a:extLst>
          </p:cNvPr>
          <p:cNvSpPr/>
          <p:nvPr/>
        </p:nvSpPr>
        <p:spPr>
          <a:xfrm rot="5075874">
            <a:off x="8170180" y="2278551"/>
            <a:ext cx="180886" cy="184026"/>
          </a:xfrm>
          <a:custGeom>
            <a:avLst/>
            <a:gdLst/>
            <a:ahLst/>
            <a:cxnLst/>
            <a:rect l="l" t="t" r="r" b="b"/>
            <a:pathLst>
              <a:path w="2477" h="2520" extrusionOk="0">
                <a:moveTo>
                  <a:pt x="2305" y="948"/>
                </a:moveTo>
                <a:cubicBezTo>
                  <a:pt x="2003" y="86"/>
                  <a:pt x="819" y="0"/>
                  <a:pt x="410" y="797"/>
                </a:cubicBezTo>
                <a:cubicBezTo>
                  <a:pt x="0" y="1615"/>
                  <a:pt x="776" y="2520"/>
                  <a:pt x="1659" y="2240"/>
                </a:cubicBezTo>
                <a:cubicBezTo>
                  <a:pt x="2175" y="2068"/>
                  <a:pt x="2477" y="1486"/>
                  <a:pt x="2305" y="9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5" name="Google Shape;13775;p37">
            <a:extLst>
              <a:ext uri="{FF2B5EF4-FFF2-40B4-BE49-F238E27FC236}">
                <a16:creationId xmlns:a16="http://schemas.microsoft.com/office/drawing/2014/main" xmlns="" id="{D0FACD3E-1952-0B6A-71A3-EC24C36E1C3C}"/>
              </a:ext>
            </a:extLst>
          </p:cNvPr>
          <p:cNvSpPr/>
          <p:nvPr/>
        </p:nvSpPr>
        <p:spPr>
          <a:xfrm rot="5075874">
            <a:off x="8135302" y="2693824"/>
            <a:ext cx="431001" cy="449770"/>
          </a:xfrm>
          <a:custGeom>
            <a:avLst/>
            <a:gdLst/>
            <a:ahLst/>
            <a:cxnLst/>
            <a:rect l="l" t="t" r="r" b="b"/>
            <a:pathLst>
              <a:path w="5902" h="6159" extrusionOk="0">
                <a:moveTo>
                  <a:pt x="4092" y="5276"/>
                </a:moveTo>
                <a:cubicBezTo>
                  <a:pt x="2068" y="6159"/>
                  <a:pt x="1" y="4178"/>
                  <a:pt x="798" y="2110"/>
                </a:cubicBezTo>
                <a:cubicBezTo>
                  <a:pt x="1573" y="65"/>
                  <a:pt x="4458" y="0"/>
                  <a:pt x="5363" y="2003"/>
                </a:cubicBezTo>
                <a:cubicBezTo>
                  <a:pt x="5901" y="3252"/>
                  <a:pt x="5341" y="4716"/>
                  <a:pt x="4092" y="52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6" name="Google Shape;13776;p37">
            <a:extLst>
              <a:ext uri="{FF2B5EF4-FFF2-40B4-BE49-F238E27FC236}">
                <a16:creationId xmlns:a16="http://schemas.microsoft.com/office/drawing/2014/main" xmlns="" id="{D7FCB232-7EBA-EB8C-35E4-48E4BB458050}"/>
              </a:ext>
            </a:extLst>
          </p:cNvPr>
          <p:cNvSpPr/>
          <p:nvPr/>
        </p:nvSpPr>
        <p:spPr>
          <a:xfrm rot="5075874">
            <a:off x="8194309" y="2747799"/>
            <a:ext cx="312991" cy="325553"/>
          </a:xfrm>
          <a:custGeom>
            <a:avLst/>
            <a:gdLst/>
            <a:ahLst/>
            <a:cxnLst/>
            <a:rect l="l" t="t" r="r" b="b"/>
            <a:pathLst>
              <a:path w="4286" h="4458" extrusionOk="0">
                <a:moveTo>
                  <a:pt x="2972" y="3812"/>
                </a:moveTo>
                <a:cubicBezTo>
                  <a:pt x="1530" y="4458"/>
                  <a:pt x="1" y="3015"/>
                  <a:pt x="582" y="1529"/>
                </a:cubicBezTo>
                <a:cubicBezTo>
                  <a:pt x="1163" y="43"/>
                  <a:pt x="3252" y="0"/>
                  <a:pt x="3898" y="1465"/>
                </a:cubicBezTo>
                <a:cubicBezTo>
                  <a:pt x="4286" y="2369"/>
                  <a:pt x="3877" y="3424"/>
                  <a:pt x="2972" y="38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77" name="Google Shape;13777;p37">
            <a:extLst>
              <a:ext uri="{FF2B5EF4-FFF2-40B4-BE49-F238E27FC236}">
                <a16:creationId xmlns:a16="http://schemas.microsoft.com/office/drawing/2014/main" xmlns="" id="{A3ED0276-54F6-2566-2BAA-4EDF85891921}"/>
              </a:ext>
            </a:extLst>
          </p:cNvPr>
          <p:cNvSpPr/>
          <p:nvPr/>
        </p:nvSpPr>
        <p:spPr>
          <a:xfrm rot="5400000">
            <a:off x="8216014" y="2760280"/>
            <a:ext cx="335045" cy="311459"/>
          </a:xfrm>
          <a:custGeom>
            <a:avLst/>
            <a:gdLst/>
            <a:ahLst/>
            <a:cxnLst/>
            <a:rect l="l" t="t" r="r" b="b"/>
            <a:pathLst>
              <a:path w="4588" h="4265" extrusionOk="0">
                <a:moveTo>
                  <a:pt x="3144" y="4006"/>
                </a:moveTo>
                <a:cubicBezTo>
                  <a:pt x="2584" y="4264"/>
                  <a:pt x="1938" y="4200"/>
                  <a:pt x="1422" y="3855"/>
                </a:cubicBezTo>
                <a:cubicBezTo>
                  <a:pt x="0" y="2305"/>
                  <a:pt x="1960" y="1"/>
                  <a:pt x="3726" y="1142"/>
                </a:cubicBezTo>
                <a:cubicBezTo>
                  <a:pt x="4587" y="2046"/>
                  <a:pt x="4286" y="3532"/>
                  <a:pt x="3144" y="4027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8" name="Google Shape;13778;p37">
            <a:extLst>
              <a:ext uri="{FF2B5EF4-FFF2-40B4-BE49-F238E27FC236}">
                <a16:creationId xmlns:a16="http://schemas.microsoft.com/office/drawing/2014/main" xmlns="" id="{40183247-B2A3-8390-91DB-9D516D5416B8}"/>
              </a:ext>
            </a:extLst>
          </p:cNvPr>
          <p:cNvSpPr/>
          <p:nvPr/>
        </p:nvSpPr>
        <p:spPr>
          <a:xfrm rot="5075874">
            <a:off x="8256075" y="2870918"/>
            <a:ext cx="176213" cy="201408"/>
          </a:xfrm>
          <a:custGeom>
            <a:avLst/>
            <a:gdLst/>
            <a:ahLst/>
            <a:cxnLst/>
            <a:rect l="l" t="t" r="r" b="b"/>
            <a:pathLst>
              <a:path w="2413" h="2758" extrusionOk="0">
                <a:moveTo>
                  <a:pt x="2176" y="1271"/>
                </a:moveTo>
                <a:cubicBezTo>
                  <a:pt x="2046" y="2327"/>
                  <a:pt x="754" y="2757"/>
                  <a:pt x="1" y="2004"/>
                </a:cubicBezTo>
                <a:cubicBezTo>
                  <a:pt x="151" y="2090"/>
                  <a:pt x="324" y="2133"/>
                  <a:pt x="496" y="2154"/>
                </a:cubicBezTo>
                <a:cubicBezTo>
                  <a:pt x="1702" y="2327"/>
                  <a:pt x="2412" y="862"/>
                  <a:pt x="1573" y="1"/>
                </a:cubicBezTo>
                <a:cubicBezTo>
                  <a:pt x="2003" y="259"/>
                  <a:pt x="2240" y="755"/>
                  <a:pt x="2176" y="1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266242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5">
          <a:extLst>
            <a:ext uri="{FF2B5EF4-FFF2-40B4-BE49-F238E27FC236}">
              <a16:creationId xmlns:a16="http://schemas.microsoft.com/office/drawing/2014/main" xmlns="" id="{133D9EF2-3B3A-D3BF-2AC9-3213EA91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E9EDE050-A9F7-9F33-B227-0590868CBDB8}"/>
              </a:ext>
            </a:extLst>
          </p:cNvPr>
          <p:cNvSpPr/>
          <p:nvPr/>
        </p:nvSpPr>
        <p:spPr>
          <a:xfrm rot="4458825">
            <a:off x="7334116" y="618065"/>
            <a:ext cx="2469608" cy="383831"/>
          </a:xfrm>
          <a:prstGeom prst="rect">
            <a:avLst/>
          </a:prstGeom>
          <a:solidFill>
            <a:srgbClr val="0AA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26" name="Google Shape;13726;p37">
            <a:extLst>
              <a:ext uri="{FF2B5EF4-FFF2-40B4-BE49-F238E27FC236}">
                <a16:creationId xmlns:a16="http://schemas.microsoft.com/office/drawing/2014/main" xmlns="" id="{18927C82-117A-0916-199A-F28FD0BC56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Pick-and-Place control algorithm</a:t>
            </a:r>
            <a:endParaRPr sz="3200" dirty="0"/>
          </a:p>
        </p:txBody>
      </p:sp>
      <p:sp>
        <p:nvSpPr>
          <p:cNvPr id="13727" name="Google Shape;13727;p37">
            <a:extLst>
              <a:ext uri="{FF2B5EF4-FFF2-40B4-BE49-F238E27FC236}">
                <a16:creationId xmlns:a16="http://schemas.microsoft.com/office/drawing/2014/main" xmlns="" id="{B534EBF6-F3D4-85CB-8754-E33B5D7B559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873" y="1755202"/>
            <a:ext cx="7692407" cy="24226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Vision-Based Object Detection</a:t>
            </a:r>
            <a:endParaRPr lang="ar-SA" sz="1600" dirty="0"/>
          </a:p>
          <a:p>
            <a:endParaRPr lang="en-US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Camera captures images of the workspace</a:t>
            </a:r>
            <a:endParaRPr lang="ar-SA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Image processing is applied to:</a:t>
            </a:r>
            <a:endParaRPr lang="ar-SA" sz="1600" dirty="0"/>
          </a:p>
          <a:p>
            <a:pPr marL="596900" lvl="1" indent="0"/>
            <a:r>
              <a:rPr lang="en-US" sz="1300" dirty="0">
                <a:latin typeface="Michroma" panose="020B0604020202020204" charset="0"/>
              </a:rPr>
              <a:t>Detect objects</a:t>
            </a:r>
            <a:endParaRPr lang="ar-SA" sz="1300" dirty="0">
              <a:latin typeface="Michroma" panose="020B0604020202020204" charset="0"/>
            </a:endParaRPr>
          </a:p>
          <a:p>
            <a:pPr marL="596900" lvl="1" indent="0"/>
            <a:r>
              <a:rPr lang="en-US" sz="1300" dirty="0">
                <a:latin typeface="Michroma" panose="020B0604020202020204" charset="0"/>
              </a:rPr>
              <a:t>Identify shape and color</a:t>
            </a:r>
            <a:endParaRPr lang="ar-SA" sz="1300" dirty="0">
              <a:latin typeface="Michroma" panose="020B0604020202020204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Detected object pose is converted to robot coordinates</a:t>
            </a:r>
            <a:endParaRPr lang="ar-SA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Vision output is sent to the control system</a:t>
            </a:r>
          </a:p>
        </p:txBody>
      </p:sp>
      <p:grpSp>
        <p:nvGrpSpPr>
          <p:cNvPr id="13733" name="Google Shape;13733;p37">
            <a:extLst>
              <a:ext uri="{FF2B5EF4-FFF2-40B4-BE49-F238E27FC236}">
                <a16:creationId xmlns:a16="http://schemas.microsoft.com/office/drawing/2014/main" xmlns="" id="{2338929E-4F85-93BE-11B1-7DC2DFC34023}"/>
              </a:ext>
            </a:extLst>
          </p:cNvPr>
          <p:cNvGrpSpPr/>
          <p:nvPr/>
        </p:nvGrpSpPr>
        <p:grpSpPr>
          <a:xfrm>
            <a:off x="3884255" y="4521513"/>
            <a:ext cx="300558" cy="283271"/>
            <a:chOff x="3884255" y="4521513"/>
            <a:chExt cx="300558" cy="283271"/>
          </a:xfrm>
        </p:grpSpPr>
        <p:sp>
          <p:nvSpPr>
            <p:cNvPr id="13734" name="Google Shape;13734;p37">
              <a:extLst>
                <a:ext uri="{FF2B5EF4-FFF2-40B4-BE49-F238E27FC236}">
                  <a16:creationId xmlns:a16="http://schemas.microsoft.com/office/drawing/2014/main" xmlns="" id="{FDF0DF43-84A6-D5CC-963B-AED2EDFE0A35}"/>
                </a:ext>
              </a:extLst>
            </p:cNvPr>
            <p:cNvSpPr/>
            <p:nvPr/>
          </p:nvSpPr>
          <p:spPr>
            <a:xfrm>
              <a:off x="3884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37">
              <a:extLst>
                <a:ext uri="{FF2B5EF4-FFF2-40B4-BE49-F238E27FC236}">
                  <a16:creationId xmlns:a16="http://schemas.microsoft.com/office/drawing/2014/main" xmlns="" id="{EB968412-F8DD-5FA2-28B5-D0B2F1665A76}"/>
                </a:ext>
              </a:extLst>
            </p:cNvPr>
            <p:cNvSpPr/>
            <p:nvPr/>
          </p:nvSpPr>
          <p:spPr>
            <a:xfrm>
              <a:off x="3941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37">
              <a:extLst>
                <a:ext uri="{FF2B5EF4-FFF2-40B4-BE49-F238E27FC236}">
                  <a16:creationId xmlns:a16="http://schemas.microsoft.com/office/drawing/2014/main" xmlns="" id="{45784BB5-4241-888F-9D2C-C7A4AA767025}"/>
                </a:ext>
              </a:extLst>
            </p:cNvPr>
            <p:cNvSpPr/>
            <p:nvPr/>
          </p:nvSpPr>
          <p:spPr>
            <a:xfrm>
              <a:off x="394784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37">
              <a:extLst>
                <a:ext uri="{FF2B5EF4-FFF2-40B4-BE49-F238E27FC236}">
                  <a16:creationId xmlns:a16="http://schemas.microsoft.com/office/drawing/2014/main" xmlns="" id="{0ABD2108-55C6-F20E-3C1A-4E4B8CA833EE}"/>
                </a:ext>
              </a:extLst>
            </p:cNvPr>
            <p:cNvSpPr/>
            <p:nvPr/>
          </p:nvSpPr>
          <p:spPr>
            <a:xfrm>
              <a:off x="3976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8" name="Google Shape;13738;p37">
            <a:extLst>
              <a:ext uri="{FF2B5EF4-FFF2-40B4-BE49-F238E27FC236}">
                <a16:creationId xmlns:a16="http://schemas.microsoft.com/office/drawing/2014/main" xmlns="" id="{86B2B0AC-8D28-C329-0656-C34D56C7FE93}"/>
              </a:ext>
            </a:extLst>
          </p:cNvPr>
          <p:cNvGrpSpPr/>
          <p:nvPr/>
        </p:nvGrpSpPr>
        <p:grpSpPr>
          <a:xfrm>
            <a:off x="4415919" y="4475313"/>
            <a:ext cx="156092" cy="306422"/>
            <a:chOff x="474406" y="2974600"/>
            <a:chExt cx="106759" cy="209577"/>
          </a:xfrm>
        </p:grpSpPr>
        <p:sp>
          <p:nvSpPr>
            <p:cNvPr id="13739" name="Google Shape;13739;p37">
              <a:extLst>
                <a:ext uri="{FF2B5EF4-FFF2-40B4-BE49-F238E27FC236}">
                  <a16:creationId xmlns:a16="http://schemas.microsoft.com/office/drawing/2014/main" xmlns="" id="{DC60C430-DFED-15F6-1CBF-EA1CE2694A1E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37">
              <a:extLst>
                <a:ext uri="{FF2B5EF4-FFF2-40B4-BE49-F238E27FC236}">
                  <a16:creationId xmlns:a16="http://schemas.microsoft.com/office/drawing/2014/main" xmlns="" id="{C1A04682-3479-62D7-49F3-4C7AE7630517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37">
              <a:extLst>
                <a:ext uri="{FF2B5EF4-FFF2-40B4-BE49-F238E27FC236}">
                  <a16:creationId xmlns:a16="http://schemas.microsoft.com/office/drawing/2014/main" xmlns="" id="{3A24EC8F-EA40-7319-336D-C6306DCE3AAB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37">
              <a:extLst>
                <a:ext uri="{FF2B5EF4-FFF2-40B4-BE49-F238E27FC236}">
                  <a16:creationId xmlns:a16="http://schemas.microsoft.com/office/drawing/2014/main" xmlns="" id="{77625ACC-27F5-D383-A634-548CF4248A30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37">
            <a:extLst>
              <a:ext uri="{FF2B5EF4-FFF2-40B4-BE49-F238E27FC236}">
                <a16:creationId xmlns:a16="http://schemas.microsoft.com/office/drawing/2014/main" xmlns="" id="{C10DB541-F499-728C-608B-523CFA62848D}"/>
              </a:ext>
            </a:extLst>
          </p:cNvPr>
          <p:cNvGrpSpPr/>
          <p:nvPr/>
        </p:nvGrpSpPr>
        <p:grpSpPr>
          <a:xfrm>
            <a:off x="7187429" y="4388338"/>
            <a:ext cx="230087" cy="393387"/>
            <a:chOff x="1267792" y="5309150"/>
            <a:chExt cx="230087" cy="393387"/>
          </a:xfrm>
        </p:grpSpPr>
        <p:sp>
          <p:nvSpPr>
            <p:cNvPr id="13744" name="Google Shape;13744;p37">
              <a:extLst>
                <a:ext uri="{FF2B5EF4-FFF2-40B4-BE49-F238E27FC236}">
                  <a16:creationId xmlns:a16="http://schemas.microsoft.com/office/drawing/2014/main" xmlns="" id="{976E21C9-39E7-DFA5-A0AA-C42FEC6C11F7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37">
              <a:extLst>
                <a:ext uri="{FF2B5EF4-FFF2-40B4-BE49-F238E27FC236}">
                  <a16:creationId xmlns:a16="http://schemas.microsoft.com/office/drawing/2014/main" xmlns="" id="{CCBEB92B-DA23-B4CC-FD00-9A32B8F4AE39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37">
              <a:extLst>
                <a:ext uri="{FF2B5EF4-FFF2-40B4-BE49-F238E27FC236}">
                  <a16:creationId xmlns:a16="http://schemas.microsoft.com/office/drawing/2014/main" xmlns="" id="{4CEBF1F9-F0AB-3E2F-CDC6-04C55BB1E816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50" name="Google Shape;13750;p37">
            <a:extLst>
              <a:ext uri="{FF2B5EF4-FFF2-40B4-BE49-F238E27FC236}">
                <a16:creationId xmlns:a16="http://schemas.microsoft.com/office/drawing/2014/main" xmlns="" id="{99278129-A859-EA8E-5714-2F3E812A32BA}"/>
              </a:ext>
            </a:extLst>
          </p:cNvPr>
          <p:cNvSpPr/>
          <p:nvPr/>
        </p:nvSpPr>
        <p:spPr>
          <a:xfrm rot="7590853">
            <a:off x="8295469" y="984913"/>
            <a:ext cx="937298" cy="1069474"/>
          </a:xfrm>
          <a:custGeom>
            <a:avLst/>
            <a:gdLst/>
            <a:ahLst/>
            <a:cxnLst/>
            <a:rect l="l" t="t" r="r" b="b"/>
            <a:pathLst>
              <a:path w="12835" h="14645" extrusionOk="0">
                <a:moveTo>
                  <a:pt x="12835" y="2930"/>
                </a:moveTo>
                <a:lnTo>
                  <a:pt x="9131" y="1"/>
                </a:lnTo>
                <a:lnTo>
                  <a:pt x="0" y="11716"/>
                </a:lnTo>
                <a:lnTo>
                  <a:pt x="3726" y="14644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1" name="Google Shape;13751;p37">
            <a:extLst>
              <a:ext uri="{FF2B5EF4-FFF2-40B4-BE49-F238E27FC236}">
                <a16:creationId xmlns:a16="http://schemas.microsoft.com/office/drawing/2014/main" xmlns="" id="{E3C3BF67-4134-C388-AEF1-271C7BAAF027}"/>
              </a:ext>
            </a:extLst>
          </p:cNvPr>
          <p:cNvSpPr/>
          <p:nvPr/>
        </p:nvSpPr>
        <p:spPr>
          <a:xfrm rot="4916832">
            <a:off x="8254493" y="2126040"/>
            <a:ext cx="896472" cy="713980"/>
          </a:xfrm>
          <a:custGeom>
            <a:avLst/>
            <a:gdLst/>
            <a:ahLst/>
            <a:cxnLst/>
            <a:rect l="l" t="t" r="r" b="b"/>
            <a:pathLst>
              <a:path w="12276" h="9777" extrusionOk="0">
                <a:moveTo>
                  <a:pt x="9820" y="9777"/>
                </a:moveTo>
                <a:lnTo>
                  <a:pt x="12275" y="5362"/>
                </a:lnTo>
                <a:lnTo>
                  <a:pt x="2456" y="0"/>
                </a:lnTo>
                <a:lnTo>
                  <a:pt x="1" y="44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2" name="Google Shape;13752;p37">
            <a:extLst>
              <a:ext uri="{FF2B5EF4-FFF2-40B4-BE49-F238E27FC236}">
                <a16:creationId xmlns:a16="http://schemas.microsoft.com/office/drawing/2014/main" xmlns="" id="{6D49A578-0DF6-B613-F5B5-831E373399F7}"/>
              </a:ext>
            </a:extLst>
          </p:cNvPr>
          <p:cNvSpPr/>
          <p:nvPr/>
        </p:nvSpPr>
        <p:spPr>
          <a:xfrm rot="4925353">
            <a:off x="8262978" y="2245872"/>
            <a:ext cx="864924" cy="671552"/>
          </a:xfrm>
          <a:custGeom>
            <a:avLst/>
            <a:gdLst/>
            <a:ahLst/>
            <a:cxnLst/>
            <a:rect l="l" t="t" r="r" b="b"/>
            <a:pathLst>
              <a:path w="11844" h="9196" extrusionOk="0">
                <a:moveTo>
                  <a:pt x="11844" y="5534"/>
                </a:moveTo>
                <a:lnTo>
                  <a:pt x="2132" y="0"/>
                </a:lnTo>
                <a:lnTo>
                  <a:pt x="0" y="3661"/>
                </a:lnTo>
                <a:lnTo>
                  <a:pt x="9712" y="9195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3" name="Google Shape;13753;p37">
            <a:extLst>
              <a:ext uri="{FF2B5EF4-FFF2-40B4-BE49-F238E27FC236}">
                <a16:creationId xmlns:a16="http://schemas.microsoft.com/office/drawing/2014/main" xmlns="" id="{26E3F818-81F4-168B-B485-AA9888C97323}"/>
              </a:ext>
            </a:extLst>
          </p:cNvPr>
          <p:cNvSpPr/>
          <p:nvPr/>
        </p:nvSpPr>
        <p:spPr>
          <a:xfrm rot="2879673">
            <a:off x="8160598" y="3358195"/>
            <a:ext cx="709305" cy="498552"/>
          </a:xfrm>
          <a:custGeom>
            <a:avLst/>
            <a:gdLst/>
            <a:ahLst/>
            <a:cxnLst/>
            <a:rect l="l" t="t" r="r" b="b"/>
            <a:pathLst>
              <a:path w="9713" h="6827" extrusionOk="0">
                <a:moveTo>
                  <a:pt x="0" y="4005"/>
                </a:moveTo>
                <a:lnTo>
                  <a:pt x="2369" y="0"/>
                </a:lnTo>
                <a:lnTo>
                  <a:pt x="7408" y="3532"/>
                </a:lnTo>
                <a:lnTo>
                  <a:pt x="9712" y="6374"/>
                </a:lnTo>
                <a:lnTo>
                  <a:pt x="9002" y="6826"/>
                </a:lnTo>
                <a:lnTo>
                  <a:pt x="6698" y="4005"/>
                </a:lnTo>
                <a:lnTo>
                  <a:pt x="3381" y="2046"/>
                </a:lnTo>
                <a:lnTo>
                  <a:pt x="1788" y="4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4" name="Google Shape;13754;p37">
            <a:extLst>
              <a:ext uri="{FF2B5EF4-FFF2-40B4-BE49-F238E27FC236}">
                <a16:creationId xmlns:a16="http://schemas.microsoft.com/office/drawing/2014/main" xmlns="" id="{90FA416A-0F1E-EAA3-40D7-BB215C5E7BE5}"/>
              </a:ext>
            </a:extLst>
          </p:cNvPr>
          <p:cNvSpPr/>
          <p:nvPr/>
        </p:nvSpPr>
        <p:spPr>
          <a:xfrm rot="3021825">
            <a:off x="7897638" y="3327395"/>
            <a:ext cx="677831" cy="534773"/>
          </a:xfrm>
          <a:custGeom>
            <a:avLst/>
            <a:gdLst/>
            <a:ahLst/>
            <a:cxnLst/>
            <a:rect l="l" t="t" r="r" b="b"/>
            <a:pathLst>
              <a:path w="9282" h="7323" extrusionOk="0">
                <a:moveTo>
                  <a:pt x="2347" y="0"/>
                </a:moveTo>
                <a:lnTo>
                  <a:pt x="0" y="4006"/>
                </a:lnTo>
                <a:lnTo>
                  <a:pt x="5556" y="6698"/>
                </a:lnTo>
                <a:lnTo>
                  <a:pt x="9152" y="7322"/>
                </a:lnTo>
                <a:lnTo>
                  <a:pt x="9281" y="6396"/>
                </a:lnTo>
                <a:lnTo>
                  <a:pt x="5621" y="5858"/>
                </a:lnTo>
                <a:lnTo>
                  <a:pt x="2304" y="3898"/>
                </a:lnTo>
                <a:lnTo>
                  <a:pt x="3898" y="11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5" name="Google Shape;13755;p37">
            <a:extLst>
              <a:ext uri="{FF2B5EF4-FFF2-40B4-BE49-F238E27FC236}">
                <a16:creationId xmlns:a16="http://schemas.microsoft.com/office/drawing/2014/main" xmlns="" id="{825EB7D0-6B0B-3DB0-7172-5A5DB781AD9D}"/>
              </a:ext>
            </a:extLst>
          </p:cNvPr>
          <p:cNvSpPr/>
          <p:nvPr/>
        </p:nvSpPr>
        <p:spPr>
          <a:xfrm rot="2662360">
            <a:off x="8066022" y="3436057"/>
            <a:ext cx="682577" cy="465544"/>
          </a:xfrm>
          <a:custGeom>
            <a:avLst/>
            <a:gdLst/>
            <a:ahLst/>
            <a:cxnLst/>
            <a:rect l="l" t="t" r="r" b="b"/>
            <a:pathLst>
              <a:path w="9347" h="6375" extrusionOk="0">
                <a:moveTo>
                  <a:pt x="2305" y="0"/>
                </a:moveTo>
                <a:lnTo>
                  <a:pt x="7042" y="3317"/>
                </a:lnTo>
                <a:lnTo>
                  <a:pt x="9346" y="6159"/>
                </a:lnTo>
                <a:lnTo>
                  <a:pt x="9002" y="6375"/>
                </a:lnTo>
                <a:lnTo>
                  <a:pt x="6676" y="3963"/>
                </a:lnTo>
                <a:lnTo>
                  <a:pt x="3360" y="2025"/>
                </a:lnTo>
                <a:lnTo>
                  <a:pt x="3338" y="2025"/>
                </a:lnTo>
                <a:lnTo>
                  <a:pt x="3015" y="1831"/>
                </a:lnTo>
                <a:lnTo>
                  <a:pt x="1422" y="4566"/>
                </a:lnTo>
                <a:lnTo>
                  <a:pt x="1" y="3941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6" name="Google Shape;13756;p37">
            <a:extLst>
              <a:ext uri="{FF2B5EF4-FFF2-40B4-BE49-F238E27FC236}">
                <a16:creationId xmlns:a16="http://schemas.microsoft.com/office/drawing/2014/main" xmlns="" id="{433D59E8-BBB9-96D1-52B9-B22356C48A7F}"/>
              </a:ext>
            </a:extLst>
          </p:cNvPr>
          <p:cNvSpPr/>
          <p:nvPr/>
        </p:nvSpPr>
        <p:spPr>
          <a:xfrm rot="3535677">
            <a:off x="7748211" y="3249199"/>
            <a:ext cx="644823" cy="517466"/>
          </a:xfrm>
          <a:custGeom>
            <a:avLst/>
            <a:gdLst/>
            <a:ahLst/>
            <a:cxnLst/>
            <a:rect l="l" t="t" r="r" b="b"/>
            <a:pathLst>
              <a:path w="8830" h="7086" extrusionOk="0">
                <a:moveTo>
                  <a:pt x="1" y="3941"/>
                </a:moveTo>
                <a:lnTo>
                  <a:pt x="5212" y="6461"/>
                </a:lnTo>
                <a:lnTo>
                  <a:pt x="8808" y="7085"/>
                </a:lnTo>
                <a:lnTo>
                  <a:pt x="8830" y="6676"/>
                </a:lnTo>
                <a:lnTo>
                  <a:pt x="5600" y="5793"/>
                </a:lnTo>
                <a:lnTo>
                  <a:pt x="5277" y="5621"/>
                </a:lnTo>
                <a:lnTo>
                  <a:pt x="5277" y="5621"/>
                </a:lnTo>
                <a:lnTo>
                  <a:pt x="1960" y="3661"/>
                </a:lnTo>
                <a:lnTo>
                  <a:pt x="3554" y="926"/>
                </a:lnTo>
                <a:lnTo>
                  <a:pt x="2326" y="0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7" name="Google Shape;13757;p37">
            <a:extLst>
              <a:ext uri="{FF2B5EF4-FFF2-40B4-BE49-F238E27FC236}">
                <a16:creationId xmlns:a16="http://schemas.microsoft.com/office/drawing/2014/main" xmlns="" id="{3E8250D3-C355-9616-1997-CADCDF43D31D}"/>
              </a:ext>
            </a:extLst>
          </p:cNvPr>
          <p:cNvSpPr/>
          <p:nvPr/>
        </p:nvSpPr>
        <p:spPr>
          <a:xfrm rot="4748048">
            <a:off x="8187590" y="3073502"/>
            <a:ext cx="355492" cy="295685"/>
          </a:xfrm>
          <a:custGeom>
            <a:avLst/>
            <a:gdLst/>
            <a:ahLst/>
            <a:cxnLst/>
            <a:rect l="l" t="t" r="r" b="b"/>
            <a:pathLst>
              <a:path w="4868" h="4049" extrusionOk="0">
                <a:moveTo>
                  <a:pt x="3769" y="4049"/>
                </a:moveTo>
                <a:lnTo>
                  <a:pt x="4867" y="2175"/>
                </a:lnTo>
                <a:lnTo>
                  <a:pt x="1099" y="0"/>
                </a:lnTo>
                <a:lnTo>
                  <a:pt x="0" y="18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8" name="Google Shape;13758;p37">
            <a:extLst>
              <a:ext uri="{FF2B5EF4-FFF2-40B4-BE49-F238E27FC236}">
                <a16:creationId xmlns:a16="http://schemas.microsoft.com/office/drawing/2014/main" xmlns="" id="{8F907ABB-383E-0682-188A-08E746537621}"/>
              </a:ext>
            </a:extLst>
          </p:cNvPr>
          <p:cNvSpPr/>
          <p:nvPr/>
        </p:nvSpPr>
        <p:spPr>
          <a:xfrm rot="5386137">
            <a:off x="8218478" y="3008719"/>
            <a:ext cx="221781" cy="217035"/>
          </a:xfrm>
          <a:custGeom>
            <a:avLst/>
            <a:gdLst/>
            <a:ahLst/>
            <a:cxnLst/>
            <a:rect l="l" t="t" r="r" b="b"/>
            <a:pathLst>
              <a:path w="3037" h="2972" extrusionOk="0">
                <a:moveTo>
                  <a:pt x="3037" y="1120"/>
                </a:moveTo>
                <a:lnTo>
                  <a:pt x="1099" y="0"/>
                </a:lnTo>
                <a:lnTo>
                  <a:pt x="0" y="1895"/>
                </a:lnTo>
                <a:lnTo>
                  <a:pt x="1895" y="2972"/>
                </a:lnTo>
                <a:cubicBezTo>
                  <a:pt x="2520" y="2541"/>
                  <a:pt x="2929" y="1852"/>
                  <a:pt x="3037" y="1120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9" name="Google Shape;13759;p37">
            <a:extLst>
              <a:ext uri="{FF2B5EF4-FFF2-40B4-BE49-F238E27FC236}">
                <a16:creationId xmlns:a16="http://schemas.microsoft.com/office/drawing/2014/main" xmlns="" id="{08AD9EBF-B950-6CC3-E7E9-94DDCF4B8F86}"/>
              </a:ext>
            </a:extLst>
          </p:cNvPr>
          <p:cNvSpPr/>
          <p:nvPr/>
        </p:nvSpPr>
        <p:spPr>
          <a:xfrm rot="5075874">
            <a:off x="8159707" y="3164027"/>
            <a:ext cx="311458" cy="319272"/>
          </a:xfrm>
          <a:custGeom>
            <a:avLst/>
            <a:gdLst/>
            <a:ahLst/>
            <a:cxnLst/>
            <a:rect l="l" t="t" r="r" b="b"/>
            <a:pathLst>
              <a:path w="4265" h="4372" extrusionOk="0">
                <a:moveTo>
                  <a:pt x="3942" y="1637"/>
                </a:moveTo>
                <a:cubicBezTo>
                  <a:pt x="3446" y="151"/>
                  <a:pt x="1401" y="0"/>
                  <a:pt x="690" y="1400"/>
                </a:cubicBezTo>
                <a:cubicBezTo>
                  <a:pt x="1" y="2800"/>
                  <a:pt x="1336" y="4372"/>
                  <a:pt x="2843" y="3876"/>
                </a:cubicBezTo>
                <a:cubicBezTo>
                  <a:pt x="3748" y="3553"/>
                  <a:pt x="4265" y="2563"/>
                  <a:pt x="3942" y="16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0" name="Google Shape;13760;p37">
            <a:extLst>
              <a:ext uri="{FF2B5EF4-FFF2-40B4-BE49-F238E27FC236}">
                <a16:creationId xmlns:a16="http://schemas.microsoft.com/office/drawing/2014/main" xmlns="" id="{83C7445A-36ED-E69A-622F-8CCEF63CFB8D}"/>
              </a:ext>
            </a:extLst>
          </p:cNvPr>
          <p:cNvSpPr/>
          <p:nvPr/>
        </p:nvSpPr>
        <p:spPr>
          <a:xfrm rot="5075874">
            <a:off x="8164350" y="3227053"/>
            <a:ext cx="303644" cy="317739"/>
          </a:xfrm>
          <a:custGeom>
            <a:avLst/>
            <a:gdLst/>
            <a:ahLst/>
            <a:cxnLst/>
            <a:rect l="l" t="t" r="r" b="b"/>
            <a:pathLst>
              <a:path w="4158" h="4351" extrusionOk="0">
                <a:moveTo>
                  <a:pt x="3640" y="1422"/>
                </a:moveTo>
                <a:cubicBezTo>
                  <a:pt x="3511" y="1056"/>
                  <a:pt x="3274" y="754"/>
                  <a:pt x="2973" y="539"/>
                </a:cubicBezTo>
                <a:cubicBezTo>
                  <a:pt x="2154" y="1"/>
                  <a:pt x="1056" y="237"/>
                  <a:pt x="518" y="1056"/>
                </a:cubicBezTo>
                <a:cubicBezTo>
                  <a:pt x="1" y="1874"/>
                  <a:pt x="216" y="2972"/>
                  <a:pt x="1035" y="3489"/>
                </a:cubicBezTo>
                <a:cubicBezTo>
                  <a:pt x="2434" y="4351"/>
                  <a:pt x="4157" y="2994"/>
                  <a:pt x="3640" y="14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1" name="Google Shape;13761;p37">
            <a:extLst>
              <a:ext uri="{FF2B5EF4-FFF2-40B4-BE49-F238E27FC236}">
                <a16:creationId xmlns:a16="http://schemas.microsoft.com/office/drawing/2014/main" xmlns="" id="{B5515654-3122-E43B-090D-0F7B7C5AE0B2}"/>
              </a:ext>
            </a:extLst>
          </p:cNvPr>
          <p:cNvSpPr/>
          <p:nvPr/>
        </p:nvSpPr>
        <p:spPr>
          <a:xfrm rot="5386137">
            <a:off x="8572103" y="1759325"/>
            <a:ext cx="577201" cy="578809"/>
          </a:xfrm>
          <a:custGeom>
            <a:avLst/>
            <a:gdLst/>
            <a:ahLst/>
            <a:cxnLst/>
            <a:rect l="l" t="t" r="r" b="b"/>
            <a:pathLst>
              <a:path w="7904" h="7926" extrusionOk="0">
                <a:moveTo>
                  <a:pt x="3166" y="453"/>
                </a:moveTo>
                <a:cubicBezTo>
                  <a:pt x="5104" y="1"/>
                  <a:pt x="7042" y="1228"/>
                  <a:pt x="7472" y="3167"/>
                </a:cubicBezTo>
                <a:cubicBezTo>
                  <a:pt x="7903" y="5105"/>
                  <a:pt x="6697" y="7043"/>
                  <a:pt x="4759" y="7473"/>
                </a:cubicBezTo>
                <a:cubicBezTo>
                  <a:pt x="2800" y="7926"/>
                  <a:pt x="883" y="6698"/>
                  <a:pt x="452" y="4760"/>
                </a:cubicBezTo>
                <a:cubicBezTo>
                  <a:pt x="0" y="2822"/>
                  <a:pt x="1228" y="884"/>
                  <a:pt x="3166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2" name="Google Shape;13762;p37">
            <a:extLst>
              <a:ext uri="{FF2B5EF4-FFF2-40B4-BE49-F238E27FC236}">
                <a16:creationId xmlns:a16="http://schemas.microsoft.com/office/drawing/2014/main" xmlns="" id="{A8519047-E5C2-3473-4B49-3114F30D20C6}"/>
              </a:ext>
            </a:extLst>
          </p:cNvPr>
          <p:cNvSpPr/>
          <p:nvPr/>
        </p:nvSpPr>
        <p:spPr>
          <a:xfrm rot="5386137">
            <a:off x="8575102" y="1804557"/>
            <a:ext cx="547333" cy="520606"/>
          </a:xfrm>
          <a:custGeom>
            <a:avLst/>
            <a:gdLst/>
            <a:ahLst/>
            <a:cxnLst/>
            <a:rect l="l" t="t" r="r" b="b"/>
            <a:pathLst>
              <a:path w="7495" h="7129" extrusionOk="0">
                <a:moveTo>
                  <a:pt x="6224" y="969"/>
                </a:moveTo>
                <a:cubicBezTo>
                  <a:pt x="6633" y="1422"/>
                  <a:pt x="6913" y="1982"/>
                  <a:pt x="7063" y="2585"/>
                </a:cubicBezTo>
                <a:cubicBezTo>
                  <a:pt x="7494" y="4523"/>
                  <a:pt x="6267" y="6461"/>
                  <a:pt x="4329" y="6891"/>
                </a:cubicBezTo>
                <a:cubicBezTo>
                  <a:pt x="3252" y="7128"/>
                  <a:pt x="2132" y="6870"/>
                  <a:pt x="1271" y="6181"/>
                </a:cubicBezTo>
                <a:cubicBezTo>
                  <a:pt x="862" y="5707"/>
                  <a:pt x="560" y="5147"/>
                  <a:pt x="431" y="4566"/>
                </a:cubicBezTo>
                <a:cubicBezTo>
                  <a:pt x="0" y="2606"/>
                  <a:pt x="1206" y="690"/>
                  <a:pt x="3144" y="259"/>
                </a:cubicBezTo>
                <a:cubicBezTo>
                  <a:pt x="4221" y="0"/>
                  <a:pt x="5362" y="280"/>
                  <a:pt x="6224" y="9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3" name="Google Shape;13763;p37">
            <a:extLst>
              <a:ext uri="{FF2B5EF4-FFF2-40B4-BE49-F238E27FC236}">
                <a16:creationId xmlns:a16="http://schemas.microsoft.com/office/drawing/2014/main" xmlns="" id="{05E67685-941C-0811-C120-614438EBD34E}"/>
              </a:ext>
            </a:extLst>
          </p:cNvPr>
          <p:cNvSpPr/>
          <p:nvPr/>
        </p:nvSpPr>
        <p:spPr>
          <a:xfrm rot="5386137">
            <a:off x="8679783" y="1915706"/>
            <a:ext cx="333438" cy="333439"/>
          </a:xfrm>
          <a:custGeom>
            <a:avLst/>
            <a:gdLst/>
            <a:ahLst/>
            <a:cxnLst/>
            <a:rect l="l" t="t" r="r" b="b"/>
            <a:pathLst>
              <a:path w="4566" h="4566" extrusionOk="0">
                <a:moveTo>
                  <a:pt x="1831" y="259"/>
                </a:moveTo>
                <a:cubicBezTo>
                  <a:pt x="2951" y="1"/>
                  <a:pt x="4070" y="690"/>
                  <a:pt x="4329" y="1831"/>
                </a:cubicBezTo>
                <a:cubicBezTo>
                  <a:pt x="4566" y="2951"/>
                  <a:pt x="3877" y="4049"/>
                  <a:pt x="2735" y="4307"/>
                </a:cubicBezTo>
                <a:cubicBezTo>
                  <a:pt x="1615" y="4566"/>
                  <a:pt x="517" y="3855"/>
                  <a:pt x="259" y="2735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4" name="Google Shape;13764;p37">
            <a:extLst>
              <a:ext uri="{FF2B5EF4-FFF2-40B4-BE49-F238E27FC236}">
                <a16:creationId xmlns:a16="http://schemas.microsoft.com/office/drawing/2014/main" xmlns="" id="{957374AD-FAC7-6588-92F3-C7B5B078DD13}"/>
              </a:ext>
            </a:extLst>
          </p:cNvPr>
          <p:cNvSpPr/>
          <p:nvPr/>
        </p:nvSpPr>
        <p:spPr>
          <a:xfrm rot="5386137">
            <a:off x="8693212" y="1881978"/>
            <a:ext cx="334972" cy="333439"/>
          </a:xfrm>
          <a:custGeom>
            <a:avLst/>
            <a:gdLst/>
            <a:ahLst/>
            <a:cxnLst/>
            <a:rect l="l" t="t" r="r" b="b"/>
            <a:pathLst>
              <a:path w="4587" h="4566" extrusionOk="0">
                <a:moveTo>
                  <a:pt x="1831" y="259"/>
                </a:moveTo>
                <a:cubicBezTo>
                  <a:pt x="2950" y="1"/>
                  <a:pt x="4070" y="711"/>
                  <a:pt x="4329" y="1831"/>
                </a:cubicBezTo>
                <a:cubicBezTo>
                  <a:pt x="4587" y="2951"/>
                  <a:pt x="3876" y="4071"/>
                  <a:pt x="2757" y="4308"/>
                </a:cubicBezTo>
                <a:cubicBezTo>
                  <a:pt x="1637" y="4566"/>
                  <a:pt x="517" y="3855"/>
                  <a:pt x="259" y="2736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5" name="Google Shape;13765;p37">
            <a:extLst>
              <a:ext uri="{FF2B5EF4-FFF2-40B4-BE49-F238E27FC236}">
                <a16:creationId xmlns:a16="http://schemas.microsoft.com/office/drawing/2014/main" xmlns="" id="{46E6CF8A-3765-9AAC-6532-F85235AFE24C}"/>
              </a:ext>
            </a:extLst>
          </p:cNvPr>
          <p:cNvSpPr/>
          <p:nvPr/>
        </p:nvSpPr>
        <p:spPr>
          <a:xfrm rot="5386137">
            <a:off x="8702089" y="1924670"/>
            <a:ext cx="297217" cy="287871"/>
          </a:xfrm>
          <a:custGeom>
            <a:avLst/>
            <a:gdLst/>
            <a:ahLst/>
            <a:cxnLst/>
            <a:rect l="l" t="t" r="r" b="b"/>
            <a:pathLst>
              <a:path w="4070" h="3942" extrusionOk="0">
                <a:moveTo>
                  <a:pt x="3122" y="216"/>
                </a:moveTo>
                <a:cubicBezTo>
                  <a:pt x="3467" y="496"/>
                  <a:pt x="3725" y="905"/>
                  <a:pt x="3812" y="1357"/>
                </a:cubicBezTo>
                <a:cubicBezTo>
                  <a:pt x="4070" y="2477"/>
                  <a:pt x="3359" y="3597"/>
                  <a:pt x="2240" y="3834"/>
                </a:cubicBezTo>
                <a:cubicBezTo>
                  <a:pt x="1809" y="3941"/>
                  <a:pt x="1357" y="3898"/>
                  <a:pt x="948" y="3704"/>
                </a:cubicBezTo>
                <a:cubicBezTo>
                  <a:pt x="581" y="3403"/>
                  <a:pt x="345" y="3015"/>
                  <a:pt x="237" y="2563"/>
                </a:cubicBezTo>
                <a:cubicBezTo>
                  <a:pt x="0" y="1443"/>
                  <a:pt x="689" y="345"/>
                  <a:pt x="1809" y="87"/>
                </a:cubicBezTo>
                <a:cubicBezTo>
                  <a:pt x="2240" y="0"/>
                  <a:pt x="2713" y="43"/>
                  <a:pt x="3122" y="216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6" name="Google Shape;13766;p37">
            <a:extLst>
              <a:ext uri="{FF2B5EF4-FFF2-40B4-BE49-F238E27FC236}">
                <a16:creationId xmlns:a16="http://schemas.microsoft.com/office/drawing/2014/main" xmlns="" id="{DB74C540-93D2-31FE-87A0-181F00568759}"/>
              </a:ext>
            </a:extLst>
          </p:cNvPr>
          <p:cNvSpPr/>
          <p:nvPr/>
        </p:nvSpPr>
        <p:spPr>
          <a:xfrm rot="5386137">
            <a:off x="8721308" y="1920695"/>
            <a:ext cx="275237" cy="268956"/>
          </a:xfrm>
          <a:custGeom>
            <a:avLst/>
            <a:gdLst/>
            <a:ahLst/>
            <a:cxnLst/>
            <a:rect l="l" t="t" r="r" b="b"/>
            <a:pathLst>
              <a:path w="3769" h="3683" extrusionOk="0">
                <a:moveTo>
                  <a:pt x="754" y="3510"/>
                </a:moveTo>
                <a:cubicBezTo>
                  <a:pt x="496" y="3252"/>
                  <a:pt x="324" y="2929"/>
                  <a:pt x="259" y="2563"/>
                </a:cubicBezTo>
                <a:cubicBezTo>
                  <a:pt x="0" y="1443"/>
                  <a:pt x="711" y="345"/>
                  <a:pt x="1831" y="87"/>
                </a:cubicBezTo>
                <a:cubicBezTo>
                  <a:pt x="2240" y="0"/>
                  <a:pt x="2649" y="22"/>
                  <a:pt x="3037" y="173"/>
                </a:cubicBezTo>
                <a:cubicBezTo>
                  <a:pt x="3274" y="453"/>
                  <a:pt x="3446" y="776"/>
                  <a:pt x="3511" y="1120"/>
                </a:cubicBezTo>
                <a:cubicBezTo>
                  <a:pt x="3769" y="2240"/>
                  <a:pt x="3058" y="3338"/>
                  <a:pt x="1939" y="3597"/>
                </a:cubicBezTo>
                <a:cubicBezTo>
                  <a:pt x="1551" y="3683"/>
                  <a:pt x="1120" y="3640"/>
                  <a:pt x="754" y="3510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7" name="Google Shape;13767;p37">
            <a:extLst>
              <a:ext uri="{FF2B5EF4-FFF2-40B4-BE49-F238E27FC236}">
                <a16:creationId xmlns:a16="http://schemas.microsoft.com/office/drawing/2014/main" xmlns="" id="{18E4962C-29CE-89E5-26CE-0C2B863F65CA}"/>
              </a:ext>
            </a:extLst>
          </p:cNvPr>
          <p:cNvSpPr/>
          <p:nvPr/>
        </p:nvSpPr>
        <p:spPr>
          <a:xfrm rot="5386137">
            <a:off x="8281434" y="2706568"/>
            <a:ext cx="445169" cy="445096"/>
          </a:xfrm>
          <a:custGeom>
            <a:avLst/>
            <a:gdLst/>
            <a:ahLst/>
            <a:cxnLst/>
            <a:rect l="l" t="t" r="r" b="b"/>
            <a:pathLst>
              <a:path w="6096" h="6095" extrusionOk="0">
                <a:moveTo>
                  <a:pt x="2219" y="453"/>
                </a:moveTo>
                <a:cubicBezTo>
                  <a:pt x="3662" y="0"/>
                  <a:pt x="5191" y="797"/>
                  <a:pt x="5643" y="2219"/>
                </a:cubicBezTo>
                <a:cubicBezTo>
                  <a:pt x="6095" y="3661"/>
                  <a:pt x="5320" y="5190"/>
                  <a:pt x="3877" y="5642"/>
                </a:cubicBezTo>
                <a:cubicBezTo>
                  <a:pt x="2434" y="6095"/>
                  <a:pt x="905" y="5319"/>
                  <a:pt x="453" y="3877"/>
                </a:cubicBezTo>
                <a:cubicBezTo>
                  <a:pt x="1" y="2434"/>
                  <a:pt x="776" y="905"/>
                  <a:pt x="2219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8" name="Google Shape;13768;p37">
            <a:extLst>
              <a:ext uri="{FF2B5EF4-FFF2-40B4-BE49-F238E27FC236}">
                <a16:creationId xmlns:a16="http://schemas.microsoft.com/office/drawing/2014/main" xmlns="" id="{167D2F85-D531-A64A-DB2F-F3FB3E20E908}"/>
              </a:ext>
            </a:extLst>
          </p:cNvPr>
          <p:cNvSpPr/>
          <p:nvPr/>
        </p:nvSpPr>
        <p:spPr>
          <a:xfrm rot="5386137">
            <a:off x="8284959" y="2742784"/>
            <a:ext cx="421581" cy="397922"/>
          </a:xfrm>
          <a:custGeom>
            <a:avLst/>
            <a:gdLst/>
            <a:ahLst/>
            <a:cxnLst/>
            <a:rect l="l" t="t" r="r" b="b"/>
            <a:pathLst>
              <a:path w="5773" h="5449" extrusionOk="0">
                <a:moveTo>
                  <a:pt x="4588" y="604"/>
                </a:moveTo>
                <a:cubicBezTo>
                  <a:pt x="4932" y="927"/>
                  <a:pt x="5191" y="1336"/>
                  <a:pt x="5320" y="1767"/>
                </a:cubicBezTo>
                <a:cubicBezTo>
                  <a:pt x="5772" y="3209"/>
                  <a:pt x="4997" y="4738"/>
                  <a:pt x="3554" y="5190"/>
                </a:cubicBezTo>
                <a:cubicBezTo>
                  <a:pt x="2757" y="5449"/>
                  <a:pt x="1874" y="5320"/>
                  <a:pt x="1185" y="4846"/>
                </a:cubicBezTo>
                <a:cubicBezTo>
                  <a:pt x="841" y="4523"/>
                  <a:pt x="582" y="4114"/>
                  <a:pt x="453" y="3683"/>
                </a:cubicBezTo>
                <a:cubicBezTo>
                  <a:pt x="1" y="2240"/>
                  <a:pt x="798" y="711"/>
                  <a:pt x="2219" y="259"/>
                </a:cubicBezTo>
                <a:cubicBezTo>
                  <a:pt x="3016" y="1"/>
                  <a:pt x="3899" y="130"/>
                  <a:pt x="4588" y="60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9" name="Google Shape;13769;p37">
            <a:extLst>
              <a:ext uri="{FF2B5EF4-FFF2-40B4-BE49-F238E27FC236}">
                <a16:creationId xmlns:a16="http://schemas.microsoft.com/office/drawing/2014/main" xmlns="" id="{212BE81C-0D31-B82D-7A3B-48E3FB09D442}"/>
              </a:ext>
            </a:extLst>
          </p:cNvPr>
          <p:cNvSpPr/>
          <p:nvPr/>
        </p:nvSpPr>
        <p:spPr>
          <a:xfrm rot="5386137">
            <a:off x="8366518" y="2826233"/>
            <a:ext cx="258002" cy="259536"/>
          </a:xfrm>
          <a:custGeom>
            <a:avLst/>
            <a:gdLst/>
            <a:ahLst/>
            <a:cxnLst/>
            <a:rect l="l" t="t" r="r" b="b"/>
            <a:pathLst>
              <a:path w="3533" h="3554" extrusionOk="0">
                <a:moveTo>
                  <a:pt x="1292" y="281"/>
                </a:moveTo>
                <a:cubicBezTo>
                  <a:pt x="2111" y="1"/>
                  <a:pt x="2994" y="475"/>
                  <a:pt x="3274" y="1293"/>
                </a:cubicBezTo>
                <a:cubicBezTo>
                  <a:pt x="3532" y="2133"/>
                  <a:pt x="3080" y="3016"/>
                  <a:pt x="2240" y="3274"/>
                </a:cubicBezTo>
                <a:cubicBezTo>
                  <a:pt x="1400" y="3554"/>
                  <a:pt x="517" y="3080"/>
                  <a:pt x="259" y="2262"/>
                </a:cubicBezTo>
                <a:cubicBezTo>
                  <a:pt x="0" y="1422"/>
                  <a:pt x="453" y="539"/>
                  <a:pt x="1292" y="28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0" name="Google Shape;13770;p37">
            <a:extLst>
              <a:ext uri="{FF2B5EF4-FFF2-40B4-BE49-F238E27FC236}">
                <a16:creationId xmlns:a16="http://schemas.microsoft.com/office/drawing/2014/main" xmlns="" id="{A6AA696C-9FCD-02E1-D0E2-DB176BE7033F}"/>
              </a:ext>
            </a:extLst>
          </p:cNvPr>
          <p:cNvSpPr/>
          <p:nvPr/>
        </p:nvSpPr>
        <p:spPr>
          <a:xfrm rot="5386137">
            <a:off x="8373449" y="2800193"/>
            <a:ext cx="259535" cy="258003"/>
          </a:xfrm>
          <a:custGeom>
            <a:avLst/>
            <a:gdLst/>
            <a:ahLst/>
            <a:cxnLst/>
            <a:rect l="l" t="t" r="r" b="b"/>
            <a:pathLst>
              <a:path w="3554" h="3533" extrusionOk="0">
                <a:moveTo>
                  <a:pt x="1292" y="259"/>
                </a:moveTo>
                <a:cubicBezTo>
                  <a:pt x="2132" y="1"/>
                  <a:pt x="3015" y="453"/>
                  <a:pt x="3274" y="1271"/>
                </a:cubicBezTo>
                <a:cubicBezTo>
                  <a:pt x="3553" y="2111"/>
                  <a:pt x="3080" y="2994"/>
                  <a:pt x="2261" y="3252"/>
                </a:cubicBezTo>
                <a:cubicBezTo>
                  <a:pt x="1422" y="3532"/>
                  <a:pt x="539" y="3058"/>
                  <a:pt x="280" y="2240"/>
                </a:cubicBezTo>
                <a:cubicBezTo>
                  <a:pt x="0" y="1400"/>
                  <a:pt x="474" y="517"/>
                  <a:pt x="1292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1" name="Google Shape;13771;p37">
            <a:extLst>
              <a:ext uri="{FF2B5EF4-FFF2-40B4-BE49-F238E27FC236}">
                <a16:creationId xmlns:a16="http://schemas.microsoft.com/office/drawing/2014/main" xmlns="" id="{4585F797-7355-4639-1347-0FFF074A67EC}"/>
              </a:ext>
            </a:extLst>
          </p:cNvPr>
          <p:cNvSpPr/>
          <p:nvPr/>
        </p:nvSpPr>
        <p:spPr>
          <a:xfrm rot="5386137">
            <a:off x="8382657" y="2833767"/>
            <a:ext cx="231275" cy="220175"/>
          </a:xfrm>
          <a:custGeom>
            <a:avLst/>
            <a:gdLst/>
            <a:ahLst/>
            <a:cxnLst/>
            <a:rect l="l" t="t" r="r" b="b"/>
            <a:pathLst>
              <a:path w="3167" h="3015" extrusionOk="0">
                <a:moveTo>
                  <a:pt x="2305" y="129"/>
                </a:moveTo>
                <a:cubicBezTo>
                  <a:pt x="2585" y="323"/>
                  <a:pt x="2779" y="603"/>
                  <a:pt x="2887" y="926"/>
                </a:cubicBezTo>
                <a:cubicBezTo>
                  <a:pt x="3166" y="1766"/>
                  <a:pt x="2693" y="2649"/>
                  <a:pt x="1874" y="2907"/>
                </a:cubicBezTo>
                <a:cubicBezTo>
                  <a:pt x="1551" y="3015"/>
                  <a:pt x="1185" y="3015"/>
                  <a:pt x="862" y="2907"/>
                </a:cubicBezTo>
                <a:cubicBezTo>
                  <a:pt x="582" y="2692"/>
                  <a:pt x="389" y="2412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616" y="0"/>
                  <a:pt x="1982" y="0"/>
                  <a:pt x="2305" y="129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2" name="Google Shape;13772;p37">
            <a:extLst>
              <a:ext uri="{FF2B5EF4-FFF2-40B4-BE49-F238E27FC236}">
                <a16:creationId xmlns:a16="http://schemas.microsoft.com/office/drawing/2014/main" xmlns="" id="{72A84AF1-FEB1-00FD-D34C-30339E92F960}"/>
              </a:ext>
            </a:extLst>
          </p:cNvPr>
          <p:cNvSpPr/>
          <p:nvPr/>
        </p:nvSpPr>
        <p:spPr>
          <a:xfrm rot="5386137">
            <a:off x="8397444" y="2830077"/>
            <a:ext cx="212434" cy="207614"/>
          </a:xfrm>
          <a:custGeom>
            <a:avLst/>
            <a:gdLst/>
            <a:ahLst/>
            <a:cxnLst/>
            <a:rect l="l" t="t" r="r" b="b"/>
            <a:pathLst>
              <a:path w="2909" h="2843" extrusionOk="0">
                <a:moveTo>
                  <a:pt x="712" y="2778"/>
                </a:moveTo>
                <a:cubicBezTo>
                  <a:pt x="496" y="2584"/>
                  <a:pt x="367" y="2347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594" y="22"/>
                  <a:pt x="1918" y="0"/>
                  <a:pt x="2219" y="86"/>
                </a:cubicBezTo>
                <a:cubicBezTo>
                  <a:pt x="2413" y="280"/>
                  <a:pt x="2564" y="517"/>
                  <a:pt x="2650" y="775"/>
                </a:cubicBezTo>
                <a:cubicBezTo>
                  <a:pt x="2908" y="1615"/>
                  <a:pt x="2456" y="2498"/>
                  <a:pt x="1616" y="2756"/>
                </a:cubicBezTo>
                <a:cubicBezTo>
                  <a:pt x="1315" y="2843"/>
                  <a:pt x="1013" y="2843"/>
                  <a:pt x="712" y="2756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3" name="Google Shape;13773;p37">
            <a:extLst>
              <a:ext uri="{FF2B5EF4-FFF2-40B4-BE49-F238E27FC236}">
                <a16:creationId xmlns:a16="http://schemas.microsoft.com/office/drawing/2014/main" xmlns="" id="{06593C76-93C7-B2AF-C4AE-3D3B13173FC9}"/>
              </a:ext>
            </a:extLst>
          </p:cNvPr>
          <p:cNvSpPr/>
          <p:nvPr/>
        </p:nvSpPr>
        <p:spPr>
          <a:xfrm rot="5075874">
            <a:off x="8215101" y="3251548"/>
            <a:ext cx="180960" cy="185634"/>
          </a:xfrm>
          <a:custGeom>
            <a:avLst/>
            <a:gdLst/>
            <a:ahLst/>
            <a:cxnLst/>
            <a:rect l="l" t="t" r="r" b="b"/>
            <a:pathLst>
              <a:path w="2478" h="2542" extrusionOk="0">
                <a:moveTo>
                  <a:pt x="2305" y="948"/>
                </a:moveTo>
                <a:cubicBezTo>
                  <a:pt x="2003" y="87"/>
                  <a:pt x="819" y="1"/>
                  <a:pt x="410" y="819"/>
                </a:cubicBezTo>
                <a:cubicBezTo>
                  <a:pt x="1" y="1638"/>
                  <a:pt x="776" y="2542"/>
                  <a:pt x="1659" y="2241"/>
                </a:cubicBezTo>
                <a:cubicBezTo>
                  <a:pt x="2197" y="2068"/>
                  <a:pt x="2477" y="1487"/>
                  <a:pt x="2305" y="948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4" name="Google Shape;13774;p37">
            <a:extLst>
              <a:ext uri="{FF2B5EF4-FFF2-40B4-BE49-F238E27FC236}">
                <a16:creationId xmlns:a16="http://schemas.microsoft.com/office/drawing/2014/main" xmlns="" id="{02F5B800-6F9A-543A-3D71-9E9C6977066A}"/>
              </a:ext>
            </a:extLst>
          </p:cNvPr>
          <p:cNvSpPr/>
          <p:nvPr/>
        </p:nvSpPr>
        <p:spPr>
          <a:xfrm rot="5075874">
            <a:off x="8225361" y="3311201"/>
            <a:ext cx="180886" cy="184026"/>
          </a:xfrm>
          <a:custGeom>
            <a:avLst/>
            <a:gdLst/>
            <a:ahLst/>
            <a:cxnLst/>
            <a:rect l="l" t="t" r="r" b="b"/>
            <a:pathLst>
              <a:path w="2477" h="2520" extrusionOk="0">
                <a:moveTo>
                  <a:pt x="2305" y="948"/>
                </a:moveTo>
                <a:cubicBezTo>
                  <a:pt x="2003" y="86"/>
                  <a:pt x="819" y="0"/>
                  <a:pt x="410" y="797"/>
                </a:cubicBezTo>
                <a:cubicBezTo>
                  <a:pt x="0" y="1615"/>
                  <a:pt x="776" y="2520"/>
                  <a:pt x="1659" y="2240"/>
                </a:cubicBezTo>
                <a:cubicBezTo>
                  <a:pt x="2175" y="2068"/>
                  <a:pt x="2477" y="1486"/>
                  <a:pt x="2305" y="9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5" name="Google Shape;13775;p37">
            <a:extLst>
              <a:ext uri="{FF2B5EF4-FFF2-40B4-BE49-F238E27FC236}">
                <a16:creationId xmlns:a16="http://schemas.microsoft.com/office/drawing/2014/main" xmlns="" id="{9D058D31-ACA5-CCEA-53E8-82E6312A6BE5}"/>
              </a:ext>
            </a:extLst>
          </p:cNvPr>
          <p:cNvSpPr/>
          <p:nvPr/>
        </p:nvSpPr>
        <p:spPr>
          <a:xfrm rot="5075874">
            <a:off x="8190483" y="3726474"/>
            <a:ext cx="431001" cy="449770"/>
          </a:xfrm>
          <a:custGeom>
            <a:avLst/>
            <a:gdLst/>
            <a:ahLst/>
            <a:cxnLst/>
            <a:rect l="l" t="t" r="r" b="b"/>
            <a:pathLst>
              <a:path w="5902" h="6159" extrusionOk="0">
                <a:moveTo>
                  <a:pt x="4092" y="5276"/>
                </a:moveTo>
                <a:cubicBezTo>
                  <a:pt x="2068" y="6159"/>
                  <a:pt x="1" y="4178"/>
                  <a:pt x="798" y="2110"/>
                </a:cubicBezTo>
                <a:cubicBezTo>
                  <a:pt x="1573" y="65"/>
                  <a:pt x="4458" y="0"/>
                  <a:pt x="5363" y="2003"/>
                </a:cubicBezTo>
                <a:cubicBezTo>
                  <a:pt x="5901" y="3252"/>
                  <a:pt x="5341" y="4716"/>
                  <a:pt x="4092" y="52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6" name="Google Shape;13776;p37">
            <a:extLst>
              <a:ext uri="{FF2B5EF4-FFF2-40B4-BE49-F238E27FC236}">
                <a16:creationId xmlns:a16="http://schemas.microsoft.com/office/drawing/2014/main" xmlns="" id="{44E92093-497A-EE7D-D1EB-CB35D688C1D1}"/>
              </a:ext>
            </a:extLst>
          </p:cNvPr>
          <p:cNvSpPr/>
          <p:nvPr/>
        </p:nvSpPr>
        <p:spPr>
          <a:xfrm rot="5075874">
            <a:off x="8249490" y="3780449"/>
            <a:ext cx="312991" cy="325553"/>
          </a:xfrm>
          <a:custGeom>
            <a:avLst/>
            <a:gdLst/>
            <a:ahLst/>
            <a:cxnLst/>
            <a:rect l="l" t="t" r="r" b="b"/>
            <a:pathLst>
              <a:path w="4286" h="4458" extrusionOk="0">
                <a:moveTo>
                  <a:pt x="2972" y="3812"/>
                </a:moveTo>
                <a:cubicBezTo>
                  <a:pt x="1530" y="4458"/>
                  <a:pt x="1" y="3015"/>
                  <a:pt x="582" y="1529"/>
                </a:cubicBezTo>
                <a:cubicBezTo>
                  <a:pt x="1163" y="43"/>
                  <a:pt x="3252" y="0"/>
                  <a:pt x="3898" y="1465"/>
                </a:cubicBezTo>
                <a:cubicBezTo>
                  <a:pt x="4286" y="2369"/>
                  <a:pt x="3877" y="3424"/>
                  <a:pt x="2972" y="38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77" name="Google Shape;13777;p37">
            <a:extLst>
              <a:ext uri="{FF2B5EF4-FFF2-40B4-BE49-F238E27FC236}">
                <a16:creationId xmlns:a16="http://schemas.microsoft.com/office/drawing/2014/main" xmlns="" id="{4704EEA3-2712-F453-672E-96FB69CF0AAE}"/>
              </a:ext>
            </a:extLst>
          </p:cNvPr>
          <p:cNvSpPr/>
          <p:nvPr/>
        </p:nvSpPr>
        <p:spPr>
          <a:xfrm rot="5400000">
            <a:off x="8271195" y="3792930"/>
            <a:ext cx="335045" cy="311459"/>
          </a:xfrm>
          <a:custGeom>
            <a:avLst/>
            <a:gdLst/>
            <a:ahLst/>
            <a:cxnLst/>
            <a:rect l="l" t="t" r="r" b="b"/>
            <a:pathLst>
              <a:path w="4588" h="4265" extrusionOk="0">
                <a:moveTo>
                  <a:pt x="3144" y="4006"/>
                </a:moveTo>
                <a:cubicBezTo>
                  <a:pt x="2584" y="4264"/>
                  <a:pt x="1938" y="4200"/>
                  <a:pt x="1422" y="3855"/>
                </a:cubicBezTo>
                <a:cubicBezTo>
                  <a:pt x="0" y="2305"/>
                  <a:pt x="1960" y="1"/>
                  <a:pt x="3726" y="1142"/>
                </a:cubicBezTo>
                <a:cubicBezTo>
                  <a:pt x="4587" y="2046"/>
                  <a:pt x="4286" y="3532"/>
                  <a:pt x="3144" y="4027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8" name="Google Shape;13778;p37">
            <a:extLst>
              <a:ext uri="{FF2B5EF4-FFF2-40B4-BE49-F238E27FC236}">
                <a16:creationId xmlns:a16="http://schemas.microsoft.com/office/drawing/2014/main" xmlns="" id="{38E2EA5E-F9B7-B8F8-3327-D2AB9A6B8E47}"/>
              </a:ext>
            </a:extLst>
          </p:cNvPr>
          <p:cNvSpPr/>
          <p:nvPr/>
        </p:nvSpPr>
        <p:spPr>
          <a:xfrm rot="5075874">
            <a:off x="8311256" y="3903568"/>
            <a:ext cx="176213" cy="201408"/>
          </a:xfrm>
          <a:custGeom>
            <a:avLst/>
            <a:gdLst/>
            <a:ahLst/>
            <a:cxnLst/>
            <a:rect l="l" t="t" r="r" b="b"/>
            <a:pathLst>
              <a:path w="2413" h="2758" extrusionOk="0">
                <a:moveTo>
                  <a:pt x="2176" y="1271"/>
                </a:moveTo>
                <a:cubicBezTo>
                  <a:pt x="2046" y="2327"/>
                  <a:pt x="754" y="2757"/>
                  <a:pt x="1" y="2004"/>
                </a:cubicBezTo>
                <a:cubicBezTo>
                  <a:pt x="151" y="2090"/>
                  <a:pt x="324" y="2133"/>
                  <a:pt x="496" y="2154"/>
                </a:cubicBezTo>
                <a:cubicBezTo>
                  <a:pt x="1702" y="2327"/>
                  <a:pt x="2412" y="862"/>
                  <a:pt x="1573" y="1"/>
                </a:cubicBezTo>
                <a:cubicBezTo>
                  <a:pt x="2003" y="259"/>
                  <a:pt x="2240" y="755"/>
                  <a:pt x="2176" y="1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894801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5">
          <a:extLst>
            <a:ext uri="{FF2B5EF4-FFF2-40B4-BE49-F238E27FC236}">
              <a16:creationId xmlns:a16="http://schemas.microsoft.com/office/drawing/2014/main" xmlns="" id="{9C3349B4-AE7A-B441-DDF5-3C3B17F4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14002B6B-E190-1998-7CC3-8D7B12EC766E}"/>
              </a:ext>
            </a:extLst>
          </p:cNvPr>
          <p:cNvSpPr/>
          <p:nvPr/>
        </p:nvSpPr>
        <p:spPr>
          <a:xfrm rot="4458825">
            <a:off x="7334116" y="618065"/>
            <a:ext cx="2469608" cy="383831"/>
          </a:xfrm>
          <a:prstGeom prst="rect">
            <a:avLst/>
          </a:prstGeom>
          <a:solidFill>
            <a:srgbClr val="0AA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26" name="Google Shape;13726;p37">
            <a:extLst>
              <a:ext uri="{FF2B5EF4-FFF2-40B4-BE49-F238E27FC236}">
                <a16:creationId xmlns:a16="http://schemas.microsoft.com/office/drawing/2014/main" xmlns="" id="{755C6C82-A6BC-EA3A-3124-FCA9DBEAFB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Pick-and-Place control algorithm</a:t>
            </a:r>
            <a:endParaRPr sz="3200" dirty="0"/>
          </a:p>
        </p:txBody>
      </p:sp>
      <p:sp>
        <p:nvSpPr>
          <p:cNvPr id="13727" name="Google Shape;13727;p37">
            <a:extLst>
              <a:ext uri="{FF2B5EF4-FFF2-40B4-BE49-F238E27FC236}">
                <a16:creationId xmlns:a16="http://schemas.microsoft.com/office/drawing/2014/main" xmlns="" id="{7BDEEDD5-909C-823D-0F5A-26F43E0B48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873" y="1755202"/>
            <a:ext cx="7692407" cy="24226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Tool Selection and Grasp Logic</a:t>
            </a:r>
            <a:endParaRPr lang="ar-SA" sz="1600" dirty="0"/>
          </a:p>
          <a:p>
            <a:endParaRPr lang="en-US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Tool selection depends on object properties</a:t>
            </a:r>
          </a:p>
          <a:p>
            <a:pPr marL="139700" indent="0"/>
            <a:r>
              <a:rPr lang="en-US" sz="1600" dirty="0"/>
              <a:t>Examples:</a:t>
            </a:r>
          </a:p>
          <a:p>
            <a:pPr marL="596900" lvl="1" indent="0"/>
            <a:r>
              <a:rPr lang="en-US" b="1" dirty="0">
                <a:latin typeface="Michroma" panose="020B0604020202020204" charset="0"/>
              </a:rPr>
              <a:t>Gripper → regular objects</a:t>
            </a:r>
          </a:p>
          <a:p>
            <a:pPr marL="596900" lvl="1" indent="0"/>
            <a:r>
              <a:rPr lang="en-US" b="1" dirty="0">
                <a:latin typeface="Michroma" panose="020B0604020202020204" charset="0"/>
              </a:rPr>
              <a:t>Vacuum pump → flat, smooth surfaces</a:t>
            </a:r>
          </a:p>
          <a:p>
            <a:pPr marL="596900" lvl="1" indent="0"/>
            <a:r>
              <a:rPr lang="en-US" b="1" dirty="0">
                <a:latin typeface="Michroma" panose="020B0604020202020204" charset="0"/>
              </a:rPr>
              <a:t>Electromagnet → metallic objects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Grasp strategy is chosen automatically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Robot executes grasp based on selected tool</a:t>
            </a:r>
          </a:p>
        </p:txBody>
      </p:sp>
      <p:grpSp>
        <p:nvGrpSpPr>
          <p:cNvPr id="13733" name="Google Shape;13733;p37">
            <a:extLst>
              <a:ext uri="{FF2B5EF4-FFF2-40B4-BE49-F238E27FC236}">
                <a16:creationId xmlns:a16="http://schemas.microsoft.com/office/drawing/2014/main" xmlns="" id="{40F93287-4DAF-0491-C6EA-F7FDEBD52102}"/>
              </a:ext>
            </a:extLst>
          </p:cNvPr>
          <p:cNvGrpSpPr/>
          <p:nvPr/>
        </p:nvGrpSpPr>
        <p:grpSpPr>
          <a:xfrm>
            <a:off x="3884255" y="4521513"/>
            <a:ext cx="300558" cy="283271"/>
            <a:chOff x="3884255" y="4521513"/>
            <a:chExt cx="300558" cy="283271"/>
          </a:xfrm>
        </p:grpSpPr>
        <p:sp>
          <p:nvSpPr>
            <p:cNvPr id="13734" name="Google Shape;13734;p37">
              <a:extLst>
                <a:ext uri="{FF2B5EF4-FFF2-40B4-BE49-F238E27FC236}">
                  <a16:creationId xmlns:a16="http://schemas.microsoft.com/office/drawing/2014/main" xmlns="" id="{FAEB5AEF-0F7D-A190-9712-26F58664BD31}"/>
                </a:ext>
              </a:extLst>
            </p:cNvPr>
            <p:cNvSpPr/>
            <p:nvPr/>
          </p:nvSpPr>
          <p:spPr>
            <a:xfrm>
              <a:off x="3884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37">
              <a:extLst>
                <a:ext uri="{FF2B5EF4-FFF2-40B4-BE49-F238E27FC236}">
                  <a16:creationId xmlns:a16="http://schemas.microsoft.com/office/drawing/2014/main" xmlns="" id="{543BFE43-2853-A43E-F88C-A28EE4B26D28}"/>
                </a:ext>
              </a:extLst>
            </p:cNvPr>
            <p:cNvSpPr/>
            <p:nvPr/>
          </p:nvSpPr>
          <p:spPr>
            <a:xfrm>
              <a:off x="3941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37">
              <a:extLst>
                <a:ext uri="{FF2B5EF4-FFF2-40B4-BE49-F238E27FC236}">
                  <a16:creationId xmlns:a16="http://schemas.microsoft.com/office/drawing/2014/main" xmlns="" id="{D08A06CB-76FD-B576-C55E-1A86FFFFCFBC}"/>
                </a:ext>
              </a:extLst>
            </p:cNvPr>
            <p:cNvSpPr/>
            <p:nvPr/>
          </p:nvSpPr>
          <p:spPr>
            <a:xfrm>
              <a:off x="394784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37">
              <a:extLst>
                <a:ext uri="{FF2B5EF4-FFF2-40B4-BE49-F238E27FC236}">
                  <a16:creationId xmlns:a16="http://schemas.microsoft.com/office/drawing/2014/main" xmlns="" id="{146662F1-72FA-D050-D0FA-50A6E8750CFE}"/>
                </a:ext>
              </a:extLst>
            </p:cNvPr>
            <p:cNvSpPr/>
            <p:nvPr/>
          </p:nvSpPr>
          <p:spPr>
            <a:xfrm>
              <a:off x="3976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8" name="Google Shape;13738;p37">
            <a:extLst>
              <a:ext uri="{FF2B5EF4-FFF2-40B4-BE49-F238E27FC236}">
                <a16:creationId xmlns:a16="http://schemas.microsoft.com/office/drawing/2014/main" xmlns="" id="{B360BBE7-8F2F-15D5-86B6-CA0BA8A27D28}"/>
              </a:ext>
            </a:extLst>
          </p:cNvPr>
          <p:cNvGrpSpPr/>
          <p:nvPr/>
        </p:nvGrpSpPr>
        <p:grpSpPr>
          <a:xfrm>
            <a:off x="4415919" y="4475313"/>
            <a:ext cx="156092" cy="306422"/>
            <a:chOff x="474406" y="2974600"/>
            <a:chExt cx="106759" cy="209577"/>
          </a:xfrm>
        </p:grpSpPr>
        <p:sp>
          <p:nvSpPr>
            <p:cNvPr id="13739" name="Google Shape;13739;p37">
              <a:extLst>
                <a:ext uri="{FF2B5EF4-FFF2-40B4-BE49-F238E27FC236}">
                  <a16:creationId xmlns:a16="http://schemas.microsoft.com/office/drawing/2014/main" xmlns="" id="{74374E1E-8EEB-2DA6-5938-9D2589EB8F2B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37">
              <a:extLst>
                <a:ext uri="{FF2B5EF4-FFF2-40B4-BE49-F238E27FC236}">
                  <a16:creationId xmlns:a16="http://schemas.microsoft.com/office/drawing/2014/main" xmlns="" id="{38984E66-9A51-20D2-5A4F-D31B30748AD0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37">
              <a:extLst>
                <a:ext uri="{FF2B5EF4-FFF2-40B4-BE49-F238E27FC236}">
                  <a16:creationId xmlns:a16="http://schemas.microsoft.com/office/drawing/2014/main" xmlns="" id="{91726AD7-C8A5-3D36-7825-C118E43D3A1C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37">
              <a:extLst>
                <a:ext uri="{FF2B5EF4-FFF2-40B4-BE49-F238E27FC236}">
                  <a16:creationId xmlns:a16="http://schemas.microsoft.com/office/drawing/2014/main" xmlns="" id="{ADBF1142-D706-8B12-8B66-A598769153ED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37">
            <a:extLst>
              <a:ext uri="{FF2B5EF4-FFF2-40B4-BE49-F238E27FC236}">
                <a16:creationId xmlns:a16="http://schemas.microsoft.com/office/drawing/2014/main" xmlns="" id="{1EDBC1B3-64EA-F69A-A1E6-E21ACCBBFD74}"/>
              </a:ext>
            </a:extLst>
          </p:cNvPr>
          <p:cNvGrpSpPr/>
          <p:nvPr/>
        </p:nvGrpSpPr>
        <p:grpSpPr>
          <a:xfrm>
            <a:off x="7187429" y="4388338"/>
            <a:ext cx="230087" cy="393387"/>
            <a:chOff x="1267792" y="5309150"/>
            <a:chExt cx="230087" cy="393387"/>
          </a:xfrm>
        </p:grpSpPr>
        <p:sp>
          <p:nvSpPr>
            <p:cNvPr id="13744" name="Google Shape;13744;p37">
              <a:extLst>
                <a:ext uri="{FF2B5EF4-FFF2-40B4-BE49-F238E27FC236}">
                  <a16:creationId xmlns:a16="http://schemas.microsoft.com/office/drawing/2014/main" xmlns="" id="{83ED6A5A-F728-6D83-90F6-FD87620B4FAB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37">
              <a:extLst>
                <a:ext uri="{FF2B5EF4-FFF2-40B4-BE49-F238E27FC236}">
                  <a16:creationId xmlns:a16="http://schemas.microsoft.com/office/drawing/2014/main" xmlns="" id="{C5187D9D-65CC-FD72-8581-C2E555F1A0E1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37">
              <a:extLst>
                <a:ext uri="{FF2B5EF4-FFF2-40B4-BE49-F238E27FC236}">
                  <a16:creationId xmlns:a16="http://schemas.microsoft.com/office/drawing/2014/main" xmlns="" id="{3DDF9874-C541-0BD2-BD88-53BBF6C94C56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50" name="Google Shape;13750;p37">
            <a:extLst>
              <a:ext uri="{FF2B5EF4-FFF2-40B4-BE49-F238E27FC236}">
                <a16:creationId xmlns:a16="http://schemas.microsoft.com/office/drawing/2014/main" xmlns="" id="{676F7BE2-58B3-F1B6-EDDE-8C62C6CB65C9}"/>
              </a:ext>
            </a:extLst>
          </p:cNvPr>
          <p:cNvSpPr/>
          <p:nvPr/>
        </p:nvSpPr>
        <p:spPr>
          <a:xfrm rot="7590853">
            <a:off x="8295469" y="984913"/>
            <a:ext cx="937298" cy="1069474"/>
          </a:xfrm>
          <a:custGeom>
            <a:avLst/>
            <a:gdLst/>
            <a:ahLst/>
            <a:cxnLst/>
            <a:rect l="l" t="t" r="r" b="b"/>
            <a:pathLst>
              <a:path w="12835" h="14645" extrusionOk="0">
                <a:moveTo>
                  <a:pt x="12835" y="2930"/>
                </a:moveTo>
                <a:lnTo>
                  <a:pt x="9131" y="1"/>
                </a:lnTo>
                <a:lnTo>
                  <a:pt x="0" y="11716"/>
                </a:lnTo>
                <a:lnTo>
                  <a:pt x="3726" y="14644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1" name="Google Shape;13751;p37">
            <a:extLst>
              <a:ext uri="{FF2B5EF4-FFF2-40B4-BE49-F238E27FC236}">
                <a16:creationId xmlns:a16="http://schemas.microsoft.com/office/drawing/2014/main" xmlns="" id="{1AEC7676-688F-8763-1B03-724C7DC77670}"/>
              </a:ext>
            </a:extLst>
          </p:cNvPr>
          <p:cNvSpPr/>
          <p:nvPr/>
        </p:nvSpPr>
        <p:spPr>
          <a:xfrm rot="4916832">
            <a:off x="8254493" y="2126040"/>
            <a:ext cx="896472" cy="713980"/>
          </a:xfrm>
          <a:custGeom>
            <a:avLst/>
            <a:gdLst/>
            <a:ahLst/>
            <a:cxnLst/>
            <a:rect l="l" t="t" r="r" b="b"/>
            <a:pathLst>
              <a:path w="12276" h="9777" extrusionOk="0">
                <a:moveTo>
                  <a:pt x="9820" y="9777"/>
                </a:moveTo>
                <a:lnTo>
                  <a:pt x="12275" y="5362"/>
                </a:lnTo>
                <a:lnTo>
                  <a:pt x="2456" y="0"/>
                </a:lnTo>
                <a:lnTo>
                  <a:pt x="1" y="44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2" name="Google Shape;13752;p37">
            <a:extLst>
              <a:ext uri="{FF2B5EF4-FFF2-40B4-BE49-F238E27FC236}">
                <a16:creationId xmlns:a16="http://schemas.microsoft.com/office/drawing/2014/main" xmlns="" id="{8F608923-DE33-A9AA-F235-6D2F680436B6}"/>
              </a:ext>
            </a:extLst>
          </p:cNvPr>
          <p:cNvSpPr/>
          <p:nvPr/>
        </p:nvSpPr>
        <p:spPr>
          <a:xfrm rot="4925353">
            <a:off x="8262978" y="2245872"/>
            <a:ext cx="864924" cy="671552"/>
          </a:xfrm>
          <a:custGeom>
            <a:avLst/>
            <a:gdLst/>
            <a:ahLst/>
            <a:cxnLst/>
            <a:rect l="l" t="t" r="r" b="b"/>
            <a:pathLst>
              <a:path w="11844" h="9196" extrusionOk="0">
                <a:moveTo>
                  <a:pt x="11844" y="5534"/>
                </a:moveTo>
                <a:lnTo>
                  <a:pt x="2132" y="0"/>
                </a:lnTo>
                <a:lnTo>
                  <a:pt x="0" y="3661"/>
                </a:lnTo>
                <a:lnTo>
                  <a:pt x="9712" y="9195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3" name="Google Shape;13753;p37">
            <a:extLst>
              <a:ext uri="{FF2B5EF4-FFF2-40B4-BE49-F238E27FC236}">
                <a16:creationId xmlns:a16="http://schemas.microsoft.com/office/drawing/2014/main" xmlns="" id="{1A75DB11-CF89-2035-A420-A5D9B566F1D6}"/>
              </a:ext>
            </a:extLst>
          </p:cNvPr>
          <p:cNvSpPr/>
          <p:nvPr/>
        </p:nvSpPr>
        <p:spPr>
          <a:xfrm rot="1282058">
            <a:off x="8223662" y="3247833"/>
            <a:ext cx="709305" cy="498552"/>
          </a:xfrm>
          <a:custGeom>
            <a:avLst/>
            <a:gdLst/>
            <a:ahLst/>
            <a:cxnLst/>
            <a:rect l="l" t="t" r="r" b="b"/>
            <a:pathLst>
              <a:path w="9713" h="6827" extrusionOk="0">
                <a:moveTo>
                  <a:pt x="0" y="4005"/>
                </a:moveTo>
                <a:lnTo>
                  <a:pt x="2369" y="0"/>
                </a:lnTo>
                <a:lnTo>
                  <a:pt x="7408" y="3532"/>
                </a:lnTo>
                <a:lnTo>
                  <a:pt x="9712" y="6374"/>
                </a:lnTo>
                <a:lnTo>
                  <a:pt x="9002" y="6826"/>
                </a:lnTo>
                <a:lnTo>
                  <a:pt x="6698" y="4005"/>
                </a:lnTo>
                <a:lnTo>
                  <a:pt x="3381" y="2046"/>
                </a:lnTo>
                <a:lnTo>
                  <a:pt x="1788" y="4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4" name="Google Shape;13754;p37">
            <a:extLst>
              <a:ext uri="{FF2B5EF4-FFF2-40B4-BE49-F238E27FC236}">
                <a16:creationId xmlns:a16="http://schemas.microsoft.com/office/drawing/2014/main" xmlns="" id="{FE9C1C83-5634-FABC-55E1-1FFDB099D1DD}"/>
              </a:ext>
            </a:extLst>
          </p:cNvPr>
          <p:cNvSpPr/>
          <p:nvPr/>
        </p:nvSpPr>
        <p:spPr>
          <a:xfrm rot="4281003">
            <a:off x="7897638" y="3327395"/>
            <a:ext cx="677831" cy="534773"/>
          </a:xfrm>
          <a:custGeom>
            <a:avLst/>
            <a:gdLst/>
            <a:ahLst/>
            <a:cxnLst/>
            <a:rect l="l" t="t" r="r" b="b"/>
            <a:pathLst>
              <a:path w="9282" h="7323" extrusionOk="0">
                <a:moveTo>
                  <a:pt x="2347" y="0"/>
                </a:moveTo>
                <a:lnTo>
                  <a:pt x="0" y="4006"/>
                </a:lnTo>
                <a:lnTo>
                  <a:pt x="5556" y="6698"/>
                </a:lnTo>
                <a:lnTo>
                  <a:pt x="9152" y="7322"/>
                </a:lnTo>
                <a:lnTo>
                  <a:pt x="9281" y="6396"/>
                </a:lnTo>
                <a:lnTo>
                  <a:pt x="5621" y="5858"/>
                </a:lnTo>
                <a:lnTo>
                  <a:pt x="2304" y="3898"/>
                </a:lnTo>
                <a:lnTo>
                  <a:pt x="3898" y="11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5" name="Google Shape;13755;p37">
            <a:extLst>
              <a:ext uri="{FF2B5EF4-FFF2-40B4-BE49-F238E27FC236}">
                <a16:creationId xmlns:a16="http://schemas.microsoft.com/office/drawing/2014/main" xmlns="" id="{75B0EE67-8CEB-2E86-7F72-EFF50EB9205A}"/>
              </a:ext>
            </a:extLst>
          </p:cNvPr>
          <p:cNvSpPr/>
          <p:nvPr/>
        </p:nvSpPr>
        <p:spPr>
          <a:xfrm rot="1863343">
            <a:off x="8231561" y="3246868"/>
            <a:ext cx="682577" cy="465544"/>
          </a:xfrm>
          <a:custGeom>
            <a:avLst/>
            <a:gdLst/>
            <a:ahLst/>
            <a:cxnLst/>
            <a:rect l="l" t="t" r="r" b="b"/>
            <a:pathLst>
              <a:path w="9347" h="6375" extrusionOk="0">
                <a:moveTo>
                  <a:pt x="2305" y="0"/>
                </a:moveTo>
                <a:lnTo>
                  <a:pt x="7042" y="3317"/>
                </a:lnTo>
                <a:lnTo>
                  <a:pt x="9346" y="6159"/>
                </a:lnTo>
                <a:lnTo>
                  <a:pt x="9002" y="6375"/>
                </a:lnTo>
                <a:lnTo>
                  <a:pt x="6676" y="3963"/>
                </a:lnTo>
                <a:lnTo>
                  <a:pt x="3360" y="2025"/>
                </a:lnTo>
                <a:lnTo>
                  <a:pt x="3338" y="2025"/>
                </a:lnTo>
                <a:lnTo>
                  <a:pt x="3015" y="1831"/>
                </a:lnTo>
                <a:lnTo>
                  <a:pt x="1422" y="4566"/>
                </a:lnTo>
                <a:lnTo>
                  <a:pt x="1" y="3941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6" name="Google Shape;13756;p37">
            <a:extLst>
              <a:ext uri="{FF2B5EF4-FFF2-40B4-BE49-F238E27FC236}">
                <a16:creationId xmlns:a16="http://schemas.microsoft.com/office/drawing/2014/main" xmlns="" id="{39ABC9FB-2684-D56D-6D9A-AD63DAD24D8D}"/>
              </a:ext>
            </a:extLst>
          </p:cNvPr>
          <p:cNvSpPr/>
          <p:nvPr/>
        </p:nvSpPr>
        <p:spPr>
          <a:xfrm rot="3791385">
            <a:off x="7913754" y="3296497"/>
            <a:ext cx="644823" cy="517466"/>
          </a:xfrm>
          <a:custGeom>
            <a:avLst/>
            <a:gdLst/>
            <a:ahLst/>
            <a:cxnLst/>
            <a:rect l="l" t="t" r="r" b="b"/>
            <a:pathLst>
              <a:path w="8830" h="7086" extrusionOk="0">
                <a:moveTo>
                  <a:pt x="1" y="3941"/>
                </a:moveTo>
                <a:lnTo>
                  <a:pt x="5212" y="6461"/>
                </a:lnTo>
                <a:lnTo>
                  <a:pt x="8808" y="7085"/>
                </a:lnTo>
                <a:lnTo>
                  <a:pt x="8830" y="6676"/>
                </a:lnTo>
                <a:lnTo>
                  <a:pt x="5600" y="5793"/>
                </a:lnTo>
                <a:lnTo>
                  <a:pt x="5277" y="5621"/>
                </a:lnTo>
                <a:lnTo>
                  <a:pt x="5277" y="5621"/>
                </a:lnTo>
                <a:lnTo>
                  <a:pt x="1960" y="3661"/>
                </a:lnTo>
                <a:lnTo>
                  <a:pt x="3554" y="926"/>
                </a:lnTo>
                <a:lnTo>
                  <a:pt x="2326" y="0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7" name="Google Shape;13757;p37">
            <a:extLst>
              <a:ext uri="{FF2B5EF4-FFF2-40B4-BE49-F238E27FC236}">
                <a16:creationId xmlns:a16="http://schemas.microsoft.com/office/drawing/2014/main" xmlns="" id="{67515DED-5319-3185-C5F4-3E60F7C7827D}"/>
              </a:ext>
            </a:extLst>
          </p:cNvPr>
          <p:cNvSpPr/>
          <p:nvPr/>
        </p:nvSpPr>
        <p:spPr>
          <a:xfrm rot="4748048">
            <a:off x="8187590" y="3073502"/>
            <a:ext cx="355492" cy="295685"/>
          </a:xfrm>
          <a:custGeom>
            <a:avLst/>
            <a:gdLst/>
            <a:ahLst/>
            <a:cxnLst/>
            <a:rect l="l" t="t" r="r" b="b"/>
            <a:pathLst>
              <a:path w="4868" h="4049" extrusionOk="0">
                <a:moveTo>
                  <a:pt x="3769" y="4049"/>
                </a:moveTo>
                <a:lnTo>
                  <a:pt x="4867" y="2175"/>
                </a:lnTo>
                <a:lnTo>
                  <a:pt x="1099" y="0"/>
                </a:lnTo>
                <a:lnTo>
                  <a:pt x="0" y="18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8" name="Google Shape;13758;p37">
            <a:extLst>
              <a:ext uri="{FF2B5EF4-FFF2-40B4-BE49-F238E27FC236}">
                <a16:creationId xmlns:a16="http://schemas.microsoft.com/office/drawing/2014/main" xmlns="" id="{63188943-BA7A-9771-2B43-74E449DE18CA}"/>
              </a:ext>
            </a:extLst>
          </p:cNvPr>
          <p:cNvSpPr/>
          <p:nvPr/>
        </p:nvSpPr>
        <p:spPr>
          <a:xfrm rot="5386137">
            <a:off x="8218478" y="3008719"/>
            <a:ext cx="221781" cy="217035"/>
          </a:xfrm>
          <a:custGeom>
            <a:avLst/>
            <a:gdLst/>
            <a:ahLst/>
            <a:cxnLst/>
            <a:rect l="l" t="t" r="r" b="b"/>
            <a:pathLst>
              <a:path w="3037" h="2972" extrusionOk="0">
                <a:moveTo>
                  <a:pt x="3037" y="1120"/>
                </a:moveTo>
                <a:lnTo>
                  <a:pt x="1099" y="0"/>
                </a:lnTo>
                <a:lnTo>
                  <a:pt x="0" y="1895"/>
                </a:lnTo>
                <a:lnTo>
                  <a:pt x="1895" y="2972"/>
                </a:lnTo>
                <a:cubicBezTo>
                  <a:pt x="2520" y="2541"/>
                  <a:pt x="2929" y="1852"/>
                  <a:pt x="3037" y="1120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9" name="Google Shape;13759;p37">
            <a:extLst>
              <a:ext uri="{FF2B5EF4-FFF2-40B4-BE49-F238E27FC236}">
                <a16:creationId xmlns:a16="http://schemas.microsoft.com/office/drawing/2014/main" xmlns="" id="{59FF927C-1EC5-3237-1FB7-66DE91614635}"/>
              </a:ext>
            </a:extLst>
          </p:cNvPr>
          <p:cNvSpPr/>
          <p:nvPr/>
        </p:nvSpPr>
        <p:spPr>
          <a:xfrm rot="5075874">
            <a:off x="8159707" y="3164027"/>
            <a:ext cx="311458" cy="319272"/>
          </a:xfrm>
          <a:custGeom>
            <a:avLst/>
            <a:gdLst/>
            <a:ahLst/>
            <a:cxnLst/>
            <a:rect l="l" t="t" r="r" b="b"/>
            <a:pathLst>
              <a:path w="4265" h="4372" extrusionOk="0">
                <a:moveTo>
                  <a:pt x="3942" y="1637"/>
                </a:moveTo>
                <a:cubicBezTo>
                  <a:pt x="3446" y="151"/>
                  <a:pt x="1401" y="0"/>
                  <a:pt x="690" y="1400"/>
                </a:cubicBezTo>
                <a:cubicBezTo>
                  <a:pt x="1" y="2800"/>
                  <a:pt x="1336" y="4372"/>
                  <a:pt x="2843" y="3876"/>
                </a:cubicBezTo>
                <a:cubicBezTo>
                  <a:pt x="3748" y="3553"/>
                  <a:pt x="4265" y="2563"/>
                  <a:pt x="3942" y="16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0" name="Google Shape;13760;p37">
            <a:extLst>
              <a:ext uri="{FF2B5EF4-FFF2-40B4-BE49-F238E27FC236}">
                <a16:creationId xmlns:a16="http://schemas.microsoft.com/office/drawing/2014/main" xmlns="" id="{FF1CA0CC-DD57-4290-2625-1C071D6E4323}"/>
              </a:ext>
            </a:extLst>
          </p:cNvPr>
          <p:cNvSpPr/>
          <p:nvPr/>
        </p:nvSpPr>
        <p:spPr>
          <a:xfrm rot="5075874">
            <a:off x="8164350" y="3227053"/>
            <a:ext cx="303644" cy="317739"/>
          </a:xfrm>
          <a:custGeom>
            <a:avLst/>
            <a:gdLst/>
            <a:ahLst/>
            <a:cxnLst/>
            <a:rect l="l" t="t" r="r" b="b"/>
            <a:pathLst>
              <a:path w="4158" h="4351" extrusionOk="0">
                <a:moveTo>
                  <a:pt x="3640" y="1422"/>
                </a:moveTo>
                <a:cubicBezTo>
                  <a:pt x="3511" y="1056"/>
                  <a:pt x="3274" y="754"/>
                  <a:pt x="2973" y="539"/>
                </a:cubicBezTo>
                <a:cubicBezTo>
                  <a:pt x="2154" y="1"/>
                  <a:pt x="1056" y="237"/>
                  <a:pt x="518" y="1056"/>
                </a:cubicBezTo>
                <a:cubicBezTo>
                  <a:pt x="1" y="1874"/>
                  <a:pt x="216" y="2972"/>
                  <a:pt x="1035" y="3489"/>
                </a:cubicBezTo>
                <a:cubicBezTo>
                  <a:pt x="2434" y="4351"/>
                  <a:pt x="4157" y="2994"/>
                  <a:pt x="3640" y="14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1" name="Google Shape;13761;p37">
            <a:extLst>
              <a:ext uri="{FF2B5EF4-FFF2-40B4-BE49-F238E27FC236}">
                <a16:creationId xmlns:a16="http://schemas.microsoft.com/office/drawing/2014/main" xmlns="" id="{0B8DF65F-0F3D-A2BD-C8CD-FD734E4085C1}"/>
              </a:ext>
            </a:extLst>
          </p:cNvPr>
          <p:cNvSpPr/>
          <p:nvPr/>
        </p:nvSpPr>
        <p:spPr>
          <a:xfrm rot="5386137">
            <a:off x="8572103" y="1759325"/>
            <a:ext cx="577201" cy="578809"/>
          </a:xfrm>
          <a:custGeom>
            <a:avLst/>
            <a:gdLst/>
            <a:ahLst/>
            <a:cxnLst/>
            <a:rect l="l" t="t" r="r" b="b"/>
            <a:pathLst>
              <a:path w="7904" h="7926" extrusionOk="0">
                <a:moveTo>
                  <a:pt x="3166" y="453"/>
                </a:moveTo>
                <a:cubicBezTo>
                  <a:pt x="5104" y="1"/>
                  <a:pt x="7042" y="1228"/>
                  <a:pt x="7472" y="3167"/>
                </a:cubicBezTo>
                <a:cubicBezTo>
                  <a:pt x="7903" y="5105"/>
                  <a:pt x="6697" y="7043"/>
                  <a:pt x="4759" y="7473"/>
                </a:cubicBezTo>
                <a:cubicBezTo>
                  <a:pt x="2800" y="7926"/>
                  <a:pt x="883" y="6698"/>
                  <a:pt x="452" y="4760"/>
                </a:cubicBezTo>
                <a:cubicBezTo>
                  <a:pt x="0" y="2822"/>
                  <a:pt x="1228" y="884"/>
                  <a:pt x="3166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2" name="Google Shape;13762;p37">
            <a:extLst>
              <a:ext uri="{FF2B5EF4-FFF2-40B4-BE49-F238E27FC236}">
                <a16:creationId xmlns:a16="http://schemas.microsoft.com/office/drawing/2014/main" xmlns="" id="{0C085911-D56F-389C-1D59-2153209357A9}"/>
              </a:ext>
            </a:extLst>
          </p:cNvPr>
          <p:cNvSpPr/>
          <p:nvPr/>
        </p:nvSpPr>
        <p:spPr>
          <a:xfrm rot="5386137">
            <a:off x="8575102" y="1804557"/>
            <a:ext cx="547333" cy="520606"/>
          </a:xfrm>
          <a:custGeom>
            <a:avLst/>
            <a:gdLst/>
            <a:ahLst/>
            <a:cxnLst/>
            <a:rect l="l" t="t" r="r" b="b"/>
            <a:pathLst>
              <a:path w="7495" h="7129" extrusionOk="0">
                <a:moveTo>
                  <a:pt x="6224" y="969"/>
                </a:moveTo>
                <a:cubicBezTo>
                  <a:pt x="6633" y="1422"/>
                  <a:pt x="6913" y="1982"/>
                  <a:pt x="7063" y="2585"/>
                </a:cubicBezTo>
                <a:cubicBezTo>
                  <a:pt x="7494" y="4523"/>
                  <a:pt x="6267" y="6461"/>
                  <a:pt x="4329" y="6891"/>
                </a:cubicBezTo>
                <a:cubicBezTo>
                  <a:pt x="3252" y="7128"/>
                  <a:pt x="2132" y="6870"/>
                  <a:pt x="1271" y="6181"/>
                </a:cubicBezTo>
                <a:cubicBezTo>
                  <a:pt x="862" y="5707"/>
                  <a:pt x="560" y="5147"/>
                  <a:pt x="431" y="4566"/>
                </a:cubicBezTo>
                <a:cubicBezTo>
                  <a:pt x="0" y="2606"/>
                  <a:pt x="1206" y="690"/>
                  <a:pt x="3144" y="259"/>
                </a:cubicBezTo>
                <a:cubicBezTo>
                  <a:pt x="4221" y="0"/>
                  <a:pt x="5362" y="280"/>
                  <a:pt x="6224" y="9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3" name="Google Shape;13763;p37">
            <a:extLst>
              <a:ext uri="{FF2B5EF4-FFF2-40B4-BE49-F238E27FC236}">
                <a16:creationId xmlns:a16="http://schemas.microsoft.com/office/drawing/2014/main" xmlns="" id="{7E0928B1-436B-861E-D035-7F54B1909943}"/>
              </a:ext>
            </a:extLst>
          </p:cNvPr>
          <p:cNvSpPr/>
          <p:nvPr/>
        </p:nvSpPr>
        <p:spPr>
          <a:xfrm rot="5386137">
            <a:off x="8679783" y="1915706"/>
            <a:ext cx="333438" cy="333439"/>
          </a:xfrm>
          <a:custGeom>
            <a:avLst/>
            <a:gdLst/>
            <a:ahLst/>
            <a:cxnLst/>
            <a:rect l="l" t="t" r="r" b="b"/>
            <a:pathLst>
              <a:path w="4566" h="4566" extrusionOk="0">
                <a:moveTo>
                  <a:pt x="1831" y="259"/>
                </a:moveTo>
                <a:cubicBezTo>
                  <a:pt x="2951" y="1"/>
                  <a:pt x="4070" y="690"/>
                  <a:pt x="4329" y="1831"/>
                </a:cubicBezTo>
                <a:cubicBezTo>
                  <a:pt x="4566" y="2951"/>
                  <a:pt x="3877" y="4049"/>
                  <a:pt x="2735" y="4307"/>
                </a:cubicBezTo>
                <a:cubicBezTo>
                  <a:pt x="1615" y="4566"/>
                  <a:pt x="517" y="3855"/>
                  <a:pt x="259" y="2735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4" name="Google Shape;13764;p37">
            <a:extLst>
              <a:ext uri="{FF2B5EF4-FFF2-40B4-BE49-F238E27FC236}">
                <a16:creationId xmlns:a16="http://schemas.microsoft.com/office/drawing/2014/main" xmlns="" id="{7D643399-D813-0417-EA51-008678723027}"/>
              </a:ext>
            </a:extLst>
          </p:cNvPr>
          <p:cNvSpPr/>
          <p:nvPr/>
        </p:nvSpPr>
        <p:spPr>
          <a:xfrm rot="5386137">
            <a:off x="8693212" y="1881978"/>
            <a:ext cx="334972" cy="333439"/>
          </a:xfrm>
          <a:custGeom>
            <a:avLst/>
            <a:gdLst/>
            <a:ahLst/>
            <a:cxnLst/>
            <a:rect l="l" t="t" r="r" b="b"/>
            <a:pathLst>
              <a:path w="4587" h="4566" extrusionOk="0">
                <a:moveTo>
                  <a:pt x="1831" y="259"/>
                </a:moveTo>
                <a:cubicBezTo>
                  <a:pt x="2950" y="1"/>
                  <a:pt x="4070" y="711"/>
                  <a:pt x="4329" y="1831"/>
                </a:cubicBezTo>
                <a:cubicBezTo>
                  <a:pt x="4587" y="2951"/>
                  <a:pt x="3876" y="4071"/>
                  <a:pt x="2757" y="4308"/>
                </a:cubicBezTo>
                <a:cubicBezTo>
                  <a:pt x="1637" y="4566"/>
                  <a:pt x="517" y="3855"/>
                  <a:pt x="259" y="2736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5" name="Google Shape;13765;p37">
            <a:extLst>
              <a:ext uri="{FF2B5EF4-FFF2-40B4-BE49-F238E27FC236}">
                <a16:creationId xmlns:a16="http://schemas.microsoft.com/office/drawing/2014/main" xmlns="" id="{CE9B0372-AB1E-071D-40D5-21DD9C558232}"/>
              </a:ext>
            </a:extLst>
          </p:cNvPr>
          <p:cNvSpPr/>
          <p:nvPr/>
        </p:nvSpPr>
        <p:spPr>
          <a:xfrm rot="5386137">
            <a:off x="8702089" y="1924670"/>
            <a:ext cx="297217" cy="287871"/>
          </a:xfrm>
          <a:custGeom>
            <a:avLst/>
            <a:gdLst/>
            <a:ahLst/>
            <a:cxnLst/>
            <a:rect l="l" t="t" r="r" b="b"/>
            <a:pathLst>
              <a:path w="4070" h="3942" extrusionOk="0">
                <a:moveTo>
                  <a:pt x="3122" y="216"/>
                </a:moveTo>
                <a:cubicBezTo>
                  <a:pt x="3467" y="496"/>
                  <a:pt x="3725" y="905"/>
                  <a:pt x="3812" y="1357"/>
                </a:cubicBezTo>
                <a:cubicBezTo>
                  <a:pt x="4070" y="2477"/>
                  <a:pt x="3359" y="3597"/>
                  <a:pt x="2240" y="3834"/>
                </a:cubicBezTo>
                <a:cubicBezTo>
                  <a:pt x="1809" y="3941"/>
                  <a:pt x="1357" y="3898"/>
                  <a:pt x="948" y="3704"/>
                </a:cubicBezTo>
                <a:cubicBezTo>
                  <a:pt x="581" y="3403"/>
                  <a:pt x="345" y="3015"/>
                  <a:pt x="237" y="2563"/>
                </a:cubicBezTo>
                <a:cubicBezTo>
                  <a:pt x="0" y="1443"/>
                  <a:pt x="689" y="345"/>
                  <a:pt x="1809" y="87"/>
                </a:cubicBezTo>
                <a:cubicBezTo>
                  <a:pt x="2240" y="0"/>
                  <a:pt x="2713" y="43"/>
                  <a:pt x="3122" y="216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6" name="Google Shape;13766;p37">
            <a:extLst>
              <a:ext uri="{FF2B5EF4-FFF2-40B4-BE49-F238E27FC236}">
                <a16:creationId xmlns:a16="http://schemas.microsoft.com/office/drawing/2014/main" xmlns="" id="{51B483C2-BEC7-02C2-446A-D880E3051485}"/>
              </a:ext>
            </a:extLst>
          </p:cNvPr>
          <p:cNvSpPr/>
          <p:nvPr/>
        </p:nvSpPr>
        <p:spPr>
          <a:xfrm rot="5386137">
            <a:off x="8721308" y="1920695"/>
            <a:ext cx="275237" cy="268956"/>
          </a:xfrm>
          <a:custGeom>
            <a:avLst/>
            <a:gdLst/>
            <a:ahLst/>
            <a:cxnLst/>
            <a:rect l="l" t="t" r="r" b="b"/>
            <a:pathLst>
              <a:path w="3769" h="3683" extrusionOk="0">
                <a:moveTo>
                  <a:pt x="754" y="3510"/>
                </a:moveTo>
                <a:cubicBezTo>
                  <a:pt x="496" y="3252"/>
                  <a:pt x="324" y="2929"/>
                  <a:pt x="259" y="2563"/>
                </a:cubicBezTo>
                <a:cubicBezTo>
                  <a:pt x="0" y="1443"/>
                  <a:pt x="711" y="345"/>
                  <a:pt x="1831" y="87"/>
                </a:cubicBezTo>
                <a:cubicBezTo>
                  <a:pt x="2240" y="0"/>
                  <a:pt x="2649" y="22"/>
                  <a:pt x="3037" y="173"/>
                </a:cubicBezTo>
                <a:cubicBezTo>
                  <a:pt x="3274" y="453"/>
                  <a:pt x="3446" y="776"/>
                  <a:pt x="3511" y="1120"/>
                </a:cubicBezTo>
                <a:cubicBezTo>
                  <a:pt x="3769" y="2240"/>
                  <a:pt x="3058" y="3338"/>
                  <a:pt x="1939" y="3597"/>
                </a:cubicBezTo>
                <a:cubicBezTo>
                  <a:pt x="1551" y="3683"/>
                  <a:pt x="1120" y="3640"/>
                  <a:pt x="754" y="3510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7" name="Google Shape;13767;p37">
            <a:extLst>
              <a:ext uri="{FF2B5EF4-FFF2-40B4-BE49-F238E27FC236}">
                <a16:creationId xmlns:a16="http://schemas.microsoft.com/office/drawing/2014/main" xmlns="" id="{5E8F7309-F214-00B9-96EC-BB78B0ADF188}"/>
              </a:ext>
            </a:extLst>
          </p:cNvPr>
          <p:cNvSpPr/>
          <p:nvPr/>
        </p:nvSpPr>
        <p:spPr>
          <a:xfrm rot="5386137">
            <a:off x="8281434" y="2706568"/>
            <a:ext cx="445169" cy="445096"/>
          </a:xfrm>
          <a:custGeom>
            <a:avLst/>
            <a:gdLst/>
            <a:ahLst/>
            <a:cxnLst/>
            <a:rect l="l" t="t" r="r" b="b"/>
            <a:pathLst>
              <a:path w="6096" h="6095" extrusionOk="0">
                <a:moveTo>
                  <a:pt x="2219" y="453"/>
                </a:moveTo>
                <a:cubicBezTo>
                  <a:pt x="3662" y="0"/>
                  <a:pt x="5191" y="797"/>
                  <a:pt x="5643" y="2219"/>
                </a:cubicBezTo>
                <a:cubicBezTo>
                  <a:pt x="6095" y="3661"/>
                  <a:pt x="5320" y="5190"/>
                  <a:pt x="3877" y="5642"/>
                </a:cubicBezTo>
                <a:cubicBezTo>
                  <a:pt x="2434" y="6095"/>
                  <a:pt x="905" y="5319"/>
                  <a:pt x="453" y="3877"/>
                </a:cubicBezTo>
                <a:cubicBezTo>
                  <a:pt x="1" y="2434"/>
                  <a:pt x="776" y="905"/>
                  <a:pt x="2219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8" name="Google Shape;13768;p37">
            <a:extLst>
              <a:ext uri="{FF2B5EF4-FFF2-40B4-BE49-F238E27FC236}">
                <a16:creationId xmlns:a16="http://schemas.microsoft.com/office/drawing/2014/main" xmlns="" id="{0ED00E89-B525-55C5-2C80-23A9715D758A}"/>
              </a:ext>
            </a:extLst>
          </p:cNvPr>
          <p:cNvSpPr/>
          <p:nvPr/>
        </p:nvSpPr>
        <p:spPr>
          <a:xfrm rot="5386137">
            <a:off x="8284959" y="2742784"/>
            <a:ext cx="421581" cy="397922"/>
          </a:xfrm>
          <a:custGeom>
            <a:avLst/>
            <a:gdLst/>
            <a:ahLst/>
            <a:cxnLst/>
            <a:rect l="l" t="t" r="r" b="b"/>
            <a:pathLst>
              <a:path w="5773" h="5449" extrusionOk="0">
                <a:moveTo>
                  <a:pt x="4588" y="604"/>
                </a:moveTo>
                <a:cubicBezTo>
                  <a:pt x="4932" y="927"/>
                  <a:pt x="5191" y="1336"/>
                  <a:pt x="5320" y="1767"/>
                </a:cubicBezTo>
                <a:cubicBezTo>
                  <a:pt x="5772" y="3209"/>
                  <a:pt x="4997" y="4738"/>
                  <a:pt x="3554" y="5190"/>
                </a:cubicBezTo>
                <a:cubicBezTo>
                  <a:pt x="2757" y="5449"/>
                  <a:pt x="1874" y="5320"/>
                  <a:pt x="1185" y="4846"/>
                </a:cubicBezTo>
                <a:cubicBezTo>
                  <a:pt x="841" y="4523"/>
                  <a:pt x="582" y="4114"/>
                  <a:pt x="453" y="3683"/>
                </a:cubicBezTo>
                <a:cubicBezTo>
                  <a:pt x="1" y="2240"/>
                  <a:pt x="798" y="711"/>
                  <a:pt x="2219" y="259"/>
                </a:cubicBezTo>
                <a:cubicBezTo>
                  <a:pt x="3016" y="1"/>
                  <a:pt x="3899" y="130"/>
                  <a:pt x="4588" y="60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9" name="Google Shape;13769;p37">
            <a:extLst>
              <a:ext uri="{FF2B5EF4-FFF2-40B4-BE49-F238E27FC236}">
                <a16:creationId xmlns:a16="http://schemas.microsoft.com/office/drawing/2014/main" xmlns="" id="{1CC2CC5E-9AD5-325F-3073-0E1D5996F1ED}"/>
              </a:ext>
            </a:extLst>
          </p:cNvPr>
          <p:cNvSpPr/>
          <p:nvPr/>
        </p:nvSpPr>
        <p:spPr>
          <a:xfrm rot="5386137">
            <a:off x="8366518" y="2826233"/>
            <a:ext cx="258002" cy="259536"/>
          </a:xfrm>
          <a:custGeom>
            <a:avLst/>
            <a:gdLst/>
            <a:ahLst/>
            <a:cxnLst/>
            <a:rect l="l" t="t" r="r" b="b"/>
            <a:pathLst>
              <a:path w="3533" h="3554" extrusionOk="0">
                <a:moveTo>
                  <a:pt x="1292" y="281"/>
                </a:moveTo>
                <a:cubicBezTo>
                  <a:pt x="2111" y="1"/>
                  <a:pt x="2994" y="475"/>
                  <a:pt x="3274" y="1293"/>
                </a:cubicBezTo>
                <a:cubicBezTo>
                  <a:pt x="3532" y="2133"/>
                  <a:pt x="3080" y="3016"/>
                  <a:pt x="2240" y="3274"/>
                </a:cubicBezTo>
                <a:cubicBezTo>
                  <a:pt x="1400" y="3554"/>
                  <a:pt x="517" y="3080"/>
                  <a:pt x="259" y="2262"/>
                </a:cubicBezTo>
                <a:cubicBezTo>
                  <a:pt x="0" y="1422"/>
                  <a:pt x="453" y="539"/>
                  <a:pt x="1292" y="28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0" name="Google Shape;13770;p37">
            <a:extLst>
              <a:ext uri="{FF2B5EF4-FFF2-40B4-BE49-F238E27FC236}">
                <a16:creationId xmlns:a16="http://schemas.microsoft.com/office/drawing/2014/main" xmlns="" id="{A8848533-503D-2701-A4D8-CF9C4032AEFD}"/>
              </a:ext>
            </a:extLst>
          </p:cNvPr>
          <p:cNvSpPr/>
          <p:nvPr/>
        </p:nvSpPr>
        <p:spPr>
          <a:xfrm rot="5386137">
            <a:off x="8373449" y="2800193"/>
            <a:ext cx="259535" cy="258003"/>
          </a:xfrm>
          <a:custGeom>
            <a:avLst/>
            <a:gdLst/>
            <a:ahLst/>
            <a:cxnLst/>
            <a:rect l="l" t="t" r="r" b="b"/>
            <a:pathLst>
              <a:path w="3554" h="3533" extrusionOk="0">
                <a:moveTo>
                  <a:pt x="1292" y="259"/>
                </a:moveTo>
                <a:cubicBezTo>
                  <a:pt x="2132" y="1"/>
                  <a:pt x="3015" y="453"/>
                  <a:pt x="3274" y="1271"/>
                </a:cubicBezTo>
                <a:cubicBezTo>
                  <a:pt x="3553" y="2111"/>
                  <a:pt x="3080" y="2994"/>
                  <a:pt x="2261" y="3252"/>
                </a:cubicBezTo>
                <a:cubicBezTo>
                  <a:pt x="1422" y="3532"/>
                  <a:pt x="539" y="3058"/>
                  <a:pt x="280" y="2240"/>
                </a:cubicBezTo>
                <a:cubicBezTo>
                  <a:pt x="0" y="1400"/>
                  <a:pt x="474" y="517"/>
                  <a:pt x="1292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1" name="Google Shape;13771;p37">
            <a:extLst>
              <a:ext uri="{FF2B5EF4-FFF2-40B4-BE49-F238E27FC236}">
                <a16:creationId xmlns:a16="http://schemas.microsoft.com/office/drawing/2014/main" xmlns="" id="{3C2E51CA-7FE1-E724-40DE-B7868ABA243C}"/>
              </a:ext>
            </a:extLst>
          </p:cNvPr>
          <p:cNvSpPr/>
          <p:nvPr/>
        </p:nvSpPr>
        <p:spPr>
          <a:xfrm rot="5386137">
            <a:off x="8382657" y="2833767"/>
            <a:ext cx="231275" cy="220175"/>
          </a:xfrm>
          <a:custGeom>
            <a:avLst/>
            <a:gdLst/>
            <a:ahLst/>
            <a:cxnLst/>
            <a:rect l="l" t="t" r="r" b="b"/>
            <a:pathLst>
              <a:path w="3167" h="3015" extrusionOk="0">
                <a:moveTo>
                  <a:pt x="2305" y="129"/>
                </a:moveTo>
                <a:cubicBezTo>
                  <a:pt x="2585" y="323"/>
                  <a:pt x="2779" y="603"/>
                  <a:pt x="2887" y="926"/>
                </a:cubicBezTo>
                <a:cubicBezTo>
                  <a:pt x="3166" y="1766"/>
                  <a:pt x="2693" y="2649"/>
                  <a:pt x="1874" y="2907"/>
                </a:cubicBezTo>
                <a:cubicBezTo>
                  <a:pt x="1551" y="3015"/>
                  <a:pt x="1185" y="3015"/>
                  <a:pt x="862" y="2907"/>
                </a:cubicBezTo>
                <a:cubicBezTo>
                  <a:pt x="582" y="2692"/>
                  <a:pt x="389" y="2412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616" y="0"/>
                  <a:pt x="1982" y="0"/>
                  <a:pt x="2305" y="129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2" name="Google Shape;13772;p37">
            <a:extLst>
              <a:ext uri="{FF2B5EF4-FFF2-40B4-BE49-F238E27FC236}">
                <a16:creationId xmlns:a16="http://schemas.microsoft.com/office/drawing/2014/main" xmlns="" id="{AAF9F9F9-B2D8-F21E-3822-15635D324F9E}"/>
              </a:ext>
            </a:extLst>
          </p:cNvPr>
          <p:cNvSpPr/>
          <p:nvPr/>
        </p:nvSpPr>
        <p:spPr>
          <a:xfrm rot="5386137">
            <a:off x="8397444" y="2830077"/>
            <a:ext cx="212434" cy="207614"/>
          </a:xfrm>
          <a:custGeom>
            <a:avLst/>
            <a:gdLst/>
            <a:ahLst/>
            <a:cxnLst/>
            <a:rect l="l" t="t" r="r" b="b"/>
            <a:pathLst>
              <a:path w="2909" h="2843" extrusionOk="0">
                <a:moveTo>
                  <a:pt x="712" y="2778"/>
                </a:moveTo>
                <a:cubicBezTo>
                  <a:pt x="496" y="2584"/>
                  <a:pt x="367" y="2347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594" y="22"/>
                  <a:pt x="1918" y="0"/>
                  <a:pt x="2219" y="86"/>
                </a:cubicBezTo>
                <a:cubicBezTo>
                  <a:pt x="2413" y="280"/>
                  <a:pt x="2564" y="517"/>
                  <a:pt x="2650" y="775"/>
                </a:cubicBezTo>
                <a:cubicBezTo>
                  <a:pt x="2908" y="1615"/>
                  <a:pt x="2456" y="2498"/>
                  <a:pt x="1616" y="2756"/>
                </a:cubicBezTo>
                <a:cubicBezTo>
                  <a:pt x="1315" y="2843"/>
                  <a:pt x="1013" y="2843"/>
                  <a:pt x="712" y="2756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3" name="Google Shape;13773;p37">
            <a:extLst>
              <a:ext uri="{FF2B5EF4-FFF2-40B4-BE49-F238E27FC236}">
                <a16:creationId xmlns:a16="http://schemas.microsoft.com/office/drawing/2014/main" xmlns="" id="{BA57F6CB-65BA-FE36-9AD1-D125886F585D}"/>
              </a:ext>
            </a:extLst>
          </p:cNvPr>
          <p:cNvSpPr/>
          <p:nvPr/>
        </p:nvSpPr>
        <p:spPr>
          <a:xfrm rot="5075874">
            <a:off x="8215101" y="3251548"/>
            <a:ext cx="180960" cy="185634"/>
          </a:xfrm>
          <a:custGeom>
            <a:avLst/>
            <a:gdLst/>
            <a:ahLst/>
            <a:cxnLst/>
            <a:rect l="l" t="t" r="r" b="b"/>
            <a:pathLst>
              <a:path w="2478" h="2542" extrusionOk="0">
                <a:moveTo>
                  <a:pt x="2305" y="948"/>
                </a:moveTo>
                <a:cubicBezTo>
                  <a:pt x="2003" y="87"/>
                  <a:pt x="819" y="1"/>
                  <a:pt x="410" y="819"/>
                </a:cubicBezTo>
                <a:cubicBezTo>
                  <a:pt x="1" y="1638"/>
                  <a:pt x="776" y="2542"/>
                  <a:pt x="1659" y="2241"/>
                </a:cubicBezTo>
                <a:cubicBezTo>
                  <a:pt x="2197" y="2068"/>
                  <a:pt x="2477" y="1487"/>
                  <a:pt x="2305" y="948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4" name="Google Shape;13774;p37">
            <a:extLst>
              <a:ext uri="{FF2B5EF4-FFF2-40B4-BE49-F238E27FC236}">
                <a16:creationId xmlns:a16="http://schemas.microsoft.com/office/drawing/2014/main" xmlns="" id="{3AF84AE4-2C81-6F77-B50C-0975FABE5570}"/>
              </a:ext>
            </a:extLst>
          </p:cNvPr>
          <p:cNvSpPr/>
          <p:nvPr/>
        </p:nvSpPr>
        <p:spPr>
          <a:xfrm rot="5075874">
            <a:off x="8225361" y="3311201"/>
            <a:ext cx="180886" cy="184026"/>
          </a:xfrm>
          <a:custGeom>
            <a:avLst/>
            <a:gdLst/>
            <a:ahLst/>
            <a:cxnLst/>
            <a:rect l="l" t="t" r="r" b="b"/>
            <a:pathLst>
              <a:path w="2477" h="2520" extrusionOk="0">
                <a:moveTo>
                  <a:pt x="2305" y="948"/>
                </a:moveTo>
                <a:cubicBezTo>
                  <a:pt x="2003" y="86"/>
                  <a:pt x="819" y="0"/>
                  <a:pt x="410" y="797"/>
                </a:cubicBezTo>
                <a:cubicBezTo>
                  <a:pt x="0" y="1615"/>
                  <a:pt x="776" y="2520"/>
                  <a:pt x="1659" y="2240"/>
                </a:cubicBezTo>
                <a:cubicBezTo>
                  <a:pt x="2175" y="2068"/>
                  <a:pt x="2477" y="1486"/>
                  <a:pt x="2305" y="9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5" name="Google Shape;13775;p37">
            <a:extLst>
              <a:ext uri="{FF2B5EF4-FFF2-40B4-BE49-F238E27FC236}">
                <a16:creationId xmlns:a16="http://schemas.microsoft.com/office/drawing/2014/main" xmlns="" id="{294F1411-0421-21D3-7C08-5FC8A1FAED85}"/>
              </a:ext>
            </a:extLst>
          </p:cNvPr>
          <p:cNvSpPr/>
          <p:nvPr/>
        </p:nvSpPr>
        <p:spPr>
          <a:xfrm rot="5075874">
            <a:off x="8592507" y="4428043"/>
            <a:ext cx="431001" cy="449770"/>
          </a:xfrm>
          <a:custGeom>
            <a:avLst/>
            <a:gdLst/>
            <a:ahLst/>
            <a:cxnLst/>
            <a:rect l="l" t="t" r="r" b="b"/>
            <a:pathLst>
              <a:path w="5902" h="6159" extrusionOk="0">
                <a:moveTo>
                  <a:pt x="4092" y="5276"/>
                </a:moveTo>
                <a:cubicBezTo>
                  <a:pt x="2068" y="6159"/>
                  <a:pt x="1" y="4178"/>
                  <a:pt x="798" y="2110"/>
                </a:cubicBezTo>
                <a:cubicBezTo>
                  <a:pt x="1573" y="65"/>
                  <a:pt x="4458" y="0"/>
                  <a:pt x="5363" y="2003"/>
                </a:cubicBezTo>
                <a:cubicBezTo>
                  <a:pt x="5901" y="3252"/>
                  <a:pt x="5341" y="4716"/>
                  <a:pt x="4092" y="52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6" name="Google Shape;13776;p37">
            <a:extLst>
              <a:ext uri="{FF2B5EF4-FFF2-40B4-BE49-F238E27FC236}">
                <a16:creationId xmlns:a16="http://schemas.microsoft.com/office/drawing/2014/main" xmlns="" id="{2BD24BB4-A681-1A7F-A2A2-6E59F480A062}"/>
              </a:ext>
            </a:extLst>
          </p:cNvPr>
          <p:cNvSpPr/>
          <p:nvPr/>
        </p:nvSpPr>
        <p:spPr>
          <a:xfrm rot="5075874">
            <a:off x="8651514" y="4482018"/>
            <a:ext cx="312991" cy="325553"/>
          </a:xfrm>
          <a:custGeom>
            <a:avLst/>
            <a:gdLst/>
            <a:ahLst/>
            <a:cxnLst/>
            <a:rect l="l" t="t" r="r" b="b"/>
            <a:pathLst>
              <a:path w="4286" h="4458" extrusionOk="0">
                <a:moveTo>
                  <a:pt x="2972" y="3812"/>
                </a:moveTo>
                <a:cubicBezTo>
                  <a:pt x="1530" y="4458"/>
                  <a:pt x="1" y="3015"/>
                  <a:pt x="582" y="1529"/>
                </a:cubicBezTo>
                <a:cubicBezTo>
                  <a:pt x="1163" y="43"/>
                  <a:pt x="3252" y="0"/>
                  <a:pt x="3898" y="1465"/>
                </a:cubicBezTo>
                <a:cubicBezTo>
                  <a:pt x="4286" y="2369"/>
                  <a:pt x="3877" y="3424"/>
                  <a:pt x="2972" y="38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77" name="Google Shape;13777;p37">
            <a:extLst>
              <a:ext uri="{FF2B5EF4-FFF2-40B4-BE49-F238E27FC236}">
                <a16:creationId xmlns:a16="http://schemas.microsoft.com/office/drawing/2014/main" xmlns="" id="{4EBFD110-116F-A884-9A30-B9510613BD0D}"/>
              </a:ext>
            </a:extLst>
          </p:cNvPr>
          <p:cNvSpPr/>
          <p:nvPr/>
        </p:nvSpPr>
        <p:spPr>
          <a:xfrm rot="5400000">
            <a:off x="8673219" y="4494499"/>
            <a:ext cx="335045" cy="311459"/>
          </a:xfrm>
          <a:custGeom>
            <a:avLst/>
            <a:gdLst/>
            <a:ahLst/>
            <a:cxnLst/>
            <a:rect l="l" t="t" r="r" b="b"/>
            <a:pathLst>
              <a:path w="4588" h="4265" extrusionOk="0">
                <a:moveTo>
                  <a:pt x="3144" y="4006"/>
                </a:moveTo>
                <a:cubicBezTo>
                  <a:pt x="2584" y="4264"/>
                  <a:pt x="1938" y="4200"/>
                  <a:pt x="1422" y="3855"/>
                </a:cubicBezTo>
                <a:cubicBezTo>
                  <a:pt x="0" y="2305"/>
                  <a:pt x="1960" y="1"/>
                  <a:pt x="3726" y="1142"/>
                </a:cubicBezTo>
                <a:cubicBezTo>
                  <a:pt x="4587" y="2046"/>
                  <a:pt x="4286" y="3532"/>
                  <a:pt x="3144" y="4027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8" name="Google Shape;13778;p37">
            <a:extLst>
              <a:ext uri="{FF2B5EF4-FFF2-40B4-BE49-F238E27FC236}">
                <a16:creationId xmlns:a16="http://schemas.microsoft.com/office/drawing/2014/main" xmlns="" id="{8F9CDDC4-6C63-0040-DD67-EC165D7A78A0}"/>
              </a:ext>
            </a:extLst>
          </p:cNvPr>
          <p:cNvSpPr/>
          <p:nvPr/>
        </p:nvSpPr>
        <p:spPr>
          <a:xfrm rot="5075874">
            <a:off x="8713280" y="4605137"/>
            <a:ext cx="176213" cy="201408"/>
          </a:xfrm>
          <a:custGeom>
            <a:avLst/>
            <a:gdLst/>
            <a:ahLst/>
            <a:cxnLst/>
            <a:rect l="l" t="t" r="r" b="b"/>
            <a:pathLst>
              <a:path w="2413" h="2758" extrusionOk="0">
                <a:moveTo>
                  <a:pt x="2176" y="1271"/>
                </a:moveTo>
                <a:cubicBezTo>
                  <a:pt x="2046" y="2327"/>
                  <a:pt x="754" y="2757"/>
                  <a:pt x="1" y="2004"/>
                </a:cubicBezTo>
                <a:cubicBezTo>
                  <a:pt x="151" y="2090"/>
                  <a:pt x="324" y="2133"/>
                  <a:pt x="496" y="2154"/>
                </a:cubicBezTo>
                <a:cubicBezTo>
                  <a:pt x="1702" y="2327"/>
                  <a:pt x="2412" y="862"/>
                  <a:pt x="1573" y="1"/>
                </a:cubicBezTo>
                <a:cubicBezTo>
                  <a:pt x="2003" y="259"/>
                  <a:pt x="2240" y="755"/>
                  <a:pt x="2176" y="1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68801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5">
          <a:extLst>
            <a:ext uri="{FF2B5EF4-FFF2-40B4-BE49-F238E27FC236}">
              <a16:creationId xmlns:a16="http://schemas.microsoft.com/office/drawing/2014/main" xmlns="" id="{B7FAD67C-E707-AD91-FA96-CA84BBFF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0D6767A1-E86B-DE4B-1E3B-C467A7E5C4BB}"/>
              </a:ext>
            </a:extLst>
          </p:cNvPr>
          <p:cNvSpPr/>
          <p:nvPr/>
        </p:nvSpPr>
        <p:spPr>
          <a:xfrm rot="6506565">
            <a:off x="7725634" y="587236"/>
            <a:ext cx="2469608" cy="383831"/>
          </a:xfrm>
          <a:prstGeom prst="rect">
            <a:avLst/>
          </a:prstGeom>
          <a:solidFill>
            <a:srgbClr val="0AAA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726" name="Google Shape;13726;p37">
            <a:extLst>
              <a:ext uri="{FF2B5EF4-FFF2-40B4-BE49-F238E27FC236}">
                <a16:creationId xmlns:a16="http://schemas.microsoft.com/office/drawing/2014/main" xmlns="" id="{18A76B72-2283-7E51-15F8-03AF64F48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 dirty="0"/>
              <a:t>Pick-and-Place control algorithm</a:t>
            </a:r>
            <a:endParaRPr sz="3200" dirty="0"/>
          </a:p>
        </p:txBody>
      </p:sp>
      <p:sp>
        <p:nvSpPr>
          <p:cNvPr id="13727" name="Google Shape;13727;p37">
            <a:extLst>
              <a:ext uri="{FF2B5EF4-FFF2-40B4-BE49-F238E27FC236}">
                <a16:creationId xmlns:a16="http://schemas.microsoft.com/office/drawing/2014/main" xmlns="" id="{93CD92F5-0034-114A-06F2-4CCF48B745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07873" y="1755202"/>
            <a:ext cx="7692407" cy="242265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1600" dirty="0"/>
              <a:t>Working Scenario</a:t>
            </a:r>
          </a:p>
          <a:p>
            <a:endParaRPr lang="en-US" sz="16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Object arrives on conveyor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/>
              <a:t>Vision system detects and localizes object</a:t>
            </a:r>
          </a:p>
          <a:p>
            <a:pPr marL="139700" indent="0"/>
            <a:r>
              <a:rPr lang="en-US" sz="1600" dirty="0"/>
              <a:t>Control system selects: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Pick position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Place position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Robot performs pick operation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Robot places object at target location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Task is complete and robot goes back to home position</a:t>
            </a:r>
          </a:p>
        </p:txBody>
      </p:sp>
      <p:grpSp>
        <p:nvGrpSpPr>
          <p:cNvPr id="13733" name="Google Shape;13733;p37">
            <a:extLst>
              <a:ext uri="{FF2B5EF4-FFF2-40B4-BE49-F238E27FC236}">
                <a16:creationId xmlns:a16="http://schemas.microsoft.com/office/drawing/2014/main" xmlns="" id="{2A45D5BE-C5F7-8619-7EE0-731D0D50D9B6}"/>
              </a:ext>
            </a:extLst>
          </p:cNvPr>
          <p:cNvGrpSpPr/>
          <p:nvPr/>
        </p:nvGrpSpPr>
        <p:grpSpPr>
          <a:xfrm>
            <a:off x="3884255" y="4521513"/>
            <a:ext cx="300558" cy="283271"/>
            <a:chOff x="3884255" y="4521513"/>
            <a:chExt cx="300558" cy="283271"/>
          </a:xfrm>
        </p:grpSpPr>
        <p:sp>
          <p:nvSpPr>
            <p:cNvPr id="13734" name="Google Shape;13734;p37">
              <a:extLst>
                <a:ext uri="{FF2B5EF4-FFF2-40B4-BE49-F238E27FC236}">
                  <a16:creationId xmlns:a16="http://schemas.microsoft.com/office/drawing/2014/main" xmlns="" id="{0023D2F2-C6CD-954A-92F4-B03854121F56}"/>
                </a:ext>
              </a:extLst>
            </p:cNvPr>
            <p:cNvSpPr/>
            <p:nvPr/>
          </p:nvSpPr>
          <p:spPr>
            <a:xfrm>
              <a:off x="3884255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5" name="Google Shape;13735;p37">
              <a:extLst>
                <a:ext uri="{FF2B5EF4-FFF2-40B4-BE49-F238E27FC236}">
                  <a16:creationId xmlns:a16="http://schemas.microsoft.com/office/drawing/2014/main" xmlns="" id="{A2E689EB-D68E-7DB1-3B15-20E66C136EB4}"/>
                </a:ext>
              </a:extLst>
            </p:cNvPr>
            <p:cNvSpPr/>
            <p:nvPr/>
          </p:nvSpPr>
          <p:spPr>
            <a:xfrm>
              <a:off x="3941980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6" name="Google Shape;13736;p37">
              <a:extLst>
                <a:ext uri="{FF2B5EF4-FFF2-40B4-BE49-F238E27FC236}">
                  <a16:creationId xmlns:a16="http://schemas.microsoft.com/office/drawing/2014/main" xmlns="" id="{5A8F4682-F754-B696-1830-4B16BE4F9C4C}"/>
                </a:ext>
              </a:extLst>
            </p:cNvPr>
            <p:cNvSpPr/>
            <p:nvPr/>
          </p:nvSpPr>
          <p:spPr>
            <a:xfrm>
              <a:off x="394784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7" name="Google Shape;13737;p37">
              <a:extLst>
                <a:ext uri="{FF2B5EF4-FFF2-40B4-BE49-F238E27FC236}">
                  <a16:creationId xmlns:a16="http://schemas.microsoft.com/office/drawing/2014/main" xmlns="" id="{C3A4EA9B-CFF5-E4D6-4909-960E7128620F}"/>
                </a:ext>
              </a:extLst>
            </p:cNvPr>
            <p:cNvSpPr/>
            <p:nvPr/>
          </p:nvSpPr>
          <p:spPr>
            <a:xfrm>
              <a:off x="3976656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38" name="Google Shape;13738;p37">
            <a:extLst>
              <a:ext uri="{FF2B5EF4-FFF2-40B4-BE49-F238E27FC236}">
                <a16:creationId xmlns:a16="http://schemas.microsoft.com/office/drawing/2014/main" xmlns="" id="{2855ADEB-AEDD-994F-3D56-5C81A4B75D28}"/>
              </a:ext>
            </a:extLst>
          </p:cNvPr>
          <p:cNvGrpSpPr/>
          <p:nvPr/>
        </p:nvGrpSpPr>
        <p:grpSpPr>
          <a:xfrm>
            <a:off x="4415919" y="4475313"/>
            <a:ext cx="156092" cy="306422"/>
            <a:chOff x="474406" y="2974600"/>
            <a:chExt cx="106759" cy="209577"/>
          </a:xfrm>
        </p:grpSpPr>
        <p:sp>
          <p:nvSpPr>
            <p:cNvPr id="13739" name="Google Shape;13739;p37">
              <a:extLst>
                <a:ext uri="{FF2B5EF4-FFF2-40B4-BE49-F238E27FC236}">
                  <a16:creationId xmlns:a16="http://schemas.microsoft.com/office/drawing/2014/main" xmlns="" id="{92D26AAE-B3C6-E11C-664F-F889AD7D34DF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0" name="Google Shape;13740;p37">
              <a:extLst>
                <a:ext uri="{FF2B5EF4-FFF2-40B4-BE49-F238E27FC236}">
                  <a16:creationId xmlns:a16="http://schemas.microsoft.com/office/drawing/2014/main" xmlns="" id="{13F6DC1A-5599-7ED3-0E94-D2E4B5A7E0DA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1" name="Google Shape;13741;p37">
              <a:extLst>
                <a:ext uri="{FF2B5EF4-FFF2-40B4-BE49-F238E27FC236}">
                  <a16:creationId xmlns:a16="http://schemas.microsoft.com/office/drawing/2014/main" xmlns="" id="{DAEF73C7-7479-61A2-C497-FB8B2050F52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2" name="Google Shape;13742;p37">
              <a:extLst>
                <a:ext uri="{FF2B5EF4-FFF2-40B4-BE49-F238E27FC236}">
                  <a16:creationId xmlns:a16="http://schemas.microsoft.com/office/drawing/2014/main" xmlns="" id="{E500A1FB-3F4B-2951-3AF1-6F3EA2985AB6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3" name="Google Shape;13743;p37">
            <a:extLst>
              <a:ext uri="{FF2B5EF4-FFF2-40B4-BE49-F238E27FC236}">
                <a16:creationId xmlns:a16="http://schemas.microsoft.com/office/drawing/2014/main" xmlns="" id="{1B554E63-2F32-E271-A723-7DE00CD90F95}"/>
              </a:ext>
            </a:extLst>
          </p:cNvPr>
          <p:cNvGrpSpPr/>
          <p:nvPr/>
        </p:nvGrpSpPr>
        <p:grpSpPr>
          <a:xfrm>
            <a:off x="7187429" y="4388338"/>
            <a:ext cx="230087" cy="393387"/>
            <a:chOff x="1267792" y="5309150"/>
            <a:chExt cx="230087" cy="393387"/>
          </a:xfrm>
        </p:grpSpPr>
        <p:sp>
          <p:nvSpPr>
            <p:cNvPr id="13744" name="Google Shape;13744;p37">
              <a:extLst>
                <a:ext uri="{FF2B5EF4-FFF2-40B4-BE49-F238E27FC236}">
                  <a16:creationId xmlns:a16="http://schemas.microsoft.com/office/drawing/2014/main" xmlns="" id="{14A2FE97-B991-AA5E-6B1B-4CF73BF06750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5" name="Google Shape;13745;p37">
              <a:extLst>
                <a:ext uri="{FF2B5EF4-FFF2-40B4-BE49-F238E27FC236}">
                  <a16:creationId xmlns:a16="http://schemas.microsoft.com/office/drawing/2014/main" xmlns="" id="{CB6B2F9C-704B-D24B-C0DA-FF6DC76257F4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6" name="Google Shape;13746;p37">
              <a:extLst>
                <a:ext uri="{FF2B5EF4-FFF2-40B4-BE49-F238E27FC236}">
                  <a16:creationId xmlns:a16="http://schemas.microsoft.com/office/drawing/2014/main" xmlns="" id="{E3C3B431-4F66-643D-1763-E3A335A9AC38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50" name="Google Shape;13750;p37">
            <a:extLst>
              <a:ext uri="{FF2B5EF4-FFF2-40B4-BE49-F238E27FC236}">
                <a16:creationId xmlns:a16="http://schemas.microsoft.com/office/drawing/2014/main" xmlns="" id="{292A08AC-D7EC-CFCC-6B10-16E6A24EE3B7}"/>
              </a:ext>
            </a:extLst>
          </p:cNvPr>
          <p:cNvSpPr/>
          <p:nvPr/>
        </p:nvSpPr>
        <p:spPr>
          <a:xfrm rot="9822162">
            <a:off x="8295469" y="984913"/>
            <a:ext cx="937298" cy="1069474"/>
          </a:xfrm>
          <a:custGeom>
            <a:avLst/>
            <a:gdLst/>
            <a:ahLst/>
            <a:cxnLst/>
            <a:rect l="l" t="t" r="r" b="b"/>
            <a:pathLst>
              <a:path w="12835" h="14645" extrusionOk="0">
                <a:moveTo>
                  <a:pt x="12835" y="2930"/>
                </a:moveTo>
                <a:lnTo>
                  <a:pt x="9131" y="1"/>
                </a:lnTo>
                <a:lnTo>
                  <a:pt x="0" y="11716"/>
                </a:lnTo>
                <a:lnTo>
                  <a:pt x="3726" y="14644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1" name="Google Shape;13751;p37">
            <a:extLst>
              <a:ext uri="{FF2B5EF4-FFF2-40B4-BE49-F238E27FC236}">
                <a16:creationId xmlns:a16="http://schemas.microsoft.com/office/drawing/2014/main" xmlns="" id="{DB3428BE-6F7B-CEFB-0BD0-CA1708CAA696}"/>
              </a:ext>
            </a:extLst>
          </p:cNvPr>
          <p:cNvSpPr/>
          <p:nvPr/>
        </p:nvSpPr>
        <p:spPr>
          <a:xfrm rot="2372572">
            <a:off x="8254493" y="2126040"/>
            <a:ext cx="896472" cy="713980"/>
          </a:xfrm>
          <a:custGeom>
            <a:avLst/>
            <a:gdLst/>
            <a:ahLst/>
            <a:cxnLst/>
            <a:rect l="l" t="t" r="r" b="b"/>
            <a:pathLst>
              <a:path w="12276" h="9777" extrusionOk="0">
                <a:moveTo>
                  <a:pt x="9820" y="9777"/>
                </a:moveTo>
                <a:lnTo>
                  <a:pt x="12275" y="5362"/>
                </a:lnTo>
                <a:lnTo>
                  <a:pt x="2456" y="0"/>
                </a:lnTo>
                <a:lnTo>
                  <a:pt x="1" y="441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2" name="Google Shape;13752;p37">
            <a:extLst>
              <a:ext uri="{FF2B5EF4-FFF2-40B4-BE49-F238E27FC236}">
                <a16:creationId xmlns:a16="http://schemas.microsoft.com/office/drawing/2014/main" xmlns="" id="{B2842781-152C-DF56-E102-B548CA2DC013}"/>
              </a:ext>
            </a:extLst>
          </p:cNvPr>
          <p:cNvSpPr/>
          <p:nvPr/>
        </p:nvSpPr>
        <p:spPr>
          <a:xfrm rot="2711566">
            <a:off x="8262978" y="2245872"/>
            <a:ext cx="864924" cy="671552"/>
          </a:xfrm>
          <a:custGeom>
            <a:avLst/>
            <a:gdLst/>
            <a:ahLst/>
            <a:cxnLst/>
            <a:rect l="l" t="t" r="r" b="b"/>
            <a:pathLst>
              <a:path w="11844" h="9196" extrusionOk="0">
                <a:moveTo>
                  <a:pt x="11844" y="5534"/>
                </a:moveTo>
                <a:lnTo>
                  <a:pt x="2132" y="0"/>
                </a:lnTo>
                <a:lnTo>
                  <a:pt x="0" y="3661"/>
                </a:lnTo>
                <a:lnTo>
                  <a:pt x="9712" y="9195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3" name="Google Shape;13753;p37">
            <a:extLst>
              <a:ext uri="{FF2B5EF4-FFF2-40B4-BE49-F238E27FC236}">
                <a16:creationId xmlns:a16="http://schemas.microsoft.com/office/drawing/2014/main" xmlns="" id="{E34A032D-B675-47F4-C7F9-8E7734D532E6}"/>
              </a:ext>
            </a:extLst>
          </p:cNvPr>
          <p:cNvSpPr/>
          <p:nvPr/>
        </p:nvSpPr>
        <p:spPr>
          <a:xfrm rot="2679620">
            <a:off x="8885818" y="3247833"/>
            <a:ext cx="709305" cy="498552"/>
          </a:xfrm>
          <a:custGeom>
            <a:avLst/>
            <a:gdLst/>
            <a:ahLst/>
            <a:cxnLst/>
            <a:rect l="l" t="t" r="r" b="b"/>
            <a:pathLst>
              <a:path w="9713" h="6827" extrusionOk="0">
                <a:moveTo>
                  <a:pt x="0" y="4005"/>
                </a:moveTo>
                <a:lnTo>
                  <a:pt x="2369" y="0"/>
                </a:lnTo>
                <a:lnTo>
                  <a:pt x="7408" y="3532"/>
                </a:lnTo>
                <a:lnTo>
                  <a:pt x="9712" y="6374"/>
                </a:lnTo>
                <a:lnTo>
                  <a:pt x="9002" y="6826"/>
                </a:lnTo>
                <a:lnTo>
                  <a:pt x="6698" y="4005"/>
                </a:lnTo>
                <a:lnTo>
                  <a:pt x="3381" y="2046"/>
                </a:lnTo>
                <a:lnTo>
                  <a:pt x="1788" y="4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4" name="Google Shape;13754;p37">
            <a:extLst>
              <a:ext uri="{FF2B5EF4-FFF2-40B4-BE49-F238E27FC236}">
                <a16:creationId xmlns:a16="http://schemas.microsoft.com/office/drawing/2014/main" xmlns="" id="{AB409A86-8316-8EAC-9561-9B4E66765CD1}"/>
              </a:ext>
            </a:extLst>
          </p:cNvPr>
          <p:cNvSpPr/>
          <p:nvPr/>
        </p:nvSpPr>
        <p:spPr>
          <a:xfrm rot="1665703">
            <a:off x="8559794" y="3327395"/>
            <a:ext cx="677831" cy="534773"/>
          </a:xfrm>
          <a:custGeom>
            <a:avLst/>
            <a:gdLst/>
            <a:ahLst/>
            <a:cxnLst/>
            <a:rect l="l" t="t" r="r" b="b"/>
            <a:pathLst>
              <a:path w="9282" h="7323" extrusionOk="0">
                <a:moveTo>
                  <a:pt x="2347" y="0"/>
                </a:moveTo>
                <a:lnTo>
                  <a:pt x="0" y="4006"/>
                </a:lnTo>
                <a:lnTo>
                  <a:pt x="5556" y="6698"/>
                </a:lnTo>
                <a:lnTo>
                  <a:pt x="9152" y="7322"/>
                </a:lnTo>
                <a:lnTo>
                  <a:pt x="9281" y="6396"/>
                </a:lnTo>
                <a:lnTo>
                  <a:pt x="5621" y="5858"/>
                </a:lnTo>
                <a:lnTo>
                  <a:pt x="2304" y="3898"/>
                </a:lnTo>
                <a:lnTo>
                  <a:pt x="3898" y="116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5" name="Google Shape;13755;p37">
            <a:extLst>
              <a:ext uri="{FF2B5EF4-FFF2-40B4-BE49-F238E27FC236}">
                <a16:creationId xmlns:a16="http://schemas.microsoft.com/office/drawing/2014/main" xmlns="" id="{6A7775A5-B23B-2FC7-AC2A-57611445117A}"/>
              </a:ext>
            </a:extLst>
          </p:cNvPr>
          <p:cNvSpPr/>
          <p:nvPr/>
        </p:nvSpPr>
        <p:spPr>
          <a:xfrm rot="3063263">
            <a:off x="8893717" y="3246868"/>
            <a:ext cx="682577" cy="465544"/>
          </a:xfrm>
          <a:custGeom>
            <a:avLst/>
            <a:gdLst/>
            <a:ahLst/>
            <a:cxnLst/>
            <a:rect l="l" t="t" r="r" b="b"/>
            <a:pathLst>
              <a:path w="9347" h="6375" extrusionOk="0">
                <a:moveTo>
                  <a:pt x="2305" y="0"/>
                </a:moveTo>
                <a:lnTo>
                  <a:pt x="7042" y="3317"/>
                </a:lnTo>
                <a:lnTo>
                  <a:pt x="9346" y="6159"/>
                </a:lnTo>
                <a:lnTo>
                  <a:pt x="9002" y="6375"/>
                </a:lnTo>
                <a:lnTo>
                  <a:pt x="6676" y="3963"/>
                </a:lnTo>
                <a:lnTo>
                  <a:pt x="3360" y="2025"/>
                </a:lnTo>
                <a:lnTo>
                  <a:pt x="3338" y="2025"/>
                </a:lnTo>
                <a:lnTo>
                  <a:pt x="3015" y="1831"/>
                </a:lnTo>
                <a:lnTo>
                  <a:pt x="1422" y="4566"/>
                </a:lnTo>
                <a:lnTo>
                  <a:pt x="1" y="3941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6" name="Google Shape;13756;p37">
            <a:extLst>
              <a:ext uri="{FF2B5EF4-FFF2-40B4-BE49-F238E27FC236}">
                <a16:creationId xmlns:a16="http://schemas.microsoft.com/office/drawing/2014/main" xmlns="" id="{C20F44EE-6F7F-CB04-F8FB-47A0DBE5788C}"/>
              </a:ext>
            </a:extLst>
          </p:cNvPr>
          <p:cNvSpPr/>
          <p:nvPr/>
        </p:nvSpPr>
        <p:spPr>
          <a:xfrm rot="1176085">
            <a:off x="8575910" y="3296497"/>
            <a:ext cx="644823" cy="517466"/>
          </a:xfrm>
          <a:custGeom>
            <a:avLst/>
            <a:gdLst/>
            <a:ahLst/>
            <a:cxnLst/>
            <a:rect l="l" t="t" r="r" b="b"/>
            <a:pathLst>
              <a:path w="8830" h="7086" extrusionOk="0">
                <a:moveTo>
                  <a:pt x="1" y="3941"/>
                </a:moveTo>
                <a:lnTo>
                  <a:pt x="5212" y="6461"/>
                </a:lnTo>
                <a:lnTo>
                  <a:pt x="8808" y="7085"/>
                </a:lnTo>
                <a:lnTo>
                  <a:pt x="8830" y="6676"/>
                </a:lnTo>
                <a:lnTo>
                  <a:pt x="5600" y="5793"/>
                </a:lnTo>
                <a:lnTo>
                  <a:pt x="5277" y="5621"/>
                </a:lnTo>
                <a:lnTo>
                  <a:pt x="5277" y="5621"/>
                </a:lnTo>
                <a:lnTo>
                  <a:pt x="1960" y="3661"/>
                </a:lnTo>
                <a:lnTo>
                  <a:pt x="3554" y="926"/>
                </a:lnTo>
                <a:lnTo>
                  <a:pt x="2326" y="0"/>
                </a:ln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7" name="Google Shape;13757;p37">
            <a:extLst>
              <a:ext uri="{FF2B5EF4-FFF2-40B4-BE49-F238E27FC236}">
                <a16:creationId xmlns:a16="http://schemas.microsoft.com/office/drawing/2014/main" xmlns="" id="{3B02B786-36EE-7574-C546-EB4CB80416C3}"/>
              </a:ext>
            </a:extLst>
          </p:cNvPr>
          <p:cNvSpPr/>
          <p:nvPr/>
        </p:nvSpPr>
        <p:spPr>
          <a:xfrm rot="2132748">
            <a:off x="8849746" y="3073502"/>
            <a:ext cx="355492" cy="295685"/>
          </a:xfrm>
          <a:custGeom>
            <a:avLst/>
            <a:gdLst/>
            <a:ahLst/>
            <a:cxnLst/>
            <a:rect l="l" t="t" r="r" b="b"/>
            <a:pathLst>
              <a:path w="4868" h="4049" extrusionOk="0">
                <a:moveTo>
                  <a:pt x="3769" y="4049"/>
                </a:moveTo>
                <a:lnTo>
                  <a:pt x="4867" y="2175"/>
                </a:lnTo>
                <a:lnTo>
                  <a:pt x="1099" y="0"/>
                </a:lnTo>
                <a:lnTo>
                  <a:pt x="0" y="189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58" name="Google Shape;13758;p37">
            <a:extLst>
              <a:ext uri="{FF2B5EF4-FFF2-40B4-BE49-F238E27FC236}">
                <a16:creationId xmlns:a16="http://schemas.microsoft.com/office/drawing/2014/main" xmlns="" id="{7B0728CA-67F2-22FD-6692-78A64610C626}"/>
              </a:ext>
            </a:extLst>
          </p:cNvPr>
          <p:cNvSpPr/>
          <p:nvPr/>
        </p:nvSpPr>
        <p:spPr>
          <a:xfrm rot="2770837">
            <a:off x="9306304" y="2992953"/>
            <a:ext cx="221781" cy="217035"/>
          </a:xfrm>
          <a:custGeom>
            <a:avLst/>
            <a:gdLst/>
            <a:ahLst/>
            <a:cxnLst/>
            <a:rect l="l" t="t" r="r" b="b"/>
            <a:pathLst>
              <a:path w="3037" h="2972" extrusionOk="0">
                <a:moveTo>
                  <a:pt x="3037" y="1120"/>
                </a:moveTo>
                <a:lnTo>
                  <a:pt x="1099" y="0"/>
                </a:lnTo>
                <a:lnTo>
                  <a:pt x="0" y="1895"/>
                </a:lnTo>
                <a:lnTo>
                  <a:pt x="1895" y="2972"/>
                </a:lnTo>
                <a:cubicBezTo>
                  <a:pt x="2520" y="2541"/>
                  <a:pt x="2929" y="1852"/>
                  <a:pt x="3037" y="1120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59" name="Google Shape;13759;p37">
            <a:extLst>
              <a:ext uri="{FF2B5EF4-FFF2-40B4-BE49-F238E27FC236}">
                <a16:creationId xmlns:a16="http://schemas.microsoft.com/office/drawing/2014/main" xmlns="" id="{BA2A9A39-FDF9-FF80-CC09-1D2E496E24D8}"/>
              </a:ext>
            </a:extLst>
          </p:cNvPr>
          <p:cNvSpPr/>
          <p:nvPr/>
        </p:nvSpPr>
        <p:spPr>
          <a:xfrm rot="2460574">
            <a:off x="8821863" y="3164027"/>
            <a:ext cx="311458" cy="319272"/>
          </a:xfrm>
          <a:custGeom>
            <a:avLst/>
            <a:gdLst/>
            <a:ahLst/>
            <a:cxnLst/>
            <a:rect l="l" t="t" r="r" b="b"/>
            <a:pathLst>
              <a:path w="4265" h="4372" extrusionOk="0">
                <a:moveTo>
                  <a:pt x="3942" y="1637"/>
                </a:moveTo>
                <a:cubicBezTo>
                  <a:pt x="3446" y="151"/>
                  <a:pt x="1401" y="0"/>
                  <a:pt x="690" y="1400"/>
                </a:cubicBezTo>
                <a:cubicBezTo>
                  <a:pt x="1" y="2800"/>
                  <a:pt x="1336" y="4372"/>
                  <a:pt x="2843" y="3876"/>
                </a:cubicBezTo>
                <a:cubicBezTo>
                  <a:pt x="3748" y="3553"/>
                  <a:pt x="4265" y="2563"/>
                  <a:pt x="3942" y="163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0" name="Google Shape;13760;p37">
            <a:extLst>
              <a:ext uri="{FF2B5EF4-FFF2-40B4-BE49-F238E27FC236}">
                <a16:creationId xmlns:a16="http://schemas.microsoft.com/office/drawing/2014/main" xmlns="" id="{1346F10B-50D8-A69D-2B13-539D40D7DCCD}"/>
              </a:ext>
            </a:extLst>
          </p:cNvPr>
          <p:cNvSpPr/>
          <p:nvPr/>
        </p:nvSpPr>
        <p:spPr>
          <a:xfrm rot="2460574">
            <a:off x="8826506" y="3227053"/>
            <a:ext cx="303644" cy="317739"/>
          </a:xfrm>
          <a:custGeom>
            <a:avLst/>
            <a:gdLst/>
            <a:ahLst/>
            <a:cxnLst/>
            <a:rect l="l" t="t" r="r" b="b"/>
            <a:pathLst>
              <a:path w="4158" h="4351" extrusionOk="0">
                <a:moveTo>
                  <a:pt x="3640" y="1422"/>
                </a:moveTo>
                <a:cubicBezTo>
                  <a:pt x="3511" y="1056"/>
                  <a:pt x="3274" y="754"/>
                  <a:pt x="2973" y="539"/>
                </a:cubicBezTo>
                <a:cubicBezTo>
                  <a:pt x="2154" y="1"/>
                  <a:pt x="1056" y="237"/>
                  <a:pt x="518" y="1056"/>
                </a:cubicBezTo>
                <a:cubicBezTo>
                  <a:pt x="1" y="1874"/>
                  <a:pt x="216" y="2972"/>
                  <a:pt x="1035" y="3489"/>
                </a:cubicBezTo>
                <a:cubicBezTo>
                  <a:pt x="2434" y="4351"/>
                  <a:pt x="4157" y="2994"/>
                  <a:pt x="3640" y="1422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1" name="Google Shape;13761;p37">
            <a:extLst>
              <a:ext uri="{FF2B5EF4-FFF2-40B4-BE49-F238E27FC236}">
                <a16:creationId xmlns:a16="http://schemas.microsoft.com/office/drawing/2014/main" xmlns="" id="{F3B156F3-A120-D2C8-97B3-89BCC7112888}"/>
              </a:ext>
            </a:extLst>
          </p:cNvPr>
          <p:cNvSpPr/>
          <p:nvPr/>
        </p:nvSpPr>
        <p:spPr>
          <a:xfrm rot="5386137">
            <a:off x="8296204" y="1759325"/>
            <a:ext cx="577201" cy="578809"/>
          </a:xfrm>
          <a:custGeom>
            <a:avLst/>
            <a:gdLst/>
            <a:ahLst/>
            <a:cxnLst/>
            <a:rect l="l" t="t" r="r" b="b"/>
            <a:pathLst>
              <a:path w="7904" h="7926" extrusionOk="0">
                <a:moveTo>
                  <a:pt x="3166" y="453"/>
                </a:moveTo>
                <a:cubicBezTo>
                  <a:pt x="5104" y="1"/>
                  <a:pt x="7042" y="1228"/>
                  <a:pt x="7472" y="3167"/>
                </a:cubicBezTo>
                <a:cubicBezTo>
                  <a:pt x="7903" y="5105"/>
                  <a:pt x="6697" y="7043"/>
                  <a:pt x="4759" y="7473"/>
                </a:cubicBezTo>
                <a:cubicBezTo>
                  <a:pt x="2800" y="7926"/>
                  <a:pt x="883" y="6698"/>
                  <a:pt x="452" y="4760"/>
                </a:cubicBezTo>
                <a:cubicBezTo>
                  <a:pt x="0" y="2822"/>
                  <a:pt x="1228" y="884"/>
                  <a:pt x="3166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2" name="Google Shape;13762;p37">
            <a:extLst>
              <a:ext uri="{FF2B5EF4-FFF2-40B4-BE49-F238E27FC236}">
                <a16:creationId xmlns:a16="http://schemas.microsoft.com/office/drawing/2014/main" xmlns="" id="{1E074B9E-7136-1D6B-EE17-031D97A0EF15}"/>
              </a:ext>
            </a:extLst>
          </p:cNvPr>
          <p:cNvSpPr/>
          <p:nvPr/>
        </p:nvSpPr>
        <p:spPr>
          <a:xfrm rot="5386137">
            <a:off x="8299203" y="1804557"/>
            <a:ext cx="547333" cy="520606"/>
          </a:xfrm>
          <a:custGeom>
            <a:avLst/>
            <a:gdLst/>
            <a:ahLst/>
            <a:cxnLst/>
            <a:rect l="l" t="t" r="r" b="b"/>
            <a:pathLst>
              <a:path w="7495" h="7129" extrusionOk="0">
                <a:moveTo>
                  <a:pt x="6224" y="969"/>
                </a:moveTo>
                <a:cubicBezTo>
                  <a:pt x="6633" y="1422"/>
                  <a:pt x="6913" y="1982"/>
                  <a:pt x="7063" y="2585"/>
                </a:cubicBezTo>
                <a:cubicBezTo>
                  <a:pt x="7494" y="4523"/>
                  <a:pt x="6267" y="6461"/>
                  <a:pt x="4329" y="6891"/>
                </a:cubicBezTo>
                <a:cubicBezTo>
                  <a:pt x="3252" y="7128"/>
                  <a:pt x="2132" y="6870"/>
                  <a:pt x="1271" y="6181"/>
                </a:cubicBezTo>
                <a:cubicBezTo>
                  <a:pt x="862" y="5707"/>
                  <a:pt x="560" y="5147"/>
                  <a:pt x="431" y="4566"/>
                </a:cubicBezTo>
                <a:cubicBezTo>
                  <a:pt x="0" y="2606"/>
                  <a:pt x="1206" y="690"/>
                  <a:pt x="3144" y="259"/>
                </a:cubicBezTo>
                <a:cubicBezTo>
                  <a:pt x="4221" y="0"/>
                  <a:pt x="5362" y="280"/>
                  <a:pt x="6224" y="96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3" name="Google Shape;13763;p37">
            <a:extLst>
              <a:ext uri="{FF2B5EF4-FFF2-40B4-BE49-F238E27FC236}">
                <a16:creationId xmlns:a16="http://schemas.microsoft.com/office/drawing/2014/main" xmlns="" id="{A5FADC26-0C6D-B048-33CF-B0E77C913F96}"/>
              </a:ext>
            </a:extLst>
          </p:cNvPr>
          <p:cNvSpPr/>
          <p:nvPr/>
        </p:nvSpPr>
        <p:spPr>
          <a:xfrm rot="5386137">
            <a:off x="8403884" y="1915706"/>
            <a:ext cx="333438" cy="333439"/>
          </a:xfrm>
          <a:custGeom>
            <a:avLst/>
            <a:gdLst/>
            <a:ahLst/>
            <a:cxnLst/>
            <a:rect l="l" t="t" r="r" b="b"/>
            <a:pathLst>
              <a:path w="4566" h="4566" extrusionOk="0">
                <a:moveTo>
                  <a:pt x="1831" y="259"/>
                </a:moveTo>
                <a:cubicBezTo>
                  <a:pt x="2951" y="1"/>
                  <a:pt x="4070" y="690"/>
                  <a:pt x="4329" y="1831"/>
                </a:cubicBezTo>
                <a:cubicBezTo>
                  <a:pt x="4566" y="2951"/>
                  <a:pt x="3877" y="4049"/>
                  <a:pt x="2735" y="4307"/>
                </a:cubicBezTo>
                <a:cubicBezTo>
                  <a:pt x="1615" y="4566"/>
                  <a:pt x="517" y="3855"/>
                  <a:pt x="259" y="2735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4" name="Google Shape;13764;p37">
            <a:extLst>
              <a:ext uri="{FF2B5EF4-FFF2-40B4-BE49-F238E27FC236}">
                <a16:creationId xmlns:a16="http://schemas.microsoft.com/office/drawing/2014/main" xmlns="" id="{8A3DE6C6-E234-9150-5790-4ED47EE86F07}"/>
              </a:ext>
            </a:extLst>
          </p:cNvPr>
          <p:cNvSpPr/>
          <p:nvPr/>
        </p:nvSpPr>
        <p:spPr>
          <a:xfrm rot="5386137">
            <a:off x="8417313" y="1881978"/>
            <a:ext cx="334972" cy="333439"/>
          </a:xfrm>
          <a:custGeom>
            <a:avLst/>
            <a:gdLst/>
            <a:ahLst/>
            <a:cxnLst/>
            <a:rect l="l" t="t" r="r" b="b"/>
            <a:pathLst>
              <a:path w="4587" h="4566" extrusionOk="0">
                <a:moveTo>
                  <a:pt x="1831" y="259"/>
                </a:moveTo>
                <a:cubicBezTo>
                  <a:pt x="2950" y="1"/>
                  <a:pt x="4070" y="711"/>
                  <a:pt x="4329" y="1831"/>
                </a:cubicBezTo>
                <a:cubicBezTo>
                  <a:pt x="4587" y="2951"/>
                  <a:pt x="3876" y="4071"/>
                  <a:pt x="2757" y="4308"/>
                </a:cubicBezTo>
                <a:cubicBezTo>
                  <a:pt x="1637" y="4566"/>
                  <a:pt x="517" y="3855"/>
                  <a:pt x="259" y="2736"/>
                </a:cubicBezTo>
                <a:cubicBezTo>
                  <a:pt x="0" y="1616"/>
                  <a:pt x="711" y="496"/>
                  <a:pt x="1831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5" name="Google Shape;13765;p37">
            <a:extLst>
              <a:ext uri="{FF2B5EF4-FFF2-40B4-BE49-F238E27FC236}">
                <a16:creationId xmlns:a16="http://schemas.microsoft.com/office/drawing/2014/main" xmlns="" id="{5EB0B618-9402-2944-EF72-F12CF6514DD6}"/>
              </a:ext>
            </a:extLst>
          </p:cNvPr>
          <p:cNvSpPr/>
          <p:nvPr/>
        </p:nvSpPr>
        <p:spPr>
          <a:xfrm rot="5386137">
            <a:off x="8426190" y="1924670"/>
            <a:ext cx="297217" cy="287871"/>
          </a:xfrm>
          <a:custGeom>
            <a:avLst/>
            <a:gdLst/>
            <a:ahLst/>
            <a:cxnLst/>
            <a:rect l="l" t="t" r="r" b="b"/>
            <a:pathLst>
              <a:path w="4070" h="3942" extrusionOk="0">
                <a:moveTo>
                  <a:pt x="3122" y="216"/>
                </a:moveTo>
                <a:cubicBezTo>
                  <a:pt x="3467" y="496"/>
                  <a:pt x="3725" y="905"/>
                  <a:pt x="3812" y="1357"/>
                </a:cubicBezTo>
                <a:cubicBezTo>
                  <a:pt x="4070" y="2477"/>
                  <a:pt x="3359" y="3597"/>
                  <a:pt x="2240" y="3834"/>
                </a:cubicBezTo>
                <a:cubicBezTo>
                  <a:pt x="1809" y="3941"/>
                  <a:pt x="1357" y="3898"/>
                  <a:pt x="948" y="3704"/>
                </a:cubicBezTo>
                <a:cubicBezTo>
                  <a:pt x="581" y="3403"/>
                  <a:pt x="345" y="3015"/>
                  <a:pt x="237" y="2563"/>
                </a:cubicBezTo>
                <a:cubicBezTo>
                  <a:pt x="0" y="1443"/>
                  <a:pt x="689" y="345"/>
                  <a:pt x="1809" y="87"/>
                </a:cubicBezTo>
                <a:cubicBezTo>
                  <a:pt x="2240" y="0"/>
                  <a:pt x="2713" y="43"/>
                  <a:pt x="3122" y="216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6" name="Google Shape;13766;p37">
            <a:extLst>
              <a:ext uri="{FF2B5EF4-FFF2-40B4-BE49-F238E27FC236}">
                <a16:creationId xmlns:a16="http://schemas.microsoft.com/office/drawing/2014/main" xmlns="" id="{696BACE9-342C-004D-B924-9113CA1FB117}"/>
              </a:ext>
            </a:extLst>
          </p:cNvPr>
          <p:cNvSpPr/>
          <p:nvPr/>
        </p:nvSpPr>
        <p:spPr>
          <a:xfrm rot="5386137">
            <a:off x="8445409" y="1920695"/>
            <a:ext cx="275237" cy="268956"/>
          </a:xfrm>
          <a:custGeom>
            <a:avLst/>
            <a:gdLst/>
            <a:ahLst/>
            <a:cxnLst/>
            <a:rect l="l" t="t" r="r" b="b"/>
            <a:pathLst>
              <a:path w="3769" h="3683" extrusionOk="0">
                <a:moveTo>
                  <a:pt x="754" y="3510"/>
                </a:moveTo>
                <a:cubicBezTo>
                  <a:pt x="496" y="3252"/>
                  <a:pt x="324" y="2929"/>
                  <a:pt x="259" y="2563"/>
                </a:cubicBezTo>
                <a:cubicBezTo>
                  <a:pt x="0" y="1443"/>
                  <a:pt x="711" y="345"/>
                  <a:pt x="1831" y="87"/>
                </a:cubicBezTo>
                <a:cubicBezTo>
                  <a:pt x="2240" y="0"/>
                  <a:pt x="2649" y="22"/>
                  <a:pt x="3037" y="173"/>
                </a:cubicBezTo>
                <a:cubicBezTo>
                  <a:pt x="3274" y="453"/>
                  <a:pt x="3446" y="776"/>
                  <a:pt x="3511" y="1120"/>
                </a:cubicBezTo>
                <a:cubicBezTo>
                  <a:pt x="3769" y="2240"/>
                  <a:pt x="3058" y="3338"/>
                  <a:pt x="1939" y="3597"/>
                </a:cubicBezTo>
                <a:cubicBezTo>
                  <a:pt x="1551" y="3683"/>
                  <a:pt x="1120" y="3640"/>
                  <a:pt x="754" y="3510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7" name="Google Shape;13767;p37">
            <a:extLst>
              <a:ext uri="{FF2B5EF4-FFF2-40B4-BE49-F238E27FC236}">
                <a16:creationId xmlns:a16="http://schemas.microsoft.com/office/drawing/2014/main" xmlns="" id="{30785CE2-56D8-C118-6FB5-6959BEF3454D}"/>
              </a:ext>
            </a:extLst>
          </p:cNvPr>
          <p:cNvSpPr/>
          <p:nvPr/>
        </p:nvSpPr>
        <p:spPr>
          <a:xfrm rot="5386137">
            <a:off x="8683455" y="2690802"/>
            <a:ext cx="445169" cy="445096"/>
          </a:xfrm>
          <a:custGeom>
            <a:avLst/>
            <a:gdLst/>
            <a:ahLst/>
            <a:cxnLst/>
            <a:rect l="l" t="t" r="r" b="b"/>
            <a:pathLst>
              <a:path w="6096" h="6095" extrusionOk="0">
                <a:moveTo>
                  <a:pt x="2219" y="453"/>
                </a:moveTo>
                <a:cubicBezTo>
                  <a:pt x="3662" y="0"/>
                  <a:pt x="5191" y="797"/>
                  <a:pt x="5643" y="2219"/>
                </a:cubicBezTo>
                <a:cubicBezTo>
                  <a:pt x="6095" y="3661"/>
                  <a:pt x="5320" y="5190"/>
                  <a:pt x="3877" y="5642"/>
                </a:cubicBezTo>
                <a:cubicBezTo>
                  <a:pt x="2434" y="6095"/>
                  <a:pt x="905" y="5319"/>
                  <a:pt x="453" y="3877"/>
                </a:cubicBezTo>
                <a:cubicBezTo>
                  <a:pt x="1" y="2434"/>
                  <a:pt x="776" y="905"/>
                  <a:pt x="2219" y="453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8" name="Google Shape;13768;p37">
            <a:extLst>
              <a:ext uri="{FF2B5EF4-FFF2-40B4-BE49-F238E27FC236}">
                <a16:creationId xmlns:a16="http://schemas.microsoft.com/office/drawing/2014/main" xmlns="" id="{28AC4392-BB4D-5819-372E-157DF95E23BA}"/>
              </a:ext>
            </a:extLst>
          </p:cNvPr>
          <p:cNvSpPr/>
          <p:nvPr/>
        </p:nvSpPr>
        <p:spPr>
          <a:xfrm rot="5386137">
            <a:off x="8686980" y="2727018"/>
            <a:ext cx="421581" cy="397922"/>
          </a:xfrm>
          <a:custGeom>
            <a:avLst/>
            <a:gdLst/>
            <a:ahLst/>
            <a:cxnLst/>
            <a:rect l="l" t="t" r="r" b="b"/>
            <a:pathLst>
              <a:path w="5773" h="5449" extrusionOk="0">
                <a:moveTo>
                  <a:pt x="4588" y="604"/>
                </a:moveTo>
                <a:cubicBezTo>
                  <a:pt x="4932" y="927"/>
                  <a:pt x="5191" y="1336"/>
                  <a:pt x="5320" y="1767"/>
                </a:cubicBezTo>
                <a:cubicBezTo>
                  <a:pt x="5772" y="3209"/>
                  <a:pt x="4997" y="4738"/>
                  <a:pt x="3554" y="5190"/>
                </a:cubicBezTo>
                <a:cubicBezTo>
                  <a:pt x="2757" y="5449"/>
                  <a:pt x="1874" y="5320"/>
                  <a:pt x="1185" y="4846"/>
                </a:cubicBezTo>
                <a:cubicBezTo>
                  <a:pt x="841" y="4523"/>
                  <a:pt x="582" y="4114"/>
                  <a:pt x="453" y="3683"/>
                </a:cubicBezTo>
                <a:cubicBezTo>
                  <a:pt x="1" y="2240"/>
                  <a:pt x="798" y="711"/>
                  <a:pt x="2219" y="259"/>
                </a:cubicBezTo>
                <a:cubicBezTo>
                  <a:pt x="3016" y="1"/>
                  <a:pt x="3899" y="130"/>
                  <a:pt x="4588" y="60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69" name="Google Shape;13769;p37">
            <a:extLst>
              <a:ext uri="{FF2B5EF4-FFF2-40B4-BE49-F238E27FC236}">
                <a16:creationId xmlns:a16="http://schemas.microsoft.com/office/drawing/2014/main" xmlns="" id="{2B4E95F8-55A8-73C2-F24F-EF4325570E12}"/>
              </a:ext>
            </a:extLst>
          </p:cNvPr>
          <p:cNvSpPr/>
          <p:nvPr/>
        </p:nvSpPr>
        <p:spPr>
          <a:xfrm rot="5386137">
            <a:off x="8768539" y="2810467"/>
            <a:ext cx="258002" cy="259536"/>
          </a:xfrm>
          <a:custGeom>
            <a:avLst/>
            <a:gdLst/>
            <a:ahLst/>
            <a:cxnLst/>
            <a:rect l="l" t="t" r="r" b="b"/>
            <a:pathLst>
              <a:path w="3533" h="3554" extrusionOk="0">
                <a:moveTo>
                  <a:pt x="1292" y="281"/>
                </a:moveTo>
                <a:cubicBezTo>
                  <a:pt x="2111" y="1"/>
                  <a:pt x="2994" y="475"/>
                  <a:pt x="3274" y="1293"/>
                </a:cubicBezTo>
                <a:cubicBezTo>
                  <a:pt x="3532" y="2133"/>
                  <a:pt x="3080" y="3016"/>
                  <a:pt x="2240" y="3274"/>
                </a:cubicBezTo>
                <a:cubicBezTo>
                  <a:pt x="1400" y="3554"/>
                  <a:pt x="517" y="3080"/>
                  <a:pt x="259" y="2262"/>
                </a:cubicBezTo>
                <a:cubicBezTo>
                  <a:pt x="0" y="1422"/>
                  <a:pt x="453" y="539"/>
                  <a:pt x="1292" y="28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0" name="Google Shape;13770;p37">
            <a:extLst>
              <a:ext uri="{FF2B5EF4-FFF2-40B4-BE49-F238E27FC236}">
                <a16:creationId xmlns:a16="http://schemas.microsoft.com/office/drawing/2014/main" xmlns="" id="{21002C3B-D3C7-1480-E2A4-CCF12C00C2A7}"/>
              </a:ext>
            </a:extLst>
          </p:cNvPr>
          <p:cNvSpPr/>
          <p:nvPr/>
        </p:nvSpPr>
        <p:spPr>
          <a:xfrm rot="5386137">
            <a:off x="8775470" y="2784427"/>
            <a:ext cx="259535" cy="258003"/>
          </a:xfrm>
          <a:custGeom>
            <a:avLst/>
            <a:gdLst/>
            <a:ahLst/>
            <a:cxnLst/>
            <a:rect l="l" t="t" r="r" b="b"/>
            <a:pathLst>
              <a:path w="3554" h="3533" extrusionOk="0">
                <a:moveTo>
                  <a:pt x="1292" y="259"/>
                </a:moveTo>
                <a:cubicBezTo>
                  <a:pt x="2132" y="1"/>
                  <a:pt x="3015" y="453"/>
                  <a:pt x="3274" y="1271"/>
                </a:cubicBezTo>
                <a:cubicBezTo>
                  <a:pt x="3553" y="2111"/>
                  <a:pt x="3080" y="2994"/>
                  <a:pt x="2261" y="3252"/>
                </a:cubicBezTo>
                <a:cubicBezTo>
                  <a:pt x="1422" y="3532"/>
                  <a:pt x="539" y="3058"/>
                  <a:pt x="280" y="2240"/>
                </a:cubicBezTo>
                <a:cubicBezTo>
                  <a:pt x="0" y="1400"/>
                  <a:pt x="474" y="517"/>
                  <a:pt x="1292" y="25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1" name="Google Shape;13771;p37">
            <a:extLst>
              <a:ext uri="{FF2B5EF4-FFF2-40B4-BE49-F238E27FC236}">
                <a16:creationId xmlns:a16="http://schemas.microsoft.com/office/drawing/2014/main" xmlns="" id="{93474412-AB32-0ED0-DD21-D1D1F4B80837}"/>
              </a:ext>
            </a:extLst>
          </p:cNvPr>
          <p:cNvSpPr/>
          <p:nvPr/>
        </p:nvSpPr>
        <p:spPr>
          <a:xfrm rot="5386137">
            <a:off x="8784678" y="2818001"/>
            <a:ext cx="231275" cy="220175"/>
          </a:xfrm>
          <a:custGeom>
            <a:avLst/>
            <a:gdLst/>
            <a:ahLst/>
            <a:cxnLst/>
            <a:rect l="l" t="t" r="r" b="b"/>
            <a:pathLst>
              <a:path w="3167" h="3015" extrusionOk="0">
                <a:moveTo>
                  <a:pt x="2305" y="129"/>
                </a:moveTo>
                <a:cubicBezTo>
                  <a:pt x="2585" y="323"/>
                  <a:pt x="2779" y="603"/>
                  <a:pt x="2887" y="926"/>
                </a:cubicBezTo>
                <a:cubicBezTo>
                  <a:pt x="3166" y="1766"/>
                  <a:pt x="2693" y="2649"/>
                  <a:pt x="1874" y="2907"/>
                </a:cubicBezTo>
                <a:cubicBezTo>
                  <a:pt x="1551" y="3015"/>
                  <a:pt x="1185" y="3015"/>
                  <a:pt x="862" y="2907"/>
                </a:cubicBezTo>
                <a:cubicBezTo>
                  <a:pt x="582" y="2692"/>
                  <a:pt x="389" y="2412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616" y="0"/>
                  <a:pt x="1982" y="0"/>
                  <a:pt x="2305" y="129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2" name="Google Shape;13772;p37">
            <a:extLst>
              <a:ext uri="{FF2B5EF4-FFF2-40B4-BE49-F238E27FC236}">
                <a16:creationId xmlns:a16="http://schemas.microsoft.com/office/drawing/2014/main" xmlns="" id="{86D1660C-5927-E383-3704-584974C416BE}"/>
              </a:ext>
            </a:extLst>
          </p:cNvPr>
          <p:cNvSpPr/>
          <p:nvPr/>
        </p:nvSpPr>
        <p:spPr>
          <a:xfrm rot="5386137">
            <a:off x="8799465" y="2814311"/>
            <a:ext cx="212434" cy="207614"/>
          </a:xfrm>
          <a:custGeom>
            <a:avLst/>
            <a:gdLst/>
            <a:ahLst/>
            <a:cxnLst/>
            <a:rect l="l" t="t" r="r" b="b"/>
            <a:pathLst>
              <a:path w="2909" h="2843" extrusionOk="0">
                <a:moveTo>
                  <a:pt x="712" y="2778"/>
                </a:moveTo>
                <a:cubicBezTo>
                  <a:pt x="496" y="2584"/>
                  <a:pt x="367" y="2347"/>
                  <a:pt x="281" y="2089"/>
                </a:cubicBezTo>
                <a:cubicBezTo>
                  <a:pt x="1" y="1249"/>
                  <a:pt x="475" y="366"/>
                  <a:pt x="1293" y="108"/>
                </a:cubicBezTo>
                <a:cubicBezTo>
                  <a:pt x="1594" y="22"/>
                  <a:pt x="1918" y="0"/>
                  <a:pt x="2219" y="86"/>
                </a:cubicBezTo>
                <a:cubicBezTo>
                  <a:pt x="2413" y="280"/>
                  <a:pt x="2564" y="517"/>
                  <a:pt x="2650" y="775"/>
                </a:cubicBezTo>
                <a:cubicBezTo>
                  <a:pt x="2908" y="1615"/>
                  <a:pt x="2456" y="2498"/>
                  <a:pt x="1616" y="2756"/>
                </a:cubicBezTo>
                <a:cubicBezTo>
                  <a:pt x="1315" y="2843"/>
                  <a:pt x="1013" y="2843"/>
                  <a:pt x="712" y="2756"/>
                </a:cubicBezTo>
                <a:close/>
              </a:path>
            </a:pathLst>
          </a:custGeom>
          <a:solidFill>
            <a:srgbClr val="EFF0F1">
              <a:alpha val="415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3" name="Google Shape;13773;p37">
            <a:extLst>
              <a:ext uri="{FF2B5EF4-FFF2-40B4-BE49-F238E27FC236}">
                <a16:creationId xmlns:a16="http://schemas.microsoft.com/office/drawing/2014/main" xmlns="" id="{8A01F702-317D-38BA-887D-B58CF7D2528F}"/>
              </a:ext>
            </a:extLst>
          </p:cNvPr>
          <p:cNvSpPr/>
          <p:nvPr/>
        </p:nvSpPr>
        <p:spPr>
          <a:xfrm rot="2460574">
            <a:off x="8877257" y="3251548"/>
            <a:ext cx="180960" cy="185634"/>
          </a:xfrm>
          <a:custGeom>
            <a:avLst/>
            <a:gdLst/>
            <a:ahLst/>
            <a:cxnLst/>
            <a:rect l="l" t="t" r="r" b="b"/>
            <a:pathLst>
              <a:path w="2478" h="2542" extrusionOk="0">
                <a:moveTo>
                  <a:pt x="2305" y="948"/>
                </a:moveTo>
                <a:cubicBezTo>
                  <a:pt x="2003" y="87"/>
                  <a:pt x="819" y="1"/>
                  <a:pt x="410" y="819"/>
                </a:cubicBezTo>
                <a:cubicBezTo>
                  <a:pt x="1" y="1638"/>
                  <a:pt x="776" y="2542"/>
                  <a:pt x="1659" y="2241"/>
                </a:cubicBezTo>
                <a:cubicBezTo>
                  <a:pt x="2197" y="2068"/>
                  <a:pt x="2477" y="1487"/>
                  <a:pt x="2305" y="948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4" name="Google Shape;13774;p37">
            <a:extLst>
              <a:ext uri="{FF2B5EF4-FFF2-40B4-BE49-F238E27FC236}">
                <a16:creationId xmlns:a16="http://schemas.microsoft.com/office/drawing/2014/main" xmlns="" id="{0D683DCA-C814-4099-8715-8942B08E5583}"/>
              </a:ext>
            </a:extLst>
          </p:cNvPr>
          <p:cNvSpPr/>
          <p:nvPr/>
        </p:nvSpPr>
        <p:spPr>
          <a:xfrm rot="2460574">
            <a:off x="8887517" y="3311201"/>
            <a:ext cx="180886" cy="184026"/>
          </a:xfrm>
          <a:custGeom>
            <a:avLst/>
            <a:gdLst/>
            <a:ahLst/>
            <a:cxnLst/>
            <a:rect l="l" t="t" r="r" b="b"/>
            <a:pathLst>
              <a:path w="2477" h="2520" extrusionOk="0">
                <a:moveTo>
                  <a:pt x="2305" y="948"/>
                </a:moveTo>
                <a:cubicBezTo>
                  <a:pt x="2003" y="86"/>
                  <a:pt x="819" y="0"/>
                  <a:pt x="410" y="797"/>
                </a:cubicBezTo>
                <a:cubicBezTo>
                  <a:pt x="0" y="1615"/>
                  <a:pt x="776" y="2520"/>
                  <a:pt x="1659" y="2240"/>
                </a:cubicBezTo>
                <a:cubicBezTo>
                  <a:pt x="2175" y="2068"/>
                  <a:pt x="2477" y="1486"/>
                  <a:pt x="2305" y="94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5" name="Google Shape;13775;p37">
            <a:extLst>
              <a:ext uri="{FF2B5EF4-FFF2-40B4-BE49-F238E27FC236}">
                <a16:creationId xmlns:a16="http://schemas.microsoft.com/office/drawing/2014/main" xmlns="" id="{6BE6AFF7-F0E2-B221-338F-1EBCE758815F}"/>
              </a:ext>
            </a:extLst>
          </p:cNvPr>
          <p:cNvSpPr/>
          <p:nvPr/>
        </p:nvSpPr>
        <p:spPr>
          <a:xfrm rot="5075874">
            <a:off x="8592507" y="4428043"/>
            <a:ext cx="431001" cy="449770"/>
          </a:xfrm>
          <a:custGeom>
            <a:avLst/>
            <a:gdLst/>
            <a:ahLst/>
            <a:cxnLst/>
            <a:rect l="l" t="t" r="r" b="b"/>
            <a:pathLst>
              <a:path w="5902" h="6159" extrusionOk="0">
                <a:moveTo>
                  <a:pt x="4092" y="5276"/>
                </a:moveTo>
                <a:cubicBezTo>
                  <a:pt x="2068" y="6159"/>
                  <a:pt x="1" y="4178"/>
                  <a:pt x="798" y="2110"/>
                </a:cubicBezTo>
                <a:cubicBezTo>
                  <a:pt x="1573" y="65"/>
                  <a:pt x="4458" y="0"/>
                  <a:pt x="5363" y="2003"/>
                </a:cubicBezTo>
                <a:cubicBezTo>
                  <a:pt x="5901" y="3252"/>
                  <a:pt x="5341" y="4716"/>
                  <a:pt x="4092" y="527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6" name="Google Shape;13776;p37">
            <a:extLst>
              <a:ext uri="{FF2B5EF4-FFF2-40B4-BE49-F238E27FC236}">
                <a16:creationId xmlns:a16="http://schemas.microsoft.com/office/drawing/2014/main" xmlns="" id="{172E422E-C0B4-6249-FCB8-51E93F3BC263}"/>
              </a:ext>
            </a:extLst>
          </p:cNvPr>
          <p:cNvSpPr/>
          <p:nvPr/>
        </p:nvSpPr>
        <p:spPr>
          <a:xfrm rot="5075874">
            <a:off x="8651514" y="4482018"/>
            <a:ext cx="312991" cy="325553"/>
          </a:xfrm>
          <a:custGeom>
            <a:avLst/>
            <a:gdLst/>
            <a:ahLst/>
            <a:cxnLst/>
            <a:rect l="l" t="t" r="r" b="b"/>
            <a:pathLst>
              <a:path w="4286" h="4458" extrusionOk="0">
                <a:moveTo>
                  <a:pt x="2972" y="3812"/>
                </a:moveTo>
                <a:cubicBezTo>
                  <a:pt x="1530" y="4458"/>
                  <a:pt x="1" y="3015"/>
                  <a:pt x="582" y="1529"/>
                </a:cubicBezTo>
                <a:cubicBezTo>
                  <a:pt x="1163" y="43"/>
                  <a:pt x="3252" y="0"/>
                  <a:pt x="3898" y="1465"/>
                </a:cubicBezTo>
                <a:cubicBezTo>
                  <a:pt x="4286" y="2369"/>
                  <a:pt x="3877" y="3424"/>
                  <a:pt x="2972" y="381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777" name="Google Shape;13777;p37">
            <a:extLst>
              <a:ext uri="{FF2B5EF4-FFF2-40B4-BE49-F238E27FC236}">
                <a16:creationId xmlns:a16="http://schemas.microsoft.com/office/drawing/2014/main" xmlns="" id="{20248189-F744-E004-E346-E2F00A991C2B}"/>
              </a:ext>
            </a:extLst>
          </p:cNvPr>
          <p:cNvSpPr/>
          <p:nvPr/>
        </p:nvSpPr>
        <p:spPr>
          <a:xfrm rot="5400000">
            <a:off x="8673219" y="4494499"/>
            <a:ext cx="335045" cy="311459"/>
          </a:xfrm>
          <a:custGeom>
            <a:avLst/>
            <a:gdLst/>
            <a:ahLst/>
            <a:cxnLst/>
            <a:rect l="l" t="t" r="r" b="b"/>
            <a:pathLst>
              <a:path w="4588" h="4265" extrusionOk="0">
                <a:moveTo>
                  <a:pt x="3144" y="4006"/>
                </a:moveTo>
                <a:cubicBezTo>
                  <a:pt x="2584" y="4264"/>
                  <a:pt x="1938" y="4200"/>
                  <a:pt x="1422" y="3855"/>
                </a:cubicBezTo>
                <a:cubicBezTo>
                  <a:pt x="0" y="2305"/>
                  <a:pt x="1960" y="1"/>
                  <a:pt x="3726" y="1142"/>
                </a:cubicBezTo>
                <a:cubicBezTo>
                  <a:pt x="4587" y="2046"/>
                  <a:pt x="4286" y="3532"/>
                  <a:pt x="3144" y="4027"/>
                </a:cubicBezTo>
                <a:close/>
              </a:path>
            </a:pathLst>
          </a:custGeom>
          <a:solidFill>
            <a:srgbClr val="191919">
              <a:alpha val="2642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8" name="Google Shape;13778;p37">
            <a:extLst>
              <a:ext uri="{FF2B5EF4-FFF2-40B4-BE49-F238E27FC236}">
                <a16:creationId xmlns:a16="http://schemas.microsoft.com/office/drawing/2014/main" xmlns="" id="{1A654DFD-2B13-3616-32D3-5E199B02D653}"/>
              </a:ext>
            </a:extLst>
          </p:cNvPr>
          <p:cNvSpPr/>
          <p:nvPr/>
        </p:nvSpPr>
        <p:spPr>
          <a:xfrm rot="5075874">
            <a:off x="8713280" y="4605137"/>
            <a:ext cx="176213" cy="201408"/>
          </a:xfrm>
          <a:custGeom>
            <a:avLst/>
            <a:gdLst/>
            <a:ahLst/>
            <a:cxnLst/>
            <a:rect l="l" t="t" r="r" b="b"/>
            <a:pathLst>
              <a:path w="2413" h="2758" extrusionOk="0">
                <a:moveTo>
                  <a:pt x="2176" y="1271"/>
                </a:moveTo>
                <a:cubicBezTo>
                  <a:pt x="2046" y="2327"/>
                  <a:pt x="754" y="2757"/>
                  <a:pt x="1" y="2004"/>
                </a:cubicBezTo>
                <a:cubicBezTo>
                  <a:pt x="151" y="2090"/>
                  <a:pt x="324" y="2133"/>
                  <a:pt x="496" y="2154"/>
                </a:cubicBezTo>
                <a:cubicBezTo>
                  <a:pt x="1702" y="2327"/>
                  <a:pt x="2412" y="862"/>
                  <a:pt x="1573" y="1"/>
                </a:cubicBezTo>
                <a:cubicBezTo>
                  <a:pt x="2003" y="259"/>
                  <a:pt x="2240" y="755"/>
                  <a:pt x="2176" y="127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392106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9976C559-E952-4182-202D-E8A237FC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E85E1FF4-759B-7BAE-8B98-FA049A3EDDFE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6E44BDEF-3E3F-8620-E22A-DC8AF762F5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" dirty="0"/>
              <a:t>Challenges</a:t>
            </a: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8665ABB6-D89A-5EC0-1407-28B874319F0D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C6BDA87F-C87C-E3A8-FFF9-ED84458A274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49E55E6C-1FF9-25D6-CAC9-96F6117DD013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41F5AF63-EBFF-D56D-6609-782ACF10D581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0DE3E3CC-CF1D-E426-44EA-A17C5BC778AF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FD8D9DD1-62C1-8D7B-AE06-5199DEA9B318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6417633B-BF29-94CF-9DAA-76DE82E44A64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83888B68-A6AD-C8F2-44EB-168D8699D7A9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E5C8D3EA-0271-BE45-F160-695709D58111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A636B827-76CB-263A-27F5-2E1927A99A72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CB625BEF-3D16-2AEE-1184-26E49C59BB90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04B48F13-905C-58DB-E116-D969689B8D7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9C213BF1-FCDC-1622-DB93-448622D4ABD0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72803FE2-840B-80D3-71BC-8D5B366AB1B3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41E3F7B2-59E2-CFB1-F312-AFE53FBC52DD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D5869F1D-9175-1D81-B414-B5B301FAB5E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4FA574E2-0E93-B972-F206-F8BEB012DBA7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DEBA0594-E505-ED90-84A0-C33B1A26B5A8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6DDB27ED-4E19-AA40-2EBC-ECAF417EEF1C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F661E0FD-769C-E084-B092-4454F8E6B8B0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34F79DAA-A742-5B28-C686-E2785ED02CBF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391191C3-7475-6834-9463-A695EFC46DFC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B2454EC4-926C-9C07-DFE7-B62C7B1D0966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8D5DBA24-9813-6CB3-679F-B81D234FBA6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F8EABD90-F6FC-EEC6-DD4A-A44D3F80F2FC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CDF2D40D-12D2-241C-DCBE-72C97916517A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0FEAC322-FB24-63C9-99CB-51C8A3E353C6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31EF34C0-B57F-A4CE-9917-BA082887854E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C7E419D9-5D2C-9D9D-2CAC-C90C03993EAC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3D87D3AA-55DB-1D71-5DB2-013EE5B1CDAB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896B96DD-00EE-D447-D2CA-A45298E99E65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AFF9E514-5074-BD19-6844-55F4A0B4940F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EFF8E67B-68EE-52F7-CDB6-C5FE635EFC24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33869033-B5EF-0B48-171E-2BAC095EBCA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E7015294-93CE-933C-0E97-46F917ACC447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7F9F6013-3D92-96C8-D5F3-6A8439D76D59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7D3B563D-7052-785E-5AD5-22D4892AB27D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68FDA551-D778-563B-42BB-F8DE706377E8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2EC42B1D-2185-A907-2ACE-E20C8DE32341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8ABEE99A-6CAD-093B-6508-A3DE891A2CB4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AA776DD8-AF7C-1252-9729-C61DA576E841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3281F6D6-70DB-57BA-0856-6B02C15A68A1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E0911A82-3C7A-D116-0CF5-D68F2DE0BE81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64EABB65-3469-ED89-9A09-D9FF9B178D12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47E08C64-3324-E4E5-804E-8B7D76F4CDA5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AE4C70D3-88F9-D78E-C7B6-FBED0B6F96D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CC6258C9-E033-D45C-577C-86028D536DE1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D6948BD2-391A-8175-F810-49408F12D428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A9381BE8-7DA0-17CD-F09D-69BBD21469D8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00F1E42C-75B6-1F6F-F64C-C08082EDD280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797EC84E-0E1A-FB8D-DD21-3A0F5626CD7E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0D779F93-8888-0730-AA70-691FF5CD25C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0F56D8CD-221D-5DFA-D847-CF6579885584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FF9B4E88-9594-2C2B-B00F-F3FEBDDBFC85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DC56BF25-8EBF-FDD8-60A0-11DAF17BECAD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9F5D7D1F-F5AD-D9BB-3A78-AD36826EBA72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4F0F28B9-41F9-8106-A8B7-9A0316D2AEDD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15A51FD3-3D87-5816-5B19-4553C356AC31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48C31CAD-68E8-58D0-5928-0CCA599EE973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976A36A3-BD90-FABA-A7B5-DD8897395B99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C5ED4570-432D-AFA3-876B-D33EF0067417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782A1A73-1546-2D0A-F7EF-F2730324E8C2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4310DBA9-44D7-032B-4EBC-C86B3FA4AE55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4276D46A-05CE-025A-D018-690AAEF8B7B5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3C38A575-112C-BA24-F65D-A4F54B651D91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98863AB4-1194-277E-86BE-FD875155543B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3FC7B2CA-DE44-BB87-ED1F-F77461C9FA5A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C3DBB791-6B24-A998-15DC-39E1DACC7A22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780C9C9E-8828-217F-6DB1-CAC3C5220ADF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1C772C83-F390-9492-76BE-4D62D2D7132A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28C9C755-1C58-DCA5-C092-8D12FCCDC8AE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CC4F0B6-BEFE-8BAA-DBF7-649FA3057256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9053FD42-1A24-79C0-33BE-9273B7E3C5CD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86B3FF9E-3B63-A541-D8D4-E9E2DDF487DC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7B2A349C-853B-F12A-42B0-504E2593D2F3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753D6350-1E8A-8E1A-637D-45AE9662E72C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69BC7809-3C8D-A8F5-922E-3DFBB24D7E33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F5B1BD54-34B4-5669-3797-82BA73712A61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EED9E7D2-737E-CFAF-659C-82426A746B77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A32F5BC7-012C-3815-587C-65571007CC3D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06D39DED-1096-C64E-AC32-C51878F3D3B0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D0E6C7D2-7AEF-FB42-B088-31B6116374E8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70C3F365-9F2F-EC50-75AC-EAF80765B16E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4EDA58D9-E64C-09FB-F395-C72FEE7B2078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EBC68238-2171-2007-09F6-82DDE5D1DBB7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3E749C42-50DB-C4FC-8398-AAF8160E162B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627AC90A-2340-2F73-A80C-2B8C0F03126D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B8BEC7C1-3244-A136-E4FB-D68DDFCC3F38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4789297E-D763-CD87-19B8-862E3C9C12BD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C4D5229E-C702-6E03-9A38-CE2A10A22E0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343458C5-4107-56AE-9224-5C9F18FE261C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8D062423-1C8F-9155-5249-07C8D84F18AD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992F72D-8A0B-219A-704D-8D06916A31E0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B3CE742A-D4B4-6ACD-3711-732F5EF95F7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B5EA5999-1C11-54F0-35B6-F0609E94B65B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90BD6E4C-5F2C-D746-5D23-3DFA6A34CEB4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03340204-7C95-4921-86B3-EBF224964D0F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D6451BD7-686E-25F9-2635-94AE334EB21D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06726DA6-8B3B-161A-562D-E53A0C781260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157F35A5-2A44-AFDC-0DE3-E7090D9A2C3D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48AFD4EB-1F08-0DFF-F220-58799024603C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0AB36E22-40AB-218D-1CBC-3CD7457346EC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100CF325-955A-38C7-BC6F-C98C1D42949B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A13BE764-06CF-DD81-9358-AFE1B5A8ECB7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C23F63EE-8F6D-99F4-35E5-FC49DA878FAA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FA8CC95D-E914-DEDD-A8A4-8EA098ABA080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FADD3482-DB05-F7D5-CBE0-4EEFD7BF49C4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70981144-A5D3-DCD4-15AE-C9D7BCD2B03F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A5A13773-C628-E48E-8052-F51CE0CC376A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F1A174C5-7FBA-3B81-377A-4D987A80FB5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95A3037-3ABB-674C-7B1C-9BCE416B335C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B0CECDF5-7493-0131-6289-FEF33D9D5EDC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F741D2E-9C49-5257-6AFB-85D3F83DC1DC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65E4E544-44CD-A038-5091-D1271ED799A1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DD4541E9-7203-6E7A-95D8-CC60C3A4FFB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6A688838-DB98-2662-68F2-7802A4272EBB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FB11D08B-D934-F0E5-4DFA-ABBA41EDB032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B3FB466C-31F1-F859-945F-1BE97689459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68E34E0-22DC-DBE0-D9BE-2A0E5B9F2D0C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D87C2D6E-CD51-4461-9189-DB119CD8F335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48BCD61F-FA9D-BE1A-7267-F7D9D6100DDB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9581211C-D0B9-46D2-6E1D-CFA09CD78418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4CC93765-33CC-4D5D-A169-48736C19FF0B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14937B45-33C0-9B7C-8E14-1F535B42597F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6D212670-C67A-7BEF-BEA5-248F557DF6AC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4C6BEECA-40E2-8905-F466-DE61091B46A4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33CE9627-1EEB-82D5-747A-01446B5F7EFB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A2C45825-3B4D-CD00-47F9-CF23247E79B9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EBBB7530-BAB8-6125-1677-EE5DD56F9DBF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1124565A-5E94-87A2-4BE8-E6FC50EAF4EA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16802825-9E3B-37CC-7886-D9DFB333319B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13245552-EDA3-4F10-30DB-492F7CCBC7DD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034DC39F-137B-4860-C7D4-B231241DBD73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1F3C1D2A-DE63-4533-03BA-2AFE08778CAF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4E811FE0-B880-332A-9E99-8133D0D9A9AF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9DDD3E0-8EEA-3C9C-3EC6-748876D05D8A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9A93DAF5-FEC3-ECAF-802B-44EEC30C3644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79CE8BFC-A125-C76D-6656-FBE5EBF60628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94D08DD3-5168-A6F4-22B8-9464CF2A7AD2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F82CFBCD-5D00-F626-1B1F-5DD22F24765B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D0F729B1-B324-D943-B3CC-80770B668619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B0273F59-9663-C338-DBD7-7063F117979A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244CA2BC-EAC8-49F3-2672-4A466E7B2ACD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0AF0CB55-3D25-64A2-D382-60651BF6F1B1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F9029EAB-3FAA-76FE-DF32-C2B8730D0CB9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CEA9C782-6032-C4EB-D7D2-B611C192649B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83F58D08-21D1-9021-D576-ED983DD7F854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D1635E8D-7F7E-3065-69F7-86259A2494BF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9BFD749F-6CC5-1046-D561-A9D29BE8229E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86852F69-38F3-1EE6-9B86-5131CF0341AA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5B618A86-C755-EEB9-A156-17D8A310CE1A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93EC8A85-7529-0C67-B824-563C86B7136A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C22787B4-9C03-305C-B402-7AA2F04CFD5E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996FDF04-8C3A-2C2E-73DD-B4ACA6030FC6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81344DCD-6B97-5C91-07F5-8537F735CCA9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C6531789-BAAD-5340-301D-9BCFA6AB457C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E7A3DC61-10CE-8489-C0BD-D3109A3A0714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DD92485F-0143-EE77-DFE0-EF78EA1909D6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95A00D70-200E-402A-C16B-7ECAA0B105A3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61E74237-EC6C-33D5-CE4D-98D5C7E3111B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5F99EF74-7EE9-0EF8-EE29-1FCDE4E69CCC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70305A4C-B784-BFC4-915A-8B67E1640549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7FCD42B3-663A-3FF2-7008-7B7910E154B8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30B24802-1530-DAFE-C20C-27795FD96E85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3ABE2347-FBB1-9FFB-6A9B-89D9823F9E88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61749000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>
          <a:extLst>
            <a:ext uri="{FF2B5EF4-FFF2-40B4-BE49-F238E27FC236}">
              <a16:creationId xmlns:a16="http://schemas.microsoft.com/office/drawing/2014/main" xmlns="" id="{14585057-F072-E59B-F230-262919F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39">
            <a:extLst>
              <a:ext uri="{FF2B5EF4-FFF2-40B4-BE49-F238E27FC236}">
                <a16:creationId xmlns:a16="http://schemas.microsoft.com/office/drawing/2014/main" xmlns="" id="{970D5F56-63F3-845B-83B5-7CF2C4030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Challenges</a:t>
            </a:r>
            <a:endParaRPr dirty="0"/>
          </a:p>
        </p:txBody>
      </p:sp>
      <p:sp>
        <p:nvSpPr>
          <p:cNvPr id="13817" name="Google Shape;13817;p39">
            <a:extLst>
              <a:ext uri="{FF2B5EF4-FFF2-40B4-BE49-F238E27FC236}">
                <a16:creationId xmlns:a16="http://schemas.microsoft.com/office/drawing/2014/main" xmlns="" id="{7A5BCE6A-8500-07BA-F557-DBB11C5CF2D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4825" y="1323975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 branch</a:t>
            </a:r>
            <a:endParaRPr dirty="0"/>
          </a:p>
        </p:txBody>
      </p:sp>
      <p:sp>
        <p:nvSpPr>
          <p:cNvPr id="13818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4825" y="1676850"/>
            <a:ext cx="2570242" cy="135421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Limited payload and workspace of the NED2 robot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Gripper selection depends on object shape and material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Mechanical accuracy and calibration of the robotics arm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Precise positioning during pick and place operations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13823" name="Google Shape;13823;p39">
            <a:extLst>
              <a:ext uri="{FF2B5EF4-FFF2-40B4-BE49-F238E27FC236}">
                <a16:creationId xmlns:a16="http://schemas.microsoft.com/office/drawing/2014/main" xmlns="" id="{74FEA406-AF35-7F9D-3B3F-6E823E851063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4507207" y="1328827"/>
            <a:ext cx="2286900" cy="45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Software brach</a:t>
            </a:r>
            <a:endParaRPr dirty="0"/>
          </a:p>
        </p:txBody>
      </p:sp>
      <p:sp>
        <p:nvSpPr>
          <p:cNvPr id="13824" name="Google Shape;13824;p39">
            <a:extLst>
              <a:ext uri="{FF2B5EF4-FFF2-40B4-BE49-F238E27FC236}">
                <a16:creationId xmlns:a16="http://schemas.microsoft.com/office/drawing/2014/main" xmlns="" id="{B47D76B7-9E88-7B00-38E0-512029C95308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4507207" y="1697280"/>
            <a:ext cx="2613031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Handling timing delays between detection and robot movement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Vision system sensitive to lighting condition 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Accurate object detection and localization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Robot and object coordinates</a:t>
            </a:r>
          </a:p>
        </p:txBody>
      </p:sp>
      <p:grpSp>
        <p:nvGrpSpPr>
          <p:cNvPr id="13829" name="Google Shape;13829;p39">
            <a:extLst>
              <a:ext uri="{FF2B5EF4-FFF2-40B4-BE49-F238E27FC236}">
                <a16:creationId xmlns:a16="http://schemas.microsoft.com/office/drawing/2014/main" xmlns="" id="{45E650B7-0979-7ADD-010C-EE6287C314B7}"/>
              </a:ext>
            </a:extLst>
          </p:cNvPr>
          <p:cNvGrpSpPr/>
          <p:nvPr/>
        </p:nvGrpSpPr>
        <p:grpSpPr>
          <a:xfrm>
            <a:off x="5105110" y="4511988"/>
            <a:ext cx="300558" cy="283271"/>
            <a:chOff x="5105110" y="4511988"/>
            <a:chExt cx="300558" cy="283271"/>
          </a:xfrm>
        </p:grpSpPr>
        <p:sp>
          <p:nvSpPr>
            <p:cNvPr id="13830" name="Google Shape;13830;p39">
              <a:extLst>
                <a:ext uri="{FF2B5EF4-FFF2-40B4-BE49-F238E27FC236}">
                  <a16:creationId xmlns:a16="http://schemas.microsoft.com/office/drawing/2014/main" xmlns="" id="{2D71DE78-A977-86A5-42CB-E38453C5F87B}"/>
                </a:ext>
              </a:extLst>
            </p:cNvPr>
            <p:cNvSpPr/>
            <p:nvPr/>
          </p:nvSpPr>
          <p:spPr>
            <a:xfrm>
              <a:off x="5105110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39">
              <a:extLst>
                <a:ext uri="{FF2B5EF4-FFF2-40B4-BE49-F238E27FC236}">
                  <a16:creationId xmlns:a16="http://schemas.microsoft.com/office/drawing/2014/main" xmlns="" id="{7B9377F5-0CCE-B9AE-3A09-08637BA83283}"/>
                </a:ext>
              </a:extLst>
            </p:cNvPr>
            <p:cNvSpPr/>
            <p:nvPr/>
          </p:nvSpPr>
          <p:spPr>
            <a:xfrm>
              <a:off x="5162835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39">
              <a:extLst>
                <a:ext uri="{FF2B5EF4-FFF2-40B4-BE49-F238E27FC236}">
                  <a16:creationId xmlns:a16="http://schemas.microsoft.com/office/drawing/2014/main" xmlns="" id="{50E25140-E35C-62EB-209A-C45CCC6FA63B}"/>
                </a:ext>
              </a:extLst>
            </p:cNvPr>
            <p:cNvSpPr/>
            <p:nvPr/>
          </p:nvSpPr>
          <p:spPr>
            <a:xfrm>
              <a:off x="5168700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39">
              <a:extLst>
                <a:ext uri="{FF2B5EF4-FFF2-40B4-BE49-F238E27FC236}">
                  <a16:creationId xmlns:a16="http://schemas.microsoft.com/office/drawing/2014/main" xmlns="" id="{E6457D0F-14F2-9DAA-AE1D-F22C7C7A78C9}"/>
                </a:ext>
              </a:extLst>
            </p:cNvPr>
            <p:cNvSpPr/>
            <p:nvPr/>
          </p:nvSpPr>
          <p:spPr>
            <a:xfrm>
              <a:off x="5197511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4" name="Google Shape;13834;p39">
            <a:extLst>
              <a:ext uri="{FF2B5EF4-FFF2-40B4-BE49-F238E27FC236}">
                <a16:creationId xmlns:a16="http://schemas.microsoft.com/office/drawing/2014/main" xmlns="" id="{E1243C4A-C410-54C3-BE70-0C966C47354B}"/>
              </a:ext>
            </a:extLst>
          </p:cNvPr>
          <p:cNvGrpSpPr/>
          <p:nvPr/>
        </p:nvGrpSpPr>
        <p:grpSpPr>
          <a:xfrm>
            <a:off x="5636774" y="4475313"/>
            <a:ext cx="156092" cy="306422"/>
            <a:chOff x="474406" y="2974600"/>
            <a:chExt cx="106759" cy="209577"/>
          </a:xfrm>
        </p:grpSpPr>
        <p:sp>
          <p:nvSpPr>
            <p:cNvPr id="13835" name="Google Shape;13835;p39">
              <a:extLst>
                <a:ext uri="{FF2B5EF4-FFF2-40B4-BE49-F238E27FC236}">
                  <a16:creationId xmlns:a16="http://schemas.microsoft.com/office/drawing/2014/main" xmlns="" id="{9FFEEE83-F05B-1A9F-F14D-AF863766F113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39">
              <a:extLst>
                <a:ext uri="{FF2B5EF4-FFF2-40B4-BE49-F238E27FC236}">
                  <a16:creationId xmlns:a16="http://schemas.microsoft.com/office/drawing/2014/main" xmlns="" id="{4E4B0FEC-A37A-A12D-B0B0-2F631D12F13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39">
              <a:extLst>
                <a:ext uri="{FF2B5EF4-FFF2-40B4-BE49-F238E27FC236}">
                  <a16:creationId xmlns:a16="http://schemas.microsoft.com/office/drawing/2014/main" xmlns="" id="{E817C8FC-B2AE-C501-EB01-E871C6EC7C8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39">
              <a:extLst>
                <a:ext uri="{FF2B5EF4-FFF2-40B4-BE49-F238E27FC236}">
                  <a16:creationId xmlns:a16="http://schemas.microsoft.com/office/drawing/2014/main" xmlns="" id="{3F9F7A2E-5603-30BC-D8AA-74BE972527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9" name="Google Shape;13839;p39">
            <a:extLst>
              <a:ext uri="{FF2B5EF4-FFF2-40B4-BE49-F238E27FC236}">
                <a16:creationId xmlns:a16="http://schemas.microsoft.com/office/drawing/2014/main" xmlns="" id="{BF78D7D6-AF50-CAD7-7630-6616B4A150BE}"/>
              </a:ext>
            </a:extLst>
          </p:cNvPr>
          <p:cNvGrpSpPr/>
          <p:nvPr/>
        </p:nvGrpSpPr>
        <p:grpSpPr>
          <a:xfrm flipH="1">
            <a:off x="901650" y="4410538"/>
            <a:ext cx="230087" cy="393387"/>
            <a:chOff x="1267792" y="5309150"/>
            <a:chExt cx="230087" cy="393387"/>
          </a:xfrm>
        </p:grpSpPr>
        <p:sp>
          <p:nvSpPr>
            <p:cNvPr id="13840" name="Google Shape;13840;p39">
              <a:extLst>
                <a:ext uri="{FF2B5EF4-FFF2-40B4-BE49-F238E27FC236}">
                  <a16:creationId xmlns:a16="http://schemas.microsoft.com/office/drawing/2014/main" xmlns="" id="{867BEE1D-AD73-4484-FDF2-74354E3D853E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39">
              <a:extLst>
                <a:ext uri="{FF2B5EF4-FFF2-40B4-BE49-F238E27FC236}">
                  <a16:creationId xmlns:a16="http://schemas.microsoft.com/office/drawing/2014/main" xmlns="" id="{283B31F6-7B74-E081-AD9F-31FA45F3AD17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39">
              <a:extLst>
                <a:ext uri="{FF2B5EF4-FFF2-40B4-BE49-F238E27FC236}">
                  <a16:creationId xmlns:a16="http://schemas.microsoft.com/office/drawing/2014/main" xmlns="" id="{EAC15404-CCE1-6E2E-3EB3-C1D875C71DA5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3" name="Google Shape;13843;p39">
            <a:extLst>
              <a:ext uri="{FF2B5EF4-FFF2-40B4-BE49-F238E27FC236}">
                <a16:creationId xmlns:a16="http://schemas.microsoft.com/office/drawing/2014/main" xmlns="" id="{467C8B87-5CC9-F53B-3FAF-4FE139B5B3B0}"/>
              </a:ext>
            </a:extLst>
          </p:cNvPr>
          <p:cNvGrpSpPr/>
          <p:nvPr/>
        </p:nvGrpSpPr>
        <p:grpSpPr>
          <a:xfrm rot="-9842237">
            <a:off x="3863387" y="-404673"/>
            <a:ext cx="3606201" cy="1661696"/>
            <a:chOff x="5873628" y="-5"/>
            <a:chExt cx="3606354" cy="1661767"/>
          </a:xfrm>
        </p:grpSpPr>
        <p:sp>
          <p:nvSpPr>
            <p:cNvPr id="13844" name="Google Shape;13844;p39">
              <a:extLst>
                <a:ext uri="{FF2B5EF4-FFF2-40B4-BE49-F238E27FC236}">
                  <a16:creationId xmlns:a16="http://schemas.microsoft.com/office/drawing/2014/main" xmlns="" id="{1D7EA2D0-08E1-7245-3EE1-78BA2876EF57}"/>
                </a:ext>
              </a:extLst>
            </p:cNvPr>
            <p:cNvSpPr/>
            <p:nvPr/>
          </p:nvSpPr>
          <p:spPr>
            <a:xfrm rot="1931461">
              <a:off x="8379068" y="925655"/>
              <a:ext cx="1049905" cy="494445"/>
            </a:xfrm>
            <a:custGeom>
              <a:avLst/>
              <a:gdLst/>
              <a:ahLst/>
              <a:cxnLst/>
              <a:rect l="l" t="t" r="r" b="b"/>
              <a:pathLst>
                <a:path w="10617" h="5000" extrusionOk="0">
                  <a:moveTo>
                    <a:pt x="506" y="0"/>
                  </a:moveTo>
                  <a:lnTo>
                    <a:pt x="10616" y="3651"/>
                  </a:lnTo>
                  <a:lnTo>
                    <a:pt x="10111" y="4999"/>
                  </a:lnTo>
                  <a:lnTo>
                    <a:pt x="1" y="13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5" name="Google Shape;13845;p39">
              <a:extLst>
                <a:ext uri="{FF2B5EF4-FFF2-40B4-BE49-F238E27FC236}">
                  <a16:creationId xmlns:a16="http://schemas.microsoft.com/office/drawing/2014/main" xmlns="" id="{E4C0FC8A-03DD-E46B-373E-1A4D58FF5A74}"/>
                </a:ext>
              </a:extLst>
            </p:cNvPr>
            <p:cNvSpPr/>
            <p:nvPr/>
          </p:nvSpPr>
          <p:spPr>
            <a:xfrm rot="1931461">
              <a:off x="8372525" y="948331"/>
              <a:ext cx="1038731" cy="466657"/>
            </a:xfrm>
            <a:custGeom>
              <a:avLst/>
              <a:gdLst/>
              <a:ahLst/>
              <a:cxnLst/>
              <a:rect l="l" t="t" r="r" b="b"/>
              <a:pathLst>
                <a:path w="10504" h="4719" extrusionOk="0">
                  <a:moveTo>
                    <a:pt x="10504" y="3651"/>
                  </a:moveTo>
                  <a:lnTo>
                    <a:pt x="10111" y="4718"/>
                  </a:lnTo>
                  <a:lnTo>
                    <a:pt x="1" y="1067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6" name="Google Shape;13846;p39">
              <a:extLst>
                <a:ext uri="{FF2B5EF4-FFF2-40B4-BE49-F238E27FC236}">
                  <a16:creationId xmlns:a16="http://schemas.microsoft.com/office/drawing/2014/main" xmlns="" id="{CF90996F-A329-79EA-1405-918AFE22B8BA}"/>
                </a:ext>
              </a:extLst>
            </p:cNvPr>
            <p:cNvSpPr/>
            <p:nvPr/>
          </p:nvSpPr>
          <p:spPr>
            <a:xfrm rot="1931461">
              <a:off x="8361975" y="984894"/>
              <a:ext cx="1022117" cy="422256"/>
            </a:xfrm>
            <a:custGeom>
              <a:avLst/>
              <a:gdLst/>
              <a:ahLst/>
              <a:cxnLst/>
              <a:rect l="l" t="t" r="r" b="b"/>
              <a:pathLst>
                <a:path w="10336" h="4270" extrusionOk="0">
                  <a:moveTo>
                    <a:pt x="10335" y="3651"/>
                  </a:moveTo>
                  <a:lnTo>
                    <a:pt x="10111" y="4269"/>
                  </a:lnTo>
                  <a:lnTo>
                    <a:pt x="1" y="6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7" name="Google Shape;13847;p39">
              <a:extLst>
                <a:ext uri="{FF2B5EF4-FFF2-40B4-BE49-F238E27FC236}">
                  <a16:creationId xmlns:a16="http://schemas.microsoft.com/office/drawing/2014/main" xmlns="" id="{4FA6F976-0E45-C7A1-05E3-417C2E166FBB}"/>
                </a:ext>
              </a:extLst>
            </p:cNvPr>
            <p:cNvSpPr/>
            <p:nvPr/>
          </p:nvSpPr>
          <p:spPr>
            <a:xfrm rot="1931461">
              <a:off x="8367329" y="535405"/>
              <a:ext cx="277779" cy="255628"/>
            </a:xfrm>
            <a:custGeom>
              <a:avLst/>
              <a:gdLst/>
              <a:ahLst/>
              <a:cxnLst/>
              <a:rect l="l" t="t" r="r" b="b"/>
              <a:pathLst>
                <a:path w="2809" h="2585" extrusionOk="0">
                  <a:moveTo>
                    <a:pt x="674" y="1"/>
                  </a:moveTo>
                  <a:lnTo>
                    <a:pt x="2809" y="787"/>
                  </a:lnTo>
                  <a:lnTo>
                    <a:pt x="2191" y="2584"/>
                  </a:lnTo>
                  <a:lnTo>
                    <a:pt x="0" y="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8" name="Google Shape;13848;p39">
              <a:extLst>
                <a:ext uri="{FF2B5EF4-FFF2-40B4-BE49-F238E27FC236}">
                  <a16:creationId xmlns:a16="http://schemas.microsoft.com/office/drawing/2014/main" xmlns="" id="{952631F5-9210-F619-DECD-5E28CCAB119E}"/>
                </a:ext>
              </a:extLst>
            </p:cNvPr>
            <p:cNvSpPr/>
            <p:nvPr/>
          </p:nvSpPr>
          <p:spPr>
            <a:xfrm rot="1931461">
              <a:off x="8348371" y="620296"/>
              <a:ext cx="238916" cy="155651"/>
            </a:xfrm>
            <a:custGeom>
              <a:avLst/>
              <a:gdLst/>
              <a:ahLst/>
              <a:cxnLst/>
              <a:rect l="l" t="t" r="r" b="b"/>
              <a:pathLst>
                <a:path w="2416" h="1574" extrusionOk="0">
                  <a:moveTo>
                    <a:pt x="2416" y="731"/>
                  </a:moveTo>
                  <a:lnTo>
                    <a:pt x="2135" y="1573"/>
                  </a:lnTo>
                  <a:lnTo>
                    <a:pt x="1" y="78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9" name="Google Shape;13849;p39">
              <a:extLst>
                <a:ext uri="{FF2B5EF4-FFF2-40B4-BE49-F238E27FC236}">
                  <a16:creationId xmlns:a16="http://schemas.microsoft.com/office/drawing/2014/main" xmlns="" id="{D54246B8-AC62-73CB-91C4-3A9E566957C5}"/>
                </a:ext>
              </a:extLst>
            </p:cNvPr>
            <p:cNvSpPr/>
            <p:nvPr/>
          </p:nvSpPr>
          <p:spPr>
            <a:xfrm rot="1931461">
              <a:off x="8338870" y="653222"/>
              <a:ext cx="227840" cy="116788"/>
            </a:xfrm>
            <a:custGeom>
              <a:avLst/>
              <a:gdLst/>
              <a:ahLst/>
              <a:cxnLst/>
              <a:rect l="l" t="t" r="r" b="b"/>
              <a:pathLst>
                <a:path w="2304" h="1181" extrusionOk="0">
                  <a:moveTo>
                    <a:pt x="2303" y="731"/>
                  </a:moveTo>
                  <a:lnTo>
                    <a:pt x="2135" y="1180"/>
                  </a:lnTo>
                  <a:lnTo>
                    <a:pt x="1" y="39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0" name="Google Shape;13850;p39">
              <a:extLst>
                <a:ext uri="{FF2B5EF4-FFF2-40B4-BE49-F238E27FC236}">
                  <a16:creationId xmlns:a16="http://schemas.microsoft.com/office/drawing/2014/main" xmlns="" id="{4C858929-CF42-1C34-A51B-5D56547F41AB}"/>
                </a:ext>
              </a:extLst>
            </p:cNvPr>
            <p:cNvSpPr/>
            <p:nvPr/>
          </p:nvSpPr>
          <p:spPr>
            <a:xfrm rot="1931461">
              <a:off x="7084295" y="199395"/>
              <a:ext cx="955367" cy="716649"/>
            </a:xfrm>
            <a:custGeom>
              <a:avLst/>
              <a:gdLst/>
              <a:ahLst/>
              <a:cxnLst/>
              <a:rect l="l" t="t" r="r" b="b"/>
              <a:pathLst>
                <a:path w="9661" h="7247" extrusionOk="0">
                  <a:moveTo>
                    <a:pt x="0" y="6067"/>
                  </a:moveTo>
                  <a:lnTo>
                    <a:pt x="8874" y="1"/>
                  </a:lnTo>
                  <a:lnTo>
                    <a:pt x="9660" y="1180"/>
                  </a:lnTo>
                  <a:lnTo>
                    <a:pt x="786" y="7246"/>
                  </a:lnTo>
                  <a:close/>
                </a:path>
              </a:pathLst>
            </a:custGeom>
            <a:solidFill>
              <a:srgbClr val="EAA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1" name="Google Shape;13851;p39">
              <a:extLst>
                <a:ext uri="{FF2B5EF4-FFF2-40B4-BE49-F238E27FC236}">
                  <a16:creationId xmlns:a16="http://schemas.microsoft.com/office/drawing/2014/main" xmlns="" id="{26CCFD37-D00C-A222-1C11-C175C8CAC832}"/>
                </a:ext>
              </a:extLst>
            </p:cNvPr>
            <p:cNvSpPr/>
            <p:nvPr/>
          </p:nvSpPr>
          <p:spPr>
            <a:xfrm rot="1931461">
              <a:off x="6774586" y="442229"/>
              <a:ext cx="288855" cy="283317"/>
            </a:xfrm>
            <a:custGeom>
              <a:avLst/>
              <a:gdLst/>
              <a:ahLst/>
              <a:cxnLst/>
              <a:rect l="l" t="t" r="r" b="b"/>
              <a:pathLst>
                <a:path w="2921" h="2865" extrusionOk="0">
                  <a:moveTo>
                    <a:pt x="0" y="1292"/>
                  </a:moveTo>
                  <a:lnTo>
                    <a:pt x="1854" y="0"/>
                  </a:lnTo>
                  <a:lnTo>
                    <a:pt x="2921" y="1517"/>
                  </a:lnTo>
                  <a:lnTo>
                    <a:pt x="1067" y="2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2" name="Google Shape;13852;p39">
              <a:extLst>
                <a:ext uri="{FF2B5EF4-FFF2-40B4-BE49-F238E27FC236}">
                  <a16:creationId xmlns:a16="http://schemas.microsoft.com/office/drawing/2014/main" xmlns="" id="{9CED9207-6AAF-880A-E20C-9322AB3D8AA6}"/>
                </a:ext>
              </a:extLst>
            </p:cNvPr>
            <p:cNvSpPr/>
            <p:nvPr/>
          </p:nvSpPr>
          <p:spPr>
            <a:xfrm rot="1931461">
              <a:off x="6813028" y="547589"/>
              <a:ext cx="222204" cy="183340"/>
            </a:xfrm>
            <a:custGeom>
              <a:avLst/>
              <a:gdLst/>
              <a:ahLst/>
              <a:cxnLst/>
              <a:rect l="l" t="t" r="r" b="b"/>
              <a:pathLst>
                <a:path w="2247" h="1854" extrusionOk="0">
                  <a:moveTo>
                    <a:pt x="1854" y="0"/>
                  </a:moveTo>
                  <a:lnTo>
                    <a:pt x="2247" y="562"/>
                  </a:lnTo>
                  <a:lnTo>
                    <a:pt x="393" y="1853"/>
                  </a:lnTo>
                  <a:lnTo>
                    <a:pt x="0" y="1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3" name="Google Shape;13853;p39">
              <a:extLst>
                <a:ext uri="{FF2B5EF4-FFF2-40B4-BE49-F238E27FC236}">
                  <a16:creationId xmlns:a16="http://schemas.microsoft.com/office/drawing/2014/main" xmlns="" id="{D56F538B-AC12-FB13-0B72-C62E29B3295E}"/>
                </a:ext>
              </a:extLst>
            </p:cNvPr>
            <p:cNvSpPr/>
            <p:nvPr/>
          </p:nvSpPr>
          <p:spPr>
            <a:xfrm rot="1931461">
              <a:off x="6827047" y="590841"/>
              <a:ext cx="194515" cy="144477"/>
            </a:xfrm>
            <a:custGeom>
              <a:avLst/>
              <a:gdLst/>
              <a:ahLst/>
              <a:cxnLst/>
              <a:rect l="l" t="t" r="r" b="b"/>
              <a:pathLst>
                <a:path w="1967" h="1461" extrusionOk="0">
                  <a:moveTo>
                    <a:pt x="1854" y="0"/>
                  </a:moveTo>
                  <a:lnTo>
                    <a:pt x="1967" y="169"/>
                  </a:lnTo>
                  <a:lnTo>
                    <a:pt x="169" y="1460"/>
                  </a:lnTo>
                  <a:lnTo>
                    <a:pt x="1" y="12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4" name="Google Shape;13854;p39">
              <a:extLst>
                <a:ext uri="{FF2B5EF4-FFF2-40B4-BE49-F238E27FC236}">
                  <a16:creationId xmlns:a16="http://schemas.microsoft.com/office/drawing/2014/main" xmlns="" id="{0243F10A-90F6-184A-BEB4-1BC88CB5F204}"/>
                </a:ext>
              </a:extLst>
            </p:cNvPr>
            <p:cNvSpPr/>
            <p:nvPr/>
          </p:nvSpPr>
          <p:spPr>
            <a:xfrm rot="1931461">
              <a:off x="8060077" y="388392"/>
              <a:ext cx="294492" cy="283317"/>
            </a:xfrm>
            <a:custGeom>
              <a:avLst/>
              <a:gdLst/>
              <a:ahLst/>
              <a:cxnLst/>
              <a:rect l="l" t="t" r="r" b="b"/>
              <a:pathLst>
                <a:path w="2978" h="2865" extrusionOk="0">
                  <a:moveTo>
                    <a:pt x="1" y="1292"/>
                  </a:moveTo>
                  <a:lnTo>
                    <a:pt x="1910" y="1"/>
                  </a:lnTo>
                  <a:lnTo>
                    <a:pt x="2977" y="1573"/>
                  </a:lnTo>
                  <a:lnTo>
                    <a:pt x="1068" y="2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5" name="Google Shape;13855;p39">
              <a:extLst>
                <a:ext uri="{FF2B5EF4-FFF2-40B4-BE49-F238E27FC236}">
                  <a16:creationId xmlns:a16="http://schemas.microsoft.com/office/drawing/2014/main" xmlns="" id="{11CE5291-86B2-AA88-9B95-C9FC85952E91}"/>
                </a:ext>
              </a:extLst>
            </p:cNvPr>
            <p:cNvSpPr/>
            <p:nvPr/>
          </p:nvSpPr>
          <p:spPr>
            <a:xfrm rot="1931461">
              <a:off x="8097421" y="505026"/>
              <a:ext cx="222303" cy="177803"/>
            </a:xfrm>
            <a:custGeom>
              <a:avLst/>
              <a:gdLst/>
              <a:ahLst/>
              <a:cxnLst/>
              <a:rect l="l" t="t" r="r" b="b"/>
              <a:pathLst>
                <a:path w="2248" h="1798" extrusionOk="0">
                  <a:moveTo>
                    <a:pt x="1910" y="1"/>
                  </a:moveTo>
                  <a:lnTo>
                    <a:pt x="2247" y="506"/>
                  </a:lnTo>
                  <a:lnTo>
                    <a:pt x="338" y="1798"/>
                  </a:lnTo>
                  <a:lnTo>
                    <a:pt x="1" y="1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6" name="Google Shape;13856;p39">
              <a:extLst>
                <a:ext uri="{FF2B5EF4-FFF2-40B4-BE49-F238E27FC236}">
                  <a16:creationId xmlns:a16="http://schemas.microsoft.com/office/drawing/2014/main" xmlns="" id="{870B4906-3C64-85FE-80A9-B511E3308E30}"/>
                </a:ext>
              </a:extLst>
            </p:cNvPr>
            <p:cNvSpPr/>
            <p:nvPr/>
          </p:nvSpPr>
          <p:spPr>
            <a:xfrm rot="1931461">
              <a:off x="8111815" y="543192"/>
              <a:ext cx="194515" cy="144477"/>
            </a:xfrm>
            <a:custGeom>
              <a:avLst/>
              <a:gdLst/>
              <a:ahLst/>
              <a:cxnLst/>
              <a:rect l="l" t="t" r="r" b="b"/>
              <a:pathLst>
                <a:path w="1967" h="1461" extrusionOk="0">
                  <a:moveTo>
                    <a:pt x="1854" y="1"/>
                  </a:moveTo>
                  <a:lnTo>
                    <a:pt x="1966" y="169"/>
                  </a:lnTo>
                  <a:lnTo>
                    <a:pt x="113" y="1461"/>
                  </a:lnTo>
                  <a:lnTo>
                    <a:pt x="1" y="1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7" name="Google Shape;13857;p39">
              <a:extLst>
                <a:ext uri="{FF2B5EF4-FFF2-40B4-BE49-F238E27FC236}">
                  <a16:creationId xmlns:a16="http://schemas.microsoft.com/office/drawing/2014/main" xmlns="" id="{D2F2C486-9334-F375-1A28-43E77E5AB7D7}"/>
                </a:ext>
              </a:extLst>
            </p:cNvPr>
            <p:cNvSpPr/>
            <p:nvPr/>
          </p:nvSpPr>
          <p:spPr>
            <a:xfrm rot="1931461">
              <a:off x="8160998" y="290712"/>
              <a:ext cx="427794" cy="422157"/>
            </a:xfrm>
            <a:custGeom>
              <a:avLst/>
              <a:gdLst/>
              <a:ahLst/>
              <a:cxnLst/>
              <a:rect l="l" t="t" r="r" b="b"/>
              <a:pathLst>
                <a:path w="4326" h="4269" extrusionOk="0">
                  <a:moveTo>
                    <a:pt x="1573" y="337"/>
                  </a:moveTo>
                  <a:cubicBezTo>
                    <a:pt x="2528" y="0"/>
                    <a:pt x="3595" y="506"/>
                    <a:pt x="3988" y="1460"/>
                  </a:cubicBezTo>
                  <a:cubicBezTo>
                    <a:pt x="4325" y="2471"/>
                    <a:pt x="3820" y="3538"/>
                    <a:pt x="2865" y="3932"/>
                  </a:cubicBezTo>
                  <a:cubicBezTo>
                    <a:pt x="1854" y="4269"/>
                    <a:pt x="731" y="3763"/>
                    <a:pt x="394" y="2808"/>
                  </a:cubicBezTo>
                  <a:cubicBezTo>
                    <a:pt x="0" y="1797"/>
                    <a:pt x="506" y="674"/>
                    <a:pt x="1517" y="3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8" name="Google Shape;13858;p39">
              <a:extLst>
                <a:ext uri="{FF2B5EF4-FFF2-40B4-BE49-F238E27FC236}">
                  <a16:creationId xmlns:a16="http://schemas.microsoft.com/office/drawing/2014/main" xmlns="" id="{F2A01F20-9B36-E82D-342C-5A68C827DADF}"/>
                </a:ext>
              </a:extLst>
            </p:cNvPr>
            <p:cNvSpPr/>
            <p:nvPr/>
          </p:nvSpPr>
          <p:spPr>
            <a:xfrm rot="1931461">
              <a:off x="6249583" y="718708"/>
              <a:ext cx="372218" cy="222303"/>
            </a:xfrm>
            <a:custGeom>
              <a:avLst/>
              <a:gdLst/>
              <a:ahLst/>
              <a:cxnLst/>
              <a:rect l="l" t="t" r="r" b="b"/>
              <a:pathLst>
                <a:path w="3764" h="2248" extrusionOk="0">
                  <a:moveTo>
                    <a:pt x="1" y="1068"/>
                  </a:moveTo>
                  <a:lnTo>
                    <a:pt x="338" y="1"/>
                  </a:lnTo>
                  <a:lnTo>
                    <a:pt x="3764" y="1180"/>
                  </a:lnTo>
                  <a:lnTo>
                    <a:pt x="3427" y="22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9" name="Google Shape;13859;p39">
              <a:extLst>
                <a:ext uri="{FF2B5EF4-FFF2-40B4-BE49-F238E27FC236}">
                  <a16:creationId xmlns:a16="http://schemas.microsoft.com/office/drawing/2014/main" xmlns="" id="{B298AE11-3326-DB49-1637-CF72AF9794FB}"/>
                </a:ext>
              </a:extLst>
            </p:cNvPr>
            <p:cNvSpPr/>
            <p:nvPr/>
          </p:nvSpPr>
          <p:spPr>
            <a:xfrm rot="1931461">
              <a:off x="6247032" y="727548"/>
              <a:ext cx="366681" cy="211128"/>
            </a:xfrm>
            <a:custGeom>
              <a:avLst/>
              <a:gdLst/>
              <a:ahLst/>
              <a:cxnLst/>
              <a:rect l="l" t="t" r="r" b="b"/>
              <a:pathLst>
                <a:path w="3708" h="2135" extrusionOk="0">
                  <a:moveTo>
                    <a:pt x="1" y="955"/>
                  </a:moveTo>
                  <a:lnTo>
                    <a:pt x="338" y="0"/>
                  </a:lnTo>
                  <a:lnTo>
                    <a:pt x="3708" y="1180"/>
                  </a:lnTo>
                  <a:lnTo>
                    <a:pt x="3427" y="2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0" name="Google Shape;13860;p39">
              <a:extLst>
                <a:ext uri="{FF2B5EF4-FFF2-40B4-BE49-F238E27FC236}">
                  <a16:creationId xmlns:a16="http://schemas.microsoft.com/office/drawing/2014/main" xmlns="" id="{F149A52F-7B9D-2F44-CAC8-895B2B0FF2E5}"/>
                </a:ext>
              </a:extLst>
            </p:cNvPr>
            <p:cNvSpPr/>
            <p:nvPr/>
          </p:nvSpPr>
          <p:spPr>
            <a:xfrm rot="1931461">
              <a:off x="6400072" y="563942"/>
              <a:ext cx="344529" cy="316742"/>
            </a:xfrm>
            <a:custGeom>
              <a:avLst/>
              <a:gdLst/>
              <a:ahLst/>
              <a:cxnLst/>
              <a:rect l="l" t="t" r="r" b="b"/>
              <a:pathLst>
                <a:path w="3484" h="3203" extrusionOk="0">
                  <a:moveTo>
                    <a:pt x="1" y="2303"/>
                  </a:moveTo>
                  <a:lnTo>
                    <a:pt x="787" y="1"/>
                  </a:lnTo>
                  <a:lnTo>
                    <a:pt x="3483" y="899"/>
                  </a:lnTo>
                  <a:lnTo>
                    <a:pt x="2697" y="320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1" name="Google Shape;13861;p39">
              <a:extLst>
                <a:ext uri="{FF2B5EF4-FFF2-40B4-BE49-F238E27FC236}">
                  <a16:creationId xmlns:a16="http://schemas.microsoft.com/office/drawing/2014/main" xmlns="" id="{288645A9-C5A9-23B9-A05E-D8E691A328C4}"/>
                </a:ext>
              </a:extLst>
            </p:cNvPr>
            <p:cNvSpPr/>
            <p:nvPr/>
          </p:nvSpPr>
          <p:spPr>
            <a:xfrm rot="1931380">
              <a:off x="6472147" y="584592"/>
              <a:ext cx="288450" cy="238914"/>
            </a:xfrm>
            <a:custGeom>
              <a:avLst/>
              <a:gdLst/>
              <a:ahLst/>
              <a:cxnLst/>
              <a:rect l="l" t="t" r="r" b="b"/>
              <a:pathLst>
                <a:path w="2865" h="2416" extrusionOk="0">
                  <a:moveTo>
                    <a:pt x="1" y="618"/>
                  </a:moveTo>
                  <a:lnTo>
                    <a:pt x="225" y="1"/>
                  </a:lnTo>
                  <a:lnTo>
                    <a:pt x="2865" y="899"/>
                  </a:lnTo>
                  <a:lnTo>
                    <a:pt x="2416" y="2247"/>
                  </a:lnTo>
                  <a:cubicBezTo>
                    <a:pt x="1405" y="2416"/>
                    <a:pt x="394" y="1798"/>
                    <a:pt x="57" y="843"/>
                  </a:cubicBezTo>
                  <a:cubicBezTo>
                    <a:pt x="57" y="731"/>
                    <a:pt x="1" y="675"/>
                    <a:pt x="1" y="61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2" name="Google Shape;13862;p39">
              <a:extLst>
                <a:ext uri="{FF2B5EF4-FFF2-40B4-BE49-F238E27FC236}">
                  <a16:creationId xmlns:a16="http://schemas.microsoft.com/office/drawing/2014/main" xmlns="" id="{87E8C146-BA94-5250-E7D6-224398C321D7}"/>
                </a:ext>
              </a:extLst>
            </p:cNvPr>
            <p:cNvSpPr/>
            <p:nvPr/>
          </p:nvSpPr>
          <p:spPr>
            <a:xfrm rot="1931461">
              <a:off x="5974567" y="762944"/>
              <a:ext cx="150114" cy="422256"/>
            </a:xfrm>
            <a:custGeom>
              <a:avLst/>
              <a:gdLst/>
              <a:ahLst/>
              <a:cxnLst/>
              <a:rect l="l" t="t" r="r" b="b"/>
              <a:pathLst>
                <a:path w="1518" h="4270" extrusionOk="0">
                  <a:moveTo>
                    <a:pt x="843" y="4269"/>
                  </a:moveTo>
                  <a:lnTo>
                    <a:pt x="1517" y="899"/>
                  </a:lnTo>
                  <a:lnTo>
                    <a:pt x="394" y="1"/>
                  </a:lnTo>
                  <a:lnTo>
                    <a:pt x="1" y="450"/>
                  </a:lnTo>
                  <a:lnTo>
                    <a:pt x="506" y="4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3" name="Google Shape;13863;p39">
              <a:extLst>
                <a:ext uri="{FF2B5EF4-FFF2-40B4-BE49-F238E27FC236}">
                  <a16:creationId xmlns:a16="http://schemas.microsoft.com/office/drawing/2014/main" xmlns="" id="{6C5FB536-8442-FFDA-65CE-3A7D2E04EDEF}"/>
                </a:ext>
              </a:extLst>
            </p:cNvPr>
            <p:cNvSpPr/>
            <p:nvPr/>
          </p:nvSpPr>
          <p:spPr>
            <a:xfrm rot="1931461">
              <a:off x="6090725" y="1041794"/>
              <a:ext cx="288954" cy="327817"/>
            </a:xfrm>
            <a:custGeom>
              <a:avLst/>
              <a:gdLst/>
              <a:ahLst/>
              <a:cxnLst/>
              <a:rect l="l" t="t" r="r" b="b"/>
              <a:pathLst>
                <a:path w="2922" h="3315" extrusionOk="0">
                  <a:moveTo>
                    <a:pt x="1" y="3202"/>
                  </a:moveTo>
                  <a:lnTo>
                    <a:pt x="1461" y="57"/>
                  </a:lnTo>
                  <a:lnTo>
                    <a:pt x="2921" y="1"/>
                  </a:lnTo>
                  <a:lnTo>
                    <a:pt x="2921" y="619"/>
                  </a:lnTo>
                  <a:lnTo>
                    <a:pt x="338" y="3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4" name="Google Shape;13864;p39">
              <a:extLst>
                <a:ext uri="{FF2B5EF4-FFF2-40B4-BE49-F238E27FC236}">
                  <a16:creationId xmlns:a16="http://schemas.microsoft.com/office/drawing/2014/main" xmlns="" id="{F6670018-4A4C-7B6D-0741-D7C8918569BC}"/>
                </a:ext>
              </a:extLst>
            </p:cNvPr>
            <p:cNvSpPr/>
            <p:nvPr/>
          </p:nvSpPr>
          <p:spPr>
            <a:xfrm rot="1931461">
              <a:off x="6101685" y="606199"/>
              <a:ext cx="222204" cy="311105"/>
            </a:xfrm>
            <a:custGeom>
              <a:avLst/>
              <a:gdLst/>
              <a:ahLst/>
              <a:cxnLst/>
              <a:rect l="l" t="t" r="r" b="b"/>
              <a:pathLst>
                <a:path w="2247" h="3146" extrusionOk="0">
                  <a:moveTo>
                    <a:pt x="113" y="2415"/>
                  </a:moveTo>
                  <a:lnTo>
                    <a:pt x="1348" y="281"/>
                  </a:lnTo>
                  <a:cubicBezTo>
                    <a:pt x="1461" y="57"/>
                    <a:pt x="1741" y="0"/>
                    <a:pt x="1966" y="113"/>
                  </a:cubicBezTo>
                  <a:lnTo>
                    <a:pt x="1966" y="113"/>
                  </a:lnTo>
                  <a:cubicBezTo>
                    <a:pt x="2135" y="225"/>
                    <a:pt x="2247" y="506"/>
                    <a:pt x="2078" y="731"/>
                  </a:cubicBezTo>
                  <a:lnTo>
                    <a:pt x="899" y="2865"/>
                  </a:lnTo>
                  <a:cubicBezTo>
                    <a:pt x="787" y="3033"/>
                    <a:pt x="506" y="3146"/>
                    <a:pt x="281" y="2977"/>
                  </a:cubicBezTo>
                  <a:lnTo>
                    <a:pt x="281" y="2977"/>
                  </a:lnTo>
                  <a:cubicBezTo>
                    <a:pt x="56" y="2865"/>
                    <a:pt x="0" y="2584"/>
                    <a:pt x="113" y="24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5" name="Google Shape;13865;p39">
              <a:extLst>
                <a:ext uri="{FF2B5EF4-FFF2-40B4-BE49-F238E27FC236}">
                  <a16:creationId xmlns:a16="http://schemas.microsoft.com/office/drawing/2014/main" xmlns="" id="{F96CDD2C-4521-B135-A0CB-07A0E59472A8}"/>
                </a:ext>
              </a:extLst>
            </p:cNvPr>
            <p:cNvSpPr/>
            <p:nvPr/>
          </p:nvSpPr>
          <p:spPr>
            <a:xfrm rot="1931461">
              <a:off x="6398076" y="902876"/>
              <a:ext cx="127864" cy="333355"/>
            </a:xfrm>
            <a:custGeom>
              <a:avLst/>
              <a:gdLst/>
              <a:ahLst/>
              <a:cxnLst/>
              <a:rect l="l" t="t" r="r" b="b"/>
              <a:pathLst>
                <a:path w="1293" h="3371" extrusionOk="0">
                  <a:moveTo>
                    <a:pt x="899" y="2978"/>
                  </a:moveTo>
                  <a:lnTo>
                    <a:pt x="1236" y="562"/>
                  </a:lnTo>
                  <a:cubicBezTo>
                    <a:pt x="1293" y="338"/>
                    <a:pt x="1124" y="113"/>
                    <a:pt x="843" y="57"/>
                  </a:cubicBezTo>
                  <a:lnTo>
                    <a:pt x="843" y="57"/>
                  </a:lnTo>
                  <a:cubicBezTo>
                    <a:pt x="619" y="1"/>
                    <a:pt x="394" y="169"/>
                    <a:pt x="338" y="450"/>
                  </a:cubicBezTo>
                  <a:lnTo>
                    <a:pt x="1" y="2809"/>
                  </a:lnTo>
                  <a:cubicBezTo>
                    <a:pt x="1" y="3090"/>
                    <a:pt x="169" y="3315"/>
                    <a:pt x="394" y="3315"/>
                  </a:cubicBezTo>
                  <a:lnTo>
                    <a:pt x="394" y="3315"/>
                  </a:lnTo>
                  <a:cubicBezTo>
                    <a:pt x="619" y="3371"/>
                    <a:pt x="843" y="3202"/>
                    <a:pt x="899" y="29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6" name="Google Shape;13866;p39">
              <a:extLst>
                <a:ext uri="{FF2B5EF4-FFF2-40B4-BE49-F238E27FC236}">
                  <a16:creationId xmlns:a16="http://schemas.microsoft.com/office/drawing/2014/main" xmlns="" id="{58ACB0BF-57D7-BA09-50AB-5FDF89653ED2}"/>
                </a:ext>
              </a:extLst>
            </p:cNvPr>
            <p:cNvSpPr/>
            <p:nvPr/>
          </p:nvSpPr>
          <p:spPr>
            <a:xfrm rot="1931461">
              <a:off x="6150198" y="695789"/>
              <a:ext cx="222303" cy="311204"/>
            </a:xfrm>
            <a:custGeom>
              <a:avLst/>
              <a:gdLst/>
              <a:ahLst/>
              <a:cxnLst/>
              <a:rect l="l" t="t" r="r" b="b"/>
              <a:pathLst>
                <a:path w="2248" h="3147" extrusionOk="0">
                  <a:moveTo>
                    <a:pt x="113" y="2416"/>
                  </a:moveTo>
                  <a:lnTo>
                    <a:pt x="1349" y="282"/>
                  </a:lnTo>
                  <a:cubicBezTo>
                    <a:pt x="1461" y="57"/>
                    <a:pt x="1742" y="1"/>
                    <a:pt x="1967" y="113"/>
                  </a:cubicBezTo>
                  <a:lnTo>
                    <a:pt x="1967" y="113"/>
                  </a:lnTo>
                  <a:cubicBezTo>
                    <a:pt x="2135" y="226"/>
                    <a:pt x="2248" y="506"/>
                    <a:pt x="2135" y="731"/>
                  </a:cubicBezTo>
                  <a:lnTo>
                    <a:pt x="900" y="2865"/>
                  </a:lnTo>
                  <a:cubicBezTo>
                    <a:pt x="787" y="3090"/>
                    <a:pt x="506" y="3146"/>
                    <a:pt x="282" y="3034"/>
                  </a:cubicBezTo>
                  <a:lnTo>
                    <a:pt x="282" y="3034"/>
                  </a:lnTo>
                  <a:cubicBezTo>
                    <a:pt x="57" y="2921"/>
                    <a:pt x="1" y="2641"/>
                    <a:pt x="113" y="24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7" name="Google Shape;13867;p39">
              <a:extLst>
                <a:ext uri="{FF2B5EF4-FFF2-40B4-BE49-F238E27FC236}">
                  <a16:creationId xmlns:a16="http://schemas.microsoft.com/office/drawing/2014/main" xmlns="" id="{B190B3C4-EEF5-2A73-A8C3-D2CE8B4979C0}"/>
                </a:ext>
              </a:extLst>
            </p:cNvPr>
            <p:cNvSpPr/>
            <p:nvPr/>
          </p:nvSpPr>
          <p:spPr>
            <a:xfrm rot="1931461">
              <a:off x="6322319" y="835555"/>
              <a:ext cx="127864" cy="333355"/>
            </a:xfrm>
            <a:custGeom>
              <a:avLst/>
              <a:gdLst/>
              <a:ahLst/>
              <a:cxnLst/>
              <a:rect l="l" t="t" r="r" b="b"/>
              <a:pathLst>
                <a:path w="1293" h="3371" extrusionOk="0">
                  <a:moveTo>
                    <a:pt x="899" y="2977"/>
                  </a:moveTo>
                  <a:lnTo>
                    <a:pt x="1236" y="562"/>
                  </a:lnTo>
                  <a:cubicBezTo>
                    <a:pt x="1293" y="337"/>
                    <a:pt x="1124" y="113"/>
                    <a:pt x="843" y="56"/>
                  </a:cubicBezTo>
                  <a:lnTo>
                    <a:pt x="843" y="56"/>
                  </a:lnTo>
                  <a:cubicBezTo>
                    <a:pt x="619" y="0"/>
                    <a:pt x="394" y="225"/>
                    <a:pt x="394" y="450"/>
                  </a:cubicBezTo>
                  <a:lnTo>
                    <a:pt x="57" y="2809"/>
                  </a:lnTo>
                  <a:cubicBezTo>
                    <a:pt x="1" y="3089"/>
                    <a:pt x="169" y="3314"/>
                    <a:pt x="394" y="3314"/>
                  </a:cubicBezTo>
                  <a:lnTo>
                    <a:pt x="394" y="3314"/>
                  </a:lnTo>
                  <a:cubicBezTo>
                    <a:pt x="675" y="3370"/>
                    <a:pt x="899" y="3202"/>
                    <a:pt x="899" y="29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8" name="Google Shape;13868;p39">
              <a:extLst>
                <a:ext uri="{FF2B5EF4-FFF2-40B4-BE49-F238E27FC236}">
                  <a16:creationId xmlns:a16="http://schemas.microsoft.com/office/drawing/2014/main" xmlns="" id="{9287F0D7-6AA1-E7D0-EFE6-1610DA9F2185}"/>
                </a:ext>
              </a:extLst>
            </p:cNvPr>
            <p:cNvSpPr/>
            <p:nvPr/>
          </p:nvSpPr>
          <p:spPr>
            <a:xfrm rot="1931461">
              <a:off x="6060171" y="704613"/>
              <a:ext cx="505521" cy="411082"/>
            </a:xfrm>
            <a:custGeom>
              <a:avLst/>
              <a:gdLst/>
              <a:ahLst/>
              <a:cxnLst/>
              <a:rect l="l" t="t" r="r" b="b"/>
              <a:pathLst>
                <a:path w="5112" h="4157" extrusionOk="0">
                  <a:moveTo>
                    <a:pt x="57" y="2359"/>
                  </a:moveTo>
                  <a:cubicBezTo>
                    <a:pt x="113" y="2190"/>
                    <a:pt x="226" y="2134"/>
                    <a:pt x="394" y="2190"/>
                  </a:cubicBezTo>
                  <a:cubicBezTo>
                    <a:pt x="506" y="2190"/>
                    <a:pt x="563" y="2359"/>
                    <a:pt x="563" y="2471"/>
                  </a:cubicBezTo>
                  <a:cubicBezTo>
                    <a:pt x="506" y="2640"/>
                    <a:pt x="338" y="2696"/>
                    <a:pt x="226" y="2640"/>
                  </a:cubicBezTo>
                  <a:cubicBezTo>
                    <a:pt x="113" y="2584"/>
                    <a:pt x="1" y="2471"/>
                    <a:pt x="57" y="2359"/>
                  </a:cubicBezTo>
                  <a:close/>
                  <a:moveTo>
                    <a:pt x="1237" y="225"/>
                  </a:moveTo>
                  <a:cubicBezTo>
                    <a:pt x="1293" y="112"/>
                    <a:pt x="1461" y="0"/>
                    <a:pt x="1574" y="56"/>
                  </a:cubicBezTo>
                  <a:cubicBezTo>
                    <a:pt x="1686" y="112"/>
                    <a:pt x="1798" y="281"/>
                    <a:pt x="1742" y="393"/>
                  </a:cubicBezTo>
                  <a:cubicBezTo>
                    <a:pt x="1686" y="506"/>
                    <a:pt x="1517" y="562"/>
                    <a:pt x="1405" y="562"/>
                  </a:cubicBezTo>
                  <a:cubicBezTo>
                    <a:pt x="1293" y="506"/>
                    <a:pt x="1180" y="337"/>
                    <a:pt x="1237" y="225"/>
                  </a:cubicBezTo>
                  <a:close/>
                  <a:moveTo>
                    <a:pt x="2135" y="674"/>
                  </a:moveTo>
                  <a:cubicBezTo>
                    <a:pt x="2191" y="562"/>
                    <a:pt x="2304" y="506"/>
                    <a:pt x="2472" y="562"/>
                  </a:cubicBezTo>
                  <a:cubicBezTo>
                    <a:pt x="2585" y="562"/>
                    <a:pt x="2641" y="730"/>
                    <a:pt x="2585" y="842"/>
                  </a:cubicBezTo>
                  <a:cubicBezTo>
                    <a:pt x="2585" y="1011"/>
                    <a:pt x="2416" y="1123"/>
                    <a:pt x="2248" y="1067"/>
                  </a:cubicBezTo>
                  <a:cubicBezTo>
                    <a:pt x="2135" y="1011"/>
                    <a:pt x="2079" y="842"/>
                    <a:pt x="2135" y="730"/>
                  </a:cubicBezTo>
                  <a:close/>
                  <a:moveTo>
                    <a:pt x="4101" y="1404"/>
                  </a:moveTo>
                  <a:cubicBezTo>
                    <a:pt x="4101" y="1292"/>
                    <a:pt x="4045" y="1123"/>
                    <a:pt x="3932" y="1067"/>
                  </a:cubicBezTo>
                  <a:cubicBezTo>
                    <a:pt x="3820" y="1011"/>
                    <a:pt x="3652" y="1123"/>
                    <a:pt x="3596" y="1236"/>
                  </a:cubicBezTo>
                  <a:cubicBezTo>
                    <a:pt x="3539" y="1348"/>
                    <a:pt x="3652" y="1516"/>
                    <a:pt x="3764" y="1573"/>
                  </a:cubicBezTo>
                  <a:cubicBezTo>
                    <a:pt x="3876" y="1573"/>
                    <a:pt x="4045" y="1516"/>
                    <a:pt x="4101" y="1404"/>
                  </a:cubicBezTo>
                  <a:close/>
                  <a:moveTo>
                    <a:pt x="5056" y="1573"/>
                  </a:moveTo>
                  <a:cubicBezTo>
                    <a:pt x="5112" y="1460"/>
                    <a:pt x="5056" y="1292"/>
                    <a:pt x="4943" y="1236"/>
                  </a:cubicBezTo>
                  <a:cubicBezTo>
                    <a:pt x="4775" y="1179"/>
                    <a:pt x="4663" y="1292"/>
                    <a:pt x="4606" y="1404"/>
                  </a:cubicBezTo>
                  <a:cubicBezTo>
                    <a:pt x="4550" y="1516"/>
                    <a:pt x="4606" y="1685"/>
                    <a:pt x="4775" y="1741"/>
                  </a:cubicBezTo>
                  <a:cubicBezTo>
                    <a:pt x="4887" y="1741"/>
                    <a:pt x="5000" y="1685"/>
                    <a:pt x="5056" y="1573"/>
                  </a:cubicBezTo>
                  <a:close/>
                  <a:moveTo>
                    <a:pt x="4719" y="3932"/>
                  </a:moveTo>
                  <a:cubicBezTo>
                    <a:pt x="4775" y="3819"/>
                    <a:pt x="4719" y="3651"/>
                    <a:pt x="4606" y="3651"/>
                  </a:cubicBezTo>
                  <a:cubicBezTo>
                    <a:pt x="4438" y="3595"/>
                    <a:pt x="4326" y="3651"/>
                    <a:pt x="4269" y="3763"/>
                  </a:cubicBezTo>
                  <a:cubicBezTo>
                    <a:pt x="4213" y="3932"/>
                    <a:pt x="4269" y="4044"/>
                    <a:pt x="4438" y="4100"/>
                  </a:cubicBezTo>
                  <a:cubicBezTo>
                    <a:pt x="4550" y="4156"/>
                    <a:pt x="4663" y="4044"/>
                    <a:pt x="4719" y="3932"/>
                  </a:cubicBezTo>
                  <a:close/>
                  <a:moveTo>
                    <a:pt x="3764" y="3763"/>
                  </a:moveTo>
                  <a:cubicBezTo>
                    <a:pt x="3764" y="3651"/>
                    <a:pt x="3708" y="3482"/>
                    <a:pt x="3596" y="3482"/>
                  </a:cubicBezTo>
                  <a:cubicBezTo>
                    <a:pt x="3483" y="3426"/>
                    <a:pt x="3315" y="3482"/>
                    <a:pt x="3259" y="3595"/>
                  </a:cubicBezTo>
                  <a:cubicBezTo>
                    <a:pt x="3259" y="3763"/>
                    <a:pt x="3315" y="3875"/>
                    <a:pt x="3427" y="3932"/>
                  </a:cubicBezTo>
                  <a:cubicBezTo>
                    <a:pt x="3539" y="3988"/>
                    <a:pt x="3708" y="3875"/>
                    <a:pt x="3764" y="3763"/>
                  </a:cubicBezTo>
                  <a:close/>
                  <a:moveTo>
                    <a:pt x="956" y="2808"/>
                  </a:moveTo>
                  <a:cubicBezTo>
                    <a:pt x="956" y="2696"/>
                    <a:pt x="1124" y="2584"/>
                    <a:pt x="1237" y="2640"/>
                  </a:cubicBezTo>
                  <a:cubicBezTo>
                    <a:pt x="1349" y="2696"/>
                    <a:pt x="1461" y="2864"/>
                    <a:pt x="1405" y="2977"/>
                  </a:cubicBezTo>
                  <a:cubicBezTo>
                    <a:pt x="1349" y="3089"/>
                    <a:pt x="1237" y="3145"/>
                    <a:pt x="1068" y="3145"/>
                  </a:cubicBezTo>
                  <a:cubicBezTo>
                    <a:pt x="956" y="3089"/>
                    <a:pt x="900" y="2921"/>
                    <a:pt x="956" y="28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9" name="Google Shape;13869;p39">
              <a:extLst>
                <a:ext uri="{FF2B5EF4-FFF2-40B4-BE49-F238E27FC236}">
                  <a16:creationId xmlns:a16="http://schemas.microsoft.com/office/drawing/2014/main" xmlns="" id="{6EA9AC7D-9B04-FC8F-8476-1DBE2F3A2439}"/>
                </a:ext>
              </a:extLst>
            </p:cNvPr>
            <p:cNvSpPr/>
            <p:nvPr/>
          </p:nvSpPr>
          <p:spPr>
            <a:xfrm rot="1931461">
              <a:off x="6060949" y="721451"/>
              <a:ext cx="499884" cy="394468"/>
            </a:xfrm>
            <a:custGeom>
              <a:avLst/>
              <a:gdLst/>
              <a:ahLst/>
              <a:cxnLst/>
              <a:rect l="l" t="t" r="r" b="b"/>
              <a:pathLst>
                <a:path w="5055" h="3989" extrusionOk="0">
                  <a:moveTo>
                    <a:pt x="506" y="2135"/>
                  </a:moveTo>
                  <a:cubicBezTo>
                    <a:pt x="506" y="2191"/>
                    <a:pt x="506" y="2247"/>
                    <a:pt x="506" y="2303"/>
                  </a:cubicBezTo>
                  <a:cubicBezTo>
                    <a:pt x="449" y="2472"/>
                    <a:pt x="281" y="2528"/>
                    <a:pt x="169" y="2472"/>
                  </a:cubicBezTo>
                  <a:cubicBezTo>
                    <a:pt x="112" y="2472"/>
                    <a:pt x="56" y="2416"/>
                    <a:pt x="56" y="2416"/>
                  </a:cubicBezTo>
                  <a:cubicBezTo>
                    <a:pt x="0" y="2359"/>
                    <a:pt x="0" y="2303"/>
                    <a:pt x="56" y="2247"/>
                  </a:cubicBezTo>
                  <a:cubicBezTo>
                    <a:pt x="112" y="2079"/>
                    <a:pt x="225" y="2022"/>
                    <a:pt x="393" y="2079"/>
                  </a:cubicBezTo>
                  <a:cubicBezTo>
                    <a:pt x="393" y="2079"/>
                    <a:pt x="449" y="2135"/>
                    <a:pt x="506" y="2135"/>
                  </a:cubicBezTo>
                  <a:close/>
                  <a:moveTo>
                    <a:pt x="1236" y="169"/>
                  </a:moveTo>
                  <a:cubicBezTo>
                    <a:pt x="1292" y="57"/>
                    <a:pt x="1404" y="1"/>
                    <a:pt x="1573" y="1"/>
                  </a:cubicBezTo>
                  <a:cubicBezTo>
                    <a:pt x="1573" y="1"/>
                    <a:pt x="1629" y="57"/>
                    <a:pt x="1685" y="113"/>
                  </a:cubicBezTo>
                  <a:cubicBezTo>
                    <a:pt x="1685" y="169"/>
                    <a:pt x="1685" y="225"/>
                    <a:pt x="1685" y="281"/>
                  </a:cubicBezTo>
                  <a:cubicBezTo>
                    <a:pt x="1629" y="394"/>
                    <a:pt x="1460" y="450"/>
                    <a:pt x="1348" y="394"/>
                  </a:cubicBezTo>
                  <a:cubicBezTo>
                    <a:pt x="1292" y="394"/>
                    <a:pt x="1292" y="394"/>
                    <a:pt x="1236" y="338"/>
                  </a:cubicBezTo>
                  <a:cubicBezTo>
                    <a:pt x="1236" y="281"/>
                    <a:pt x="1236" y="225"/>
                    <a:pt x="1236" y="169"/>
                  </a:cubicBezTo>
                  <a:close/>
                  <a:moveTo>
                    <a:pt x="2134" y="618"/>
                  </a:moveTo>
                  <a:cubicBezTo>
                    <a:pt x="2191" y="506"/>
                    <a:pt x="2303" y="450"/>
                    <a:pt x="2471" y="506"/>
                  </a:cubicBezTo>
                  <a:cubicBezTo>
                    <a:pt x="2471" y="506"/>
                    <a:pt x="2528" y="506"/>
                    <a:pt x="2584" y="562"/>
                  </a:cubicBezTo>
                  <a:cubicBezTo>
                    <a:pt x="2584" y="618"/>
                    <a:pt x="2584" y="674"/>
                    <a:pt x="2584" y="731"/>
                  </a:cubicBezTo>
                  <a:cubicBezTo>
                    <a:pt x="2528" y="899"/>
                    <a:pt x="2359" y="955"/>
                    <a:pt x="2191" y="899"/>
                  </a:cubicBezTo>
                  <a:cubicBezTo>
                    <a:pt x="2191" y="843"/>
                    <a:pt x="2134" y="843"/>
                    <a:pt x="2078" y="787"/>
                  </a:cubicBezTo>
                  <a:cubicBezTo>
                    <a:pt x="2078" y="731"/>
                    <a:pt x="2078" y="674"/>
                    <a:pt x="2078" y="618"/>
                  </a:cubicBezTo>
                  <a:close/>
                  <a:moveTo>
                    <a:pt x="4044" y="1068"/>
                  </a:moveTo>
                  <a:cubicBezTo>
                    <a:pt x="3988" y="1011"/>
                    <a:pt x="3932" y="1011"/>
                    <a:pt x="3932" y="1011"/>
                  </a:cubicBezTo>
                  <a:cubicBezTo>
                    <a:pt x="3763" y="955"/>
                    <a:pt x="3651" y="1011"/>
                    <a:pt x="3595" y="1124"/>
                  </a:cubicBezTo>
                  <a:cubicBezTo>
                    <a:pt x="3595" y="1180"/>
                    <a:pt x="3595" y="1236"/>
                    <a:pt x="3595" y="1292"/>
                  </a:cubicBezTo>
                  <a:cubicBezTo>
                    <a:pt x="3595" y="1348"/>
                    <a:pt x="3651" y="1348"/>
                    <a:pt x="3707" y="1405"/>
                  </a:cubicBezTo>
                  <a:cubicBezTo>
                    <a:pt x="3819" y="1405"/>
                    <a:pt x="3988" y="1348"/>
                    <a:pt x="4044" y="1236"/>
                  </a:cubicBezTo>
                  <a:cubicBezTo>
                    <a:pt x="4044" y="1180"/>
                    <a:pt x="4044" y="1124"/>
                    <a:pt x="4044" y="1068"/>
                  </a:cubicBezTo>
                  <a:close/>
                  <a:moveTo>
                    <a:pt x="4999" y="1236"/>
                  </a:moveTo>
                  <a:cubicBezTo>
                    <a:pt x="4999" y="1180"/>
                    <a:pt x="4943" y="1180"/>
                    <a:pt x="4886" y="1180"/>
                  </a:cubicBezTo>
                  <a:cubicBezTo>
                    <a:pt x="4774" y="1124"/>
                    <a:pt x="4606" y="1180"/>
                    <a:pt x="4606" y="1292"/>
                  </a:cubicBezTo>
                  <a:cubicBezTo>
                    <a:pt x="4549" y="1348"/>
                    <a:pt x="4549" y="1405"/>
                    <a:pt x="4606" y="1461"/>
                  </a:cubicBezTo>
                  <a:cubicBezTo>
                    <a:pt x="4606" y="1517"/>
                    <a:pt x="4662" y="1517"/>
                    <a:pt x="4718" y="1573"/>
                  </a:cubicBezTo>
                  <a:cubicBezTo>
                    <a:pt x="4830" y="1629"/>
                    <a:pt x="4943" y="1517"/>
                    <a:pt x="4999" y="1405"/>
                  </a:cubicBezTo>
                  <a:cubicBezTo>
                    <a:pt x="5055" y="1348"/>
                    <a:pt x="5055" y="1292"/>
                    <a:pt x="4999" y="1236"/>
                  </a:cubicBezTo>
                  <a:close/>
                  <a:moveTo>
                    <a:pt x="4662" y="3595"/>
                  </a:moveTo>
                  <a:cubicBezTo>
                    <a:pt x="4662" y="3595"/>
                    <a:pt x="4606" y="3539"/>
                    <a:pt x="4549" y="3539"/>
                  </a:cubicBezTo>
                  <a:cubicBezTo>
                    <a:pt x="4437" y="3483"/>
                    <a:pt x="4269" y="3539"/>
                    <a:pt x="4269" y="3707"/>
                  </a:cubicBezTo>
                  <a:cubicBezTo>
                    <a:pt x="4212" y="3764"/>
                    <a:pt x="4212" y="3820"/>
                    <a:pt x="4269" y="3876"/>
                  </a:cubicBezTo>
                  <a:cubicBezTo>
                    <a:pt x="4269" y="3876"/>
                    <a:pt x="4325" y="3932"/>
                    <a:pt x="4381" y="3932"/>
                  </a:cubicBezTo>
                  <a:cubicBezTo>
                    <a:pt x="4493" y="3988"/>
                    <a:pt x="4606" y="3932"/>
                    <a:pt x="4662" y="3764"/>
                  </a:cubicBezTo>
                  <a:cubicBezTo>
                    <a:pt x="4718" y="3707"/>
                    <a:pt x="4718" y="3651"/>
                    <a:pt x="4662" y="3595"/>
                  </a:cubicBezTo>
                  <a:close/>
                  <a:moveTo>
                    <a:pt x="3707" y="3427"/>
                  </a:moveTo>
                  <a:cubicBezTo>
                    <a:pt x="3651" y="3427"/>
                    <a:pt x="3595" y="3370"/>
                    <a:pt x="3595" y="3370"/>
                  </a:cubicBezTo>
                  <a:cubicBezTo>
                    <a:pt x="3426" y="3314"/>
                    <a:pt x="3314" y="3370"/>
                    <a:pt x="3258" y="3539"/>
                  </a:cubicBezTo>
                  <a:cubicBezTo>
                    <a:pt x="3258" y="3595"/>
                    <a:pt x="3258" y="3651"/>
                    <a:pt x="3258" y="3651"/>
                  </a:cubicBezTo>
                  <a:cubicBezTo>
                    <a:pt x="3314" y="3707"/>
                    <a:pt x="3314" y="3764"/>
                    <a:pt x="3370" y="3764"/>
                  </a:cubicBezTo>
                  <a:cubicBezTo>
                    <a:pt x="3482" y="3820"/>
                    <a:pt x="3651" y="3764"/>
                    <a:pt x="3707" y="3595"/>
                  </a:cubicBezTo>
                  <a:cubicBezTo>
                    <a:pt x="3707" y="3539"/>
                    <a:pt x="3707" y="3483"/>
                    <a:pt x="3707" y="3427"/>
                  </a:cubicBezTo>
                  <a:close/>
                  <a:moveTo>
                    <a:pt x="955" y="2753"/>
                  </a:moveTo>
                  <a:cubicBezTo>
                    <a:pt x="955" y="2584"/>
                    <a:pt x="1123" y="2528"/>
                    <a:pt x="1236" y="2584"/>
                  </a:cubicBezTo>
                  <a:cubicBezTo>
                    <a:pt x="1292" y="2584"/>
                    <a:pt x="1348" y="2640"/>
                    <a:pt x="1348" y="2696"/>
                  </a:cubicBezTo>
                  <a:cubicBezTo>
                    <a:pt x="1404" y="2696"/>
                    <a:pt x="1404" y="2753"/>
                    <a:pt x="1348" y="2809"/>
                  </a:cubicBezTo>
                  <a:cubicBezTo>
                    <a:pt x="1292" y="2977"/>
                    <a:pt x="1180" y="3033"/>
                    <a:pt x="1067" y="2977"/>
                  </a:cubicBezTo>
                  <a:cubicBezTo>
                    <a:pt x="1011" y="2977"/>
                    <a:pt x="955" y="2921"/>
                    <a:pt x="955" y="2921"/>
                  </a:cubicBezTo>
                  <a:cubicBezTo>
                    <a:pt x="899" y="2865"/>
                    <a:pt x="899" y="2809"/>
                    <a:pt x="955" y="2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0" name="Google Shape;13870;p39">
              <a:extLst>
                <a:ext uri="{FF2B5EF4-FFF2-40B4-BE49-F238E27FC236}">
                  <a16:creationId xmlns:a16="http://schemas.microsoft.com/office/drawing/2014/main" xmlns="" id="{2C67735B-B6AE-A7B7-4CCA-7B1F3AF580AE}"/>
                </a:ext>
              </a:extLst>
            </p:cNvPr>
            <p:cNvSpPr/>
            <p:nvPr/>
          </p:nvSpPr>
          <p:spPr>
            <a:xfrm rot="1931461">
              <a:off x="6510149" y="387332"/>
              <a:ext cx="427794" cy="427794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1517" y="394"/>
                  </a:moveTo>
                  <a:cubicBezTo>
                    <a:pt x="2528" y="1"/>
                    <a:pt x="3595" y="506"/>
                    <a:pt x="3988" y="1517"/>
                  </a:cubicBezTo>
                  <a:cubicBezTo>
                    <a:pt x="4325" y="2472"/>
                    <a:pt x="3820" y="3595"/>
                    <a:pt x="2809" y="3932"/>
                  </a:cubicBezTo>
                  <a:cubicBezTo>
                    <a:pt x="1854" y="4325"/>
                    <a:pt x="731" y="3820"/>
                    <a:pt x="394" y="2809"/>
                  </a:cubicBezTo>
                  <a:cubicBezTo>
                    <a:pt x="1" y="1798"/>
                    <a:pt x="506" y="731"/>
                    <a:pt x="1517" y="3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1" name="Google Shape;13871;p39">
              <a:extLst>
                <a:ext uri="{FF2B5EF4-FFF2-40B4-BE49-F238E27FC236}">
                  <a16:creationId xmlns:a16="http://schemas.microsoft.com/office/drawing/2014/main" xmlns="" id="{693B33B5-C361-BBB2-6561-81EDBDBE10EB}"/>
                </a:ext>
              </a:extLst>
            </p:cNvPr>
            <p:cNvSpPr/>
            <p:nvPr/>
          </p:nvSpPr>
          <p:spPr>
            <a:xfrm rot="1931461">
              <a:off x="8275154" y="339205"/>
              <a:ext cx="244553" cy="222204"/>
            </a:xfrm>
            <a:custGeom>
              <a:avLst/>
              <a:gdLst/>
              <a:ahLst/>
              <a:cxnLst/>
              <a:rect l="l" t="t" r="r" b="b"/>
              <a:pathLst>
                <a:path w="2473" h="2247" extrusionOk="0">
                  <a:moveTo>
                    <a:pt x="225" y="899"/>
                  </a:moveTo>
                  <a:cubicBezTo>
                    <a:pt x="562" y="281"/>
                    <a:pt x="1293" y="0"/>
                    <a:pt x="1910" y="337"/>
                  </a:cubicBezTo>
                  <a:cubicBezTo>
                    <a:pt x="2191" y="450"/>
                    <a:pt x="2360" y="674"/>
                    <a:pt x="2472" y="955"/>
                  </a:cubicBezTo>
                  <a:cubicBezTo>
                    <a:pt x="2360" y="787"/>
                    <a:pt x="2247" y="674"/>
                    <a:pt x="2079" y="618"/>
                  </a:cubicBezTo>
                  <a:cubicBezTo>
                    <a:pt x="1461" y="281"/>
                    <a:pt x="731" y="562"/>
                    <a:pt x="394" y="1180"/>
                  </a:cubicBezTo>
                  <a:cubicBezTo>
                    <a:pt x="225" y="1517"/>
                    <a:pt x="225" y="1910"/>
                    <a:pt x="394" y="2247"/>
                  </a:cubicBezTo>
                  <a:cubicBezTo>
                    <a:pt x="57" y="1854"/>
                    <a:pt x="1" y="1292"/>
                    <a:pt x="282" y="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2" name="Google Shape;13872;p39">
              <a:extLst>
                <a:ext uri="{FF2B5EF4-FFF2-40B4-BE49-F238E27FC236}">
                  <a16:creationId xmlns:a16="http://schemas.microsoft.com/office/drawing/2014/main" xmlns="" id="{0D7291A8-DAAB-1475-0AC7-41A5B7035841}"/>
                </a:ext>
              </a:extLst>
            </p:cNvPr>
            <p:cNvSpPr/>
            <p:nvPr/>
          </p:nvSpPr>
          <p:spPr>
            <a:xfrm rot="1931461">
              <a:off x="6610489" y="439788"/>
              <a:ext cx="244454" cy="222204"/>
            </a:xfrm>
            <a:custGeom>
              <a:avLst/>
              <a:gdLst/>
              <a:ahLst/>
              <a:cxnLst/>
              <a:rect l="l" t="t" r="r" b="b"/>
              <a:pathLst>
                <a:path w="2472" h="2247" extrusionOk="0">
                  <a:moveTo>
                    <a:pt x="169" y="843"/>
                  </a:moveTo>
                  <a:cubicBezTo>
                    <a:pt x="506" y="225"/>
                    <a:pt x="1292" y="0"/>
                    <a:pt x="1854" y="337"/>
                  </a:cubicBezTo>
                  <a:cubicBezTo>
                    <a:pt x="2135" y="450"/>
                    <a:pt x="2303" y="674"/>
                    <a:pt x="2472" y="899"/>
                  </a:cubicBezTo>
                  <a:cubicBezTo>
                    <a:pt x="2360" y="786"/>
                    <a:pt x="2191" y="674"/>
                    <a:pt x="2079" y="618"/>
                  </a:cubicBezTo>
                  <a:cubicBezTo>
                    <a:pt x="1461" y="281"/>
                    <a:pt x="675" y="506"/>
                    <a:pt x="394" y="1123"/>
                  </a:cubicBezTo>
                  <a:cubicBezTo>
                    <a:pt x="225" y="1460"/>
                    <a:pt x="225" y="1910"/>
                    <a:pt x="394" y="2247"/>
                  </a:cubicBezTo>
                  <a:cubicBezTo>
                    <a:pt x="57" y="1854"/>
                    <a:pt x="1" y="1292"/>
                    <a:pt x="225" y="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3" name="Google Shape;13873;p39">
              <a:extLst>
                <a:ext uri="{FF2B5EF4-FFF2-40B4-BE49-F238E27FC236}">
                  <a16:creationId xmlns:a16="http://schemas.microsoft.com/office/drawing/2014/main" xmlns="" id="{313233B9-FEF5-F4BD-10C7-0B32DC7EA764}"/>
                </a:ext>
              </a:extLst>
            </p:cNvPr>
            <p:cNvSpPr/>
            <p:nvPr/>
          </p:nvSpPr>
          <p:spPr>
            <a:xfrm rot="1931461">
              <a:off x="8238307" y="364350"/>
              <a:ext cx="277779" cy="277779"/>
            </a:xfrm>
            <a:custGeom>
              <a:avLst/>
              <a:gdLst/>
              <a:ahLst/>
              <a:cxnLst/>
              <a:rect l="l" t="t" r="r" b="b"/>
              <a:pathLst>
                <a:path w="2809" h="2809" extrusionOk="0">
                  <a:moveTo>
                    <a:pt x="1012" y="225"/>
                  </a:moveTo>
                  <a:cubicBezTo>
                    <a:pt x="1629" y="0"/>
                    <a:pt x="2360" y="337"/>
                    <a:pt x="2584" y="955"/>
                  </a:cubicBezTo>
                  <a:cubicBezTo>
                    <a:pt x="2809" y="1629"/>
                    <a:pt x="2528" y="2359"/>
                    <a:pt x="1854" y="2584"/>
                  </a:cubicBezTo>
                  <a:cubicBezTo>
                    <a:pt x="1180" y="2808"/>
                    <a:pt x="506" y="2471"/>
                    <a:pt x="225" y="1854"/>
                  </a:cubicBezTo>
                  <a:cubicBezTo>
                    <a:pt x="1" y="1180"/>
                    <a:pt x="338" y="450"/>
                    <a:pt x="1012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4" name="Google Shape;13874;p39">
              <a:extLst>
                <a:ext uri="{FF2B5EF4-FFF2-40B4-BE49-F238E27FC236}">
                  <a16:creationId xmlns:a16="http://schemas.microsoft.com/office/drawing/2014/main" xmlns="" id="{83984E44-68D0-C57F-2F2A-4DA0A1920878}"/>
                </a:ext>
              </a:extLst>
            </p:cNvPr>
            <p:cNvSpPr/>
            <p:nvPr/>
          </p:nvSpPr>
          <p:spPr>
            <a:xfrm rot="1931461">
              <a:off x="6588952" y="461430"/>
              <a:ext cx="277878" cy="277779"/>
            </a:xfrm>
            <a:custGeom>
              <a:avLst/>
              <a:gdLst/>
              <a:ahLst/>
              <a:cxnLst/>
              <a:rect l="l" t="t" r="r" b="b"/>
              <a:pathLst>
                <a:path w="2810" h="2809" extrusionOk="0">
                  <a:moveTo>
                    <a:pt x="956" y="225"/>
                  </a:moveTo>
                  <a:cubicBezTo>
                    <a:pt x="1573" y="1"/>
                    <a:pt x="2304" y="338"/>
                    <a:pt x="2584" y="1012"/>
                  </a:cubicBezTo>
                  <a:cubicBezTo>
                    <a:pt x="2809" y="1629"/>
                    <a:pt x="2472" y="2360"/>
                    <a:pt x="1854" y="2584"/>
                  </a:cubicBezTo>
                  <a:cubicBezTo>
                    <a:pt x="1236" y="2809"/>
                    <a:pt x="506" y="2472"/>
                    <a:pt x="226" y="1854"/>
                  </a:cubicBezTo>
                  <a:cubicBezTo>
                    <a:pt x="1" y="1236"/>
                    <a:pt x="338" y="506"/>
                    <a:pt x="95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5" name="Google Shape;13875;p39">
              <a:extLst>
                <a:ext uri="{FF2B5EF4-FFF2-40B4-BE49-F238E27FC236}">
                  <a16:creationId xmlns:a16="http://schemas.microsoft.com/office/drawing/2014/main" xmlns="" id="{43A15B22-E4F6-F736-E399-D08BCA10B19F}"/>
                </a:ext>
              </a:extLst>
            </p:cNvPr>
            <p:cNvSpPr/>
            <p:nvPr/>
          </p:nvSpPr>
          <p:spPr>
            <a:xfrm rot="1931461">
              <a:off x="7084295" y="199395"/>
              <a:ext cx="955367" cy="716649"/>
            </a:xfrm>
            <a:custGeom>
              <a:avLst/>
              <a:gdLst/>
              <a:ahLst/>
              <a:cxnLst/>
              <a:rect l="l" t="t" r="r" b="b"/>
              <a:pathLst>
                <a:path w="9661" h="7247" extrusionOk="0">
                  <a:moveTo>
                    <a:pt x="0" y="6067"/>
                  </a:moveTo>
                  <a:lnTo>
                    <a:pt x="8874" y="1"/>
                  </a:lnTo>
                  <a:lnTo>
                    <a:pt x="9660" y="1180"/>
                  </a:lnTo>
                  <a:lnTo>
                    <a:pt x="786" y="72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6" name="Google Shape;13876;p39">
              <a:extLst>
                <a:ext uri="{FF2B5EF4-FFF2-40B4-BE49-F238E27FC236}">
                  <a16:creationId xmlns:a16="http://schemas.microsoft.com/office/drawing/2014/main" xmlns="" id="{6906CDB7-4A99-8B33-C1F5-A77E7364B562}"/>
                </a:ext>
              </a:extLst>
            </p:cNvPr>
            <p:cNvSpPr/>
            <p:nvPr/>
          </p:nvSpPr>
          <p:spPr>
            <a:xfrm rot="1931461">
              <a:off x="7093705" y="224360"/>
              <a:ext cx="938754" cy="694399"/>
            </a:xfrm>
            <a:custGeom>
              <a:avLst/>
              <a:gdLst/>
              <a:ahLst/>
              <a:cxnLst/>
              <a:rect l="l" t="t" r="r" b="b"/>
              <a:pathLst>
                <a:path w="9493" h="7022" extrusionOk="0">
                  <a:moveTo>
                    <a:pt x="8875" y="1"/>
                  </a:moveTo>
                  <a:lnTo>
                    <a:pt x="9492" y="955"/>
                  </a:lnTo>
                  <a:lnTo>
                    <a:pt x="618" y="7021"/>
                  </a:lnTo>
                  <a:lnTo>
                    <a:pt x="1" y="606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7" name="Google Shape;13877;p39">
              <a:extLst>
                <a:ext uri="{FF2B5EF4-FFF2-40B4-BE49-F238E27FC236}">
                  <a16:creationId xmlns:a16="http://schemas.microsoft.com/office/drawing/2014/main" xmlns="" id="{F4D99129-FBBF-3860-0EB5-81263B440ADF}"/>
                </a:ext>
              </a:extLst>
            </p:cNvPr>
            <p:cNvSpPr/>
            <p:nvPr/>
          </p:nvSpPr>
          <p:spPr>
            <a:xfrm rot="1931461">
              <a:off x="7111140" y="279429"/>
              <a:ext cx="905428" cy="644361"/>
            </a:xfrm>
            <a:custGeom>
              <a:avLst/>
              <a:gdLst/>
              <a:ahLst/>
              <a:cxnLst/>
              <a:rect l="l" t="t" r="r" b="b"/>
              <a:pathLst>
                <a:path w="9156" h="6516" extrusionOk="0">
                  <a:moveTo>
                    <a:pt x="8818" y="0"/>
                  </a:moveTo>
                  <a:lnTo>
                    <a:pt x="9155" y="449"/>
                  </a:lnTo>
                  <a:lnTo>
                    <a:pt x="281" y="6515"/>
                  </a:lnTo>
                  <a:lnTo>
                    <a:pt x="1" y="606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8" name="Google Shape;13878;p39">
              <a:extLst>
                <a:ext uri="{FF2B5EF4-FFF2-40B4-BE49-F238E27FC236}">
                  <a16:creationId xmlns:a16="http://schemas.microsoft.com/office/drawing/2014/main" xmlns="" id="{CEAEBE7B-8E0C-9A42-8E5D-05EEEDF28370}"/>
                </a:ext>
              </a:extLst>
            </p:cNvPr>
            <p:cNvSpPr/>
            <p:nvPr/>
          </p:nvSpPr>
          <p:spPr>
            <a:xfrm rot="1931461">
              <a:off x="8258084" y="452607"/>
              <a:ext cx="244454" cy="216666"/>
            </a:xfrm>
            <a:custGeom>
              <a:avLst/>
              <a:gdLst/>
              <a:ahLst/>
              <a:cxnLst/>
              <a:rect l="l" t="t" r="r" b="b"/>
              <a:pathLst>
                <a:path w="2472" h="2191" extrusionOk="0">
                  <a:moveTo>
                    <a:pt x="1966" y="1"/>
                  </a:moveTo>
                  <a:cubicBezTo>
                    <a:pt x="2078" y="113"/>
                    <a:pt x="2134" y="225"/>
                    <a:pt x="2191" y="338"/>
                  </a:cubicBezTo>
                  <a:cubicBezTo>
                    <a:pt x="2471" y="1011"/>
                    <a:pt x="2134" y="1685"/>
                    <a:pt x="1517" y="1966"/>
                  </a:cubicBezTo>
                  <a:cubicBezTo>
                    <a:pt x="955" y="2191"/>
                    <a:pt x="281" y="1910"/>
                    <a:pt x="0" y="1405"/>
                  </a:cubicBezTo>
                  <a:cubicBezTo>
                    <a:pt x="337" y="1798"/>
                    <a:pt x="899" y="1966"/>
                    <a:pt x="1404" y="1798"/>
                  </a:cubicBezTo>
                  <a:cubicBezTo>
                    <a:pt x="2022" y="1517"/>
                    <a:pt x="2359" y="843"/>
                    <a:pt x="2134" y="169"/>
                  </a:cubicBezTo>
                  <a:cubicBezTo>
                    <a:pt x="2134" y="113"/>
                    <a:pt x="2078" y="57"/>
                    <a:pt x="2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9" name="Google Shape;13879;p39">
              <a:extLst>
                <a:ext uri="{FF2B5EF4-FFF2-40B4-BE49-F238E27FC236}">
                  <a16:creationId xmlns:a16="http://schemas.microsoft.com/office/drawing/2014/main" xmlns="" id="{F36A2D41-344A-7245-3595-3635DB2DF7F5}"/>
                </a:ext>
              </a:extLst>
            </p:cNvPr>
            <p:cNvSpPr/>
            <p:nvPr/>
          </p:nvSpPr>
          <p:spPr>
            <a:xfrm rot="1931461">
              <a:off x="6601474" y="555543"/>
              <a:ext cx="238916" cy="205590"/>
            </a:xfrm>
            <a:custGeom>
              <a:avLst/>
              <a:gdLst/>
              <a:ahLst/>
              <a:cxnLst/>
              <a:rect l="l" t="t" r="r" b="b"/>
              <a:pathLst>
                <a:path w="2416" h="2079" extrusionOk="0">
                  <a:moveTo>
                    <a:pt x="1966" y="0"/>
                  </a:moveTo>
                  <a:cubicBezTo>
                    <a:pt x="2078" y="113"/>
                    <a:pt x="2134" y="225"/>
                    <a:pt x="2191" y="337"/>
                  </a:cubicBezTo>
                  <a:cubicBezTo>
                    <a:pt x="2415" y="955"/>
                    <a:pt x="2078" y="1629"/>
                    <a:pt x="1460" y="1910"/>
                  </a:cubicBezTo>
                  <a:cubicBezTo>
                    <a:pt x="955" y="2078"/>
                    <a:pt x="337" y="1854"/>
                    <a:pt x="0" y="1348"/>
                  </a:cubicBezTo>
                  <a:cubicBezTo>
                    <a:pt x="337" y="1741"/>
                    <a:pt x="899" y="1910"/>
                    <a:pt x="1348" y="1741"/>
                  </a:cubicBezTo>
                  <a:cubicBezTo>
                    <a:pt x="1966" y="1461"/>
                    <a:pt x="2303" y="787"/>
                    <a:pt x="2078" y="169"/>
                  </a:cubicBezTo>
                  <a:cubicBezTo>
                    <a:pt x="2022" y="113"/>
                    <a:pt x="2022" y="56"/>
                    <a:pt x="1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67641587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B3F37C0B-B38B-D80E-FDEC-AA976D6A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037F6486-53F4-E210-FDCC-90B63B7D610B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4FD6DF61-70D6-FD39-8216-B434ECEB5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gsw-FR" dirty="0"/>
              <a:t>Working Scenarios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7802BB11-32CA-BDCE-4977-96D694DA09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F7E4BA7C-16CD-AD79-010A-1D522689A62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55D80DD4-8BD9-ECC5-527B-AC58F22A765B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889DD988-09CC-EB4E-5ED3-C7A0FBC1B133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72F2A12C-7A1D-9C95-194F-994524CB7692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98483AB0-FAED-473B-7B9C-7310FC977A83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9C59409F-8A4E-E368-7BA6-29AF681218C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9604AF1-BA50-B618-2D25-4CE2C1CEEF03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0986E1AE-CBB5-5329-1457-639614E4799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022FEDA0-E932-B1BF-E139-B2F64CA9F793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01A0C1E-C18D-4D69-F003-B18999DAA2AA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BCBE03BF-B26E-84FE-EF61-FA0C2263D1F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5EBFF1C1-3AD0-6797-9456-A9B35823E759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6DD76C79-F6D2-F177-2B07-CF59124F84B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B2ACE85B-DF1A-0C2A-C772-7B3A9FB76030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03B67BB4-7FC1-4946-13CF-3E215D005619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7C0A269B-4891-76F4-2040-3F86030D664A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F851B57E-E0EA-500B-8346-B330FACB0043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33BA6F6B-9668-A825-977E-7B171AF9A24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90B8CA80-5E62-4B5F-9E15-0297EBD56093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46D07CF3-2AF3-003A-15C7-AA99A0216BD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E9F4DEA4-F343-57BA-2C62-E9ECB6716832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7E59282A-4130-211F-9AB0-C609B67F4D6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F473C7D0-6D61-8578-A9F4-617C9229A40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754DCECB-8A9D-AF31-0409-58E9F65A878F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B6BFDF60-74EF-AEA7-8E5B-27AD340E751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51BDB5B7-9595-8029-098C-F8432D9935C5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8DE4F3E1-390C-BEC3-2765-D6DFEB7A3C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975BCE4C-D871-3828-F9A1-82CE2E0304D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C11CD86D-6CA1-270A-A693-0A7CF0F51BB0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07991EE5-9BD8-6AA3-5FA1-DEDCBAD5DC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361468D9-EA88-6B82-72EB-E6C3DCA18B13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81676CB-E260-21B1-7B5C-AEDC58A8E30C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626524C-BF95-1787-07EE-2E90F81A775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C3D6042F-29F0-DD5C-B4C9-FC5BB3CFCC5B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3B89A10E-3284-6BC1-1EA4-87F13CD148D6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13D0154A-6D98-0AEE-2638-6EAA503FE9A2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25169F19-26AA-74D1-7D76-2B5118D360EE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B9ABA8A9-5CE8-D03F-D62E-DEA4691C30A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744F3832-70AF-7759-68FD-D6ED7EA49E4E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5B323FBD-4F3E-0512-B1CE-3543FD25D8D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FA5B1D23-8AC5-1A7E-7810-9E9481873A07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111C4B31-E646-C52A-25F5-8472F22FF4B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3F403B6-1EE6-5E80-F37A-54533AB0F34E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79A8696B-C63C-0EBE-A6FB-C34BF7137082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1C9D164-5DED-9209-1A9A-52E40959453E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9CECA775-51DA-113C-2D87-62664D19EE20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A05BAF2-3D9E-9A6A-6354-5571F11B655C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DD208326-612F-9876-B647-661710DD36D7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807E6DB5-B496-02BC-DE65-ADFAEC537075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A70322DC-C589-9723-8CEC-1219CE7113DD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E3A5FB5E-972A-B918-A148-FBE433A9EF92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F3650CCD-E98D-7F45-7586-4F6B0CF43928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9B0413A5-CEBB-4C58-098F-E44DD3DC904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F83F5716-E07A-28F1-54B1-7A3D0046F006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44E6FF2-1798-7EC6-9ACE-548506EEF7E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B3D31CD1-1F18-9B2E-9BF0-114AEBA4CFA1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51236955-0109-7C5D-CD42-15F5A73174D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1F5BF66D-2474-05F6-0209-A1E094D89452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7F6AAD9B-5D85-0D46-1582-15F578DFB2E0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AD619BCD-FA55-F439-CE2F-DD32581C9AEC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E39D404F-7399-BA81-109C-319487879C9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02A65886-CC73-C93C-5901-EE02C4BCEF6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DA65458C-721E-555C-AADA-3D83F57D1B72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7762085F-F13D-3524-BF68-029E77145F85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7BEA88A0-0E8E-37FD-3C7D-837911B1DA1A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B1710A1B-40F2-BD8A-79BC-888AD7D22BCE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4A325FD2-8D4B-7905-33A7-693C79F9FDD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E3591664-EBAE-E6B8-4633-1B5B7F1C4FD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2D652CFC-12A4-6C93-F8A1-9D41A72BF04B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B3119A30-5908-3D00-642D-43BAD41C90F9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027D8A8-B915-9F29-D90D-4E9F0514BE95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ABB020FA-1DEB-3D8C-4170-2B5B0DF01876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467B8949-19B4-7B16-2525-9FD9D0F39C7A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8F4211BD-32ED-4E6F-96BC-F30E4D9F8B97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C6F48E72-A862-A335-04E9-BE3EAF851BDA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98A8097B-A456-AC41-4B34-0F7D26ABE3B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1A1AF5-18F1-F6D4-3ACF-26F7146D84F2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22B44887-D292-F7C4-219C-602CAB21F1A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8E57599D-DE6D-8088-F3CF-2F83454E0754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F111C00A-420F-1B15-81A2-CE0C675CDEC6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98C8FCE9-180C-F890-C192-2525D2F2E91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28CA9B19-E91B-E075-08DB-D5D37251DB53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991D77DB-6BBE-DC3B-7AB8-C2E2F23B7253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E2D8095-592F-8EF6-D316-21541DA1C470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113DCD85-599A-98E4-8781-D9E8891AE2D7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082673FD-6AF9-88E9-BE99-6974D42A932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823180B-1AE7-D301-251C-D296D63188DD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A80E408B-DB9F-7AB7-60F0-C01E73CA3D81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B2C8DBF3-5E73-C2C8-07E9-E6FEA354BD7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A5B9F4BB-5DAF-98D5-CADC-72F3B61E9399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C0BB7D7E-ADC3-9629-1E39-23CB0E6C9BE6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041D22A-DF75-1D6F-469A-09B7E488F33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D7988D00-7CE5-CF37-85BE-E0C1D68486D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66E5F44A-1EA9-D451-C7B4-317F0A36758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2722F40D-6A98-6996-AD81-7176142B6E63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B2115463-D083-28F9-FDEE-9D7F75598AA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64E7AA8A-35A0-B103-899F-75493A9FCDE4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4754F205-F12B-97CA-2856-743741B5AA46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A4A5E727-1ADF-1340-6D86-36C927ECB45C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CF295C4D-203A-0672-E8AA-03717F59423A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239E236-26D5-53EB-A904-77F3967B4AC8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941372EC-94AF-6511-AB8C-3460A09A28B6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41DFA0F1-80A4-9177-8777-31338251B8D4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250CA829-5EDA-3A17-C277-FF043BBD5DF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B31DF583-21A8-EBC9-43AF-1BFCBB8EAA0A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C7649D0-8459-5591-C7A0-CFC33ECBE93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1A05B4EC-D856-5CF8-BAEB-086FFB8303A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97742C27-54F1-8E7E-4F46-C1D095BA4BE9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73030D24-BF94-AB9E-5C2C-2FD7C64E2A8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2E7F426-6349-8032-BF37-BB07A1D144EE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27BB46C1-A944-FB01-759F-E11D197DC9E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3BC4E71-676B-49A3-E69F-05ECFAA5831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4ADF6730-C84C-1AF5-8773-723C6A79CDE3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443B5F4E-CE6B-A17A-2129-444629199D12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63BC1F4-D881-E83D-7064-D7D98DBC02E9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A9CA4E0D-AD0A-464E-65CC-5917F8218AFD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D2092ABF-321A-088B-0546-70E2EACDA2C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26A28D1-E825-9B7D-11A3-31B34FF16FA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EDD92624-14EA-D93D-5D7A-A6D602E75826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C6A96D35-880B-8DF8-45BF-E62976D66EF6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0CA1BC6A-1A3E-E07B-4C26-C6ED99E3E9F6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78980000-8531-CCE8-F2BD-B788B76377F4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8026B58-818E-EA57-85CE-AE8427A6F04C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5B514502-9717-41D1-5ED9-70613487D66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5AD7CDB0-D07D-FBA7-46FF-CC5B4A8CA74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E853AB51-A8ED-11C0-CF48-59A88B839C67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E7FC8666-CB8C-698A-7695-30DAE1E411D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BF983BF0-2BC1-1BF1-CC30-824B67E773CB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AB2B7AC6-659C-2AC4-C380-8604E8CF55AB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8AB98458-13BA-8151-D5DD-42EDE5977190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7EC92FAD-844F-693B-2F83-F36278779DEF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44FECC24-92C7-AF81-5D32-253007082840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A22432FD-D420-994F-B81D-80EB7E5EF0E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DF9D0857-99BD-F41C-9D7D-3E4C5A0371EC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F77DB6D-4A20-C042-7F51-0A2460F7898F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66E2C035-4AFE-65ED-66CF-9AF0125C24EC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0C15EB27-D3B4-C235-A5C9-0DA0CE434A8E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F2ECE2C8-7773-638D-E3F4-141E0E91C53E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BD803DDA-157C-41D2-E738-179288C439E1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9C30B80C-EA7F-41C2-68FE-73BCF3B0EADE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69458A7E-918B-A13B-7987-A8643D423EE9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80EE5749-1001-4914-C08B-24420E26174C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BE3B5147-F3A0-2B4A-E7B4-A2AC08E70FA3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CE8D9B35-C6E9-02F3-BA8D-3320A5964EB8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8B913E70-F13B-BE55-0972-0A461B17DB28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C8D8541E-5F8A-15B7-9884-0CB2A8C75638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CDFC21E3-B309-BFFA-BD53-84B4CFFE7FA7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89B61DDD-A437-5F9B-3318-CACA03FDE7B4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9AEEC8BA-F696-94E6-B773-E2556325AA29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967DF0A6-1AF0-F973-AD34-7A5188A408BB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559B90DD-734A-88E9-FB69-B1E3EB6D5E1F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94625F1-5982-89DF-2215-2E95D17FCEA2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66559E09-5480-8629-CC2D-2F836A8EFCFC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1E430D84-6BB5-FA92-F262-6829AC9DC18A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B50C5FC2-F73D-25AA-82D0-0BB98E72FE63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7C9D83B0-DFC0-F257-929B-377E2376D61A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2682FBAE-8EF8-3ED3-2F30-9D847484FB4B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3BFC89DB-BD8D-E0D9-8A7C-7B48B51FA87C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2F8742AE-1668-50E7-09BC-3335FF4B2859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C22022E1-DC7B-22E9-7360-EF460B7BB41E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5DE13DF3-30AC-A90A-5E1A-ADFA281C857F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C0E0D05-78EC-9B2B-AD25-9E663F72F401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4B8E0F60-5BF2-60B1-7B67-85C791CB5B5D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575EF00-3D07-F543-D29D-EFB8D37100C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6778843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>
          <a:extLst>
            <a:ext uri="{FF2B5EF4-FFF2-40B4-BE49-F238E27FC236}">
              <a16:creationId xmlns:a16="http://schemas.microsoft.com/office/drawing/2014/main" xmlns="" id="{14585057-F072-E59B-F230-262919F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39">
            <a:extLst>
              <a:ext uri="{FF2B5EF4-FFF2-40B4-BE49-F238E27FC236}">
                <a16:creationId xmlns:a16="http://schemas.microsoft.com/office/drawing/2014/main" xmlns="" id="{970D5F56-63F3-845B-83B5-7CF2C4030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662834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gsw-FR" dirty="0"/>
              <a:t>Standard Pick-and-Place</a:t>
            </a:r>
            <a:endParaRPr lang="gsw-FR" dirty="0"/>
          </a:p>
        </p:txBody>
      </p:sp>
      <p:sp>
        <p:nvSpPr>
          <p:cNvPr id="13818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34394" y="1435550"/>
            <a:ext cx="4504016" cy="2374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Uniform plastic boxes on </a:t>
            </a:r>
            <a:r>
              <a:rPr lang="en-US" sz="1400" b="1" dirty="0" smtClean="0"/>
              <a:t>conveyor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gsw-FR" sz="1400" b="1" dirty="0"/>
              <a:t>Vision detects center &amp; </a:t>
            </a:r>
            <a:r>
              <a:rPr lang="gsw-FR" sz="1400" b="1" dirty="0" smtClean="0"/>
              <a:t>orientation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Cycle time: 3-5 seconds per box </a:t>
            </a:r>
            <a:endParaRPr lang="en-US" sz="1400" b="1" dirty="0" smtClean="0"/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gsw-FR" sz="1400" b="1" dirty="0"/>
              <a:t>Throughput: 12-20 </a:t>
            </a:r>
            <a:r>
              <a:rPr lang="gsw-FR" sz="1400" b="1" dirty="0" smtClean="0"/>
              <a:t>objects/minute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400" b="1" dirty="0" smtClean="0"/>
              <a:t>Auto-retry </a:t>
            </a:r>
            <a:r>
              <a:rPr lang="en-US" sz="1400" b="1" dirty="0"/>
              <a:t>or reject bin for failed picks</a:t>
            </a:r>
          </a:p>
        </p:txBody>
      </p:sp>
      <p:grpSp>
        <p:nvGrpSpPr>
          <p:cNvPr id="13829" name="Google Shape;13829;p39">
            <a:extLst>
              <a:ext uri="{FF2B5EF4-FFF2-40B4-BE49-F238E27FC236}">
                <a16:creationId xmlns:a16="http://schemas.microsoft.com/office/drawing/2014/main" xmlns="" id="{45E650B7-0979-7ADD-010C-EE6287C314B7}"/>
              </a:ext>
            </a:extLst>
          </p:cNvPr>
          <p:cNvGrpSpPr/>
          <p:nvPr/>
        </p:nvGrpSpPr>
        <p:grpSpPr>
          <a:xfrm>
            <a:off x="4127210" y="4511988"/>
            <a:ext cx="300558" cy="283271"/>
            <a:chOff x="5105110" y="4511988"/>
            <a:chExt cx="300558" cy="283271"/>
          </a:xfrm>
        </p:grpSpPr>
        <p:sp>
          <p:nvSpPr>
            <p:cNvPr id="13830" name="Google Shape;13830;p39">
              <a:extLst>
                <a:ext uri="{FF2B5EF4-FFF2-40B4-BE49-F238E27FC236}">
                  <a16:creationId xmlns:a16="http://schemas.microsoft.com/office/drawing/2014/main" xmlns="" id="{2D71DE78-A977-86A5-42CB-E38453C5F87B}"/>
                </a:ext>
              </a:extLst>
            </p:cNvPr>
            <p:cNvSpPr/>
            <p:nvPr/>
          </p:nvSpPr>
          <p:spPr>
            <a:xfrm>
              <a:off x="5105110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39">
              <a:extLst>
                <a:ext uri="{FF2B5EF4-FFF2-40B4-BE49-F238E27FC236}">
                  <a16:creationId xmlns:a16="http://schemas.microsoft.com/office/drawing/2014/main" xmlns="" id="{7B9377F5-0CCE-B9AE-3A09-08637BA83283}"/>
                </a:ext>
              </a:extLst>
            </p:cNvPr>
            <p:cNvSpPr/>
            <p:nvPr/>
          </p:nvSpPr>
          <p:spPr>
            <a:xfrm>
              <a:off x="5162835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39">
              <a:extLst>
                <a:ext uri="{FF2B5EF4-FFF2-40B4-BE49-F238E27FC236}">
                  <a16:creationId xmlns:a16="http://schemas.microsoft.com/office/drawing/2014/main" xmlns="" id="{50E25140-E35C-62EB-209A-C45CCC6FA63B}"/>
                </a:ext>
              </a:extLst>
            </p:cNvPr>
            <p:cNvSpPr/>
            <p:nvPr/>
          </p:nvSpPr>
          <p:spPr>
            <a:xfrm>
              <a:off x="5168700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39">
              <a:extLst>
                <a:ext uri="{FF2B5EF4-FFF2-40B4-BE49-F238E27FC236}">
                  <a16:creationId xmlns:a16="http://schemas.microsoft.com/office/drawing/2014/main" xmlns="" id="{E6457D0F-14F2-9DAA-AE1D-F22C7C7A78C9}"/>
                </a:ext>
              </a:extLst>
            </p:cNvPr>
            <p:cNvSpPr/>
            <p:nvPr/>
          </p:nvSpPr>
          <p:spPr>
            <a:xfrm>
              <a:off x="5197511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4" name="Google Shape;13834;p39">
            <a:extLst>
              <a:ext uri="{FF2B5EF4-FFF2-40B4-BE49-F238E27FC236}">
                <a16:creationId xmlns:a16="http://schemas.microsoft.com/office/drawing/2014/main" xmlns="" id="{E1243C4A-C410-54C3-BE70-0C966C47354B}"/>
              </a:ext>
            </a:extLst>
          </p:cNvPr>
          <p:cNvGrpSpPr/>
          <p:nvPr/>
        </p:nvGrpSpPr>
        <p:grpSpPr>
          <a:xfrm>
            <a:off x="4581245" y="4452213"/>
            <a:ext cx="156092" cy="306422"/>
            <a:chOff x="474406" y="2974600"/>
            <a:chExt cx="106759" cy="209577"/>
          </a:xfrm>
        </p:grpSpPr>
        <p:sp>
          <p:nvSpPr>
            <p:cNvPr id="13835" name="Google Shape;13835;p39">
              <a:extLst>
                <a:ext uri="{FF2B5EF4-FFF2-40B4-BE49-F238E27FC236}">
                  <a16:creationId xmlns:a16="http://schemas.microsoft.com/office/drawing/2014/main" xmlns="" id="{9FFEEE83-F05B-1A9F-F14D-AF863766F113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39">
              <a:extLst>
                <a:ext uri="{FF2B5EF4-FFF2-40B4-BE49-F238E27FC236}">
                  <a16:creationId xmlns:a16="http://schemas.microsoft.com/office/drawing/2014/main" xmlns="" id="{4E4B0FEC-A37A-A12D-B0B0-2F631D12F13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39">
              <a:extLst>
                <a:ext uri="{FF2B5EF4-FFF2-40B4-BE49-F238E27FC236}">
                  <a16:creationId xmlns:a16="http://schemas.microsoft.com/office/drawing/2014/main" xmlns="" id="{E817C8FC-B2AE-C501-EB01-E871C6EC7C8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39">
              <a:extLst>
                <a:ext uri="{FF2B5EF4-FFF2-40B4-BE49-F238E27FC236}">
                  <a16:creationId xmlns:a16="http://schemas.microsoft.com/office/drawing/2014/main" xmlns="" id="{3F9F7A2E-5603-30BC-D8AA-74BE972527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9" name="Google Shape;13839;p39">
            <a:extLst>
              <a:ext uri="{FF2B5EF4-FFF2-40B4-BE49-F238E27FC236}">
                <a16:creationId xmlns:a16="http://schemas.microsoft.com/office/drawing/2014/main" xmlns="" id="{BF78D7D6-AF50-CAD7-7630-6616B4A150BE}"/>
              </a:ext>
            </a:extLst>
          </p:cNvPr>
          <p:cNvGrpSpPr/>
          <p:nvPr/>
        </p:nvGrpSpPr>
        <p:grpSpPr>
          <a:xfrm flipH="1">
            <a:off x="901650" y="4410538"/>
            <a:ext cx="230087" cy="393387"/>
            <a:chOff x="1267792" y="5309150"/>
            <a:chExt cx="230087" cy="393387"/>
          </a:xfrm>
        </p:grpSpPr>
        <p:sp>
          <p:nvSpPr>
            <p:cNvPr id="13840" name="Google Shape;13840;p39">
              <a:extLst>
                <a:ext uri="{FF2B5EF4-FFF2-40B4-BE49-F238E27FC236}">
                  <a16:creationId xmlns:a16="http://schemas.microsoft.com/office/drawing/2014/main" xmlns="" id="{867BEE1D-AD73-4484-FDF2-74354E3D853E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39">
              <a:extLst>
                <a:ext uri="{FF2B5EF4-FFF2-40B4-BE49-F238E27FC236}">
                  <a16:creationId xmlns:a16="http://schemas.microsoft.com/office/drawing/2014/main" xmlns="" id="{283B31F6-7B74-E081-AD9F-31FA45F3AD17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39">
              <a:extLst>
                <a:ext uri="{FF2B5EF4-FFF2-40B4-BE49-F238E27FC236}">
                  <a16:creationId xmlns:a16="http://schemas.microsoft.com/office/drawing/2014/main" xmlns="" id="{EAC15404-CCE1-6E2E-3EB3-C1D875C71DA5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" name="Google Shape;14017;p41"/>
          <p:cNvGrpSpPr/>
          <p:nvPr/>
        </p:nvGrpSpPr>
        <p:grpSpPr>
          <a:xfrm>
            <a:off x="4081646" y="2102076"/>
            <a:ext cx="3465494" cy="2752638"/>
            <a:chOff x="2839255" y="2390874"/>
            <a:chExt cx="3465494" cy="2752638"/>
          </a:xfrm>
        </p:grpSpPr>
        <p:grpSp>
          <p:nvGrpSpPr>
            <p:cNvPr id="61" name="Google Shape;14018;p41"/>
            <p:cNvGrpSpPr/>
            <p:nvPr/>
          </p:nvGrpSpPr>
          <p:grpSpPr>
            <a:xfrm>
              <a:off x="2839255" y="2390874"/>
              <a:ext cx="3465494" cy="2752638"/>
              <a:chOff x="4324350" y="1015074"/>
              <a:chExt cx="4244848" cy="3371677"/>
            </a:xfrm>
          </p:grpSpPr>
          <p:sp>
            <p:nvSpPr>
              <p:cNvPr id="77" name="Google Shape;14019;p41"/>
              <p:cNvSpPr/>
              <p:nvPr/>
            </p:nvSpPr>
            <p:spPr>
              <a:xfrm>
                <a:off x="4779240" y="1066378"/>
                <a:ext cx="3338762" cy="2850724"/>
              </a:xfrm>
              <a:custGeom>
                <a:avLst/>
                <a:gdLst/>
                <a:ahLst/>
                <a:cxnLst/>
                <a:rect l="l" t="t" r="r" b="b"/>
                <a:pathLst>
                  <a:path w="33645" h="28727" extrusionOk="0">
                    <a:moveTo>
                      <a:pt x="8763" y="1"/>
                    </a:moveTo>
                    <a:lnTo>
                      <a:pt x="7469" y="1332"/>
                    </a:lnTo>
                    <a:lnTo>
                      <a:pt x="6545" y="407"/>
                    </a:lnTo>
                    <a:lnTo>
                      <a:pt x="1" y="6877"/>
                    </a:lnTo>
                    <a:lnTo>
                      <a:pt x="1923" y="8763"/>
                    </a:lnTo>
                    <a:lnTo>
                      <a:pt x="7099" y="3587"/>
                    </a:lnTo>
                    <a:lnTo>
                      <a:pt x="14198" y="10722"/>
                    </a:lnTo>
                    <a:lnTo>
                      <a:pt x="13384" y="10722"/>
                    </a:lnTo>
                    <a:lnTo>
                      <a:pt x="13384" y="23181"/>
                    </a:lnTo>
                    <a:lnTo>
                      <a:pt x="8948" y="23181"/>
                    </a:lnTo>
                    <a:cubicBezTo>
                      <a:pt x="5879" y="23181"/>
                      <a:pt x="3402" y="25658"/>
                      <a:pt x="3402" y="28727"/>
                    </a:cubicBezTo>
                    <a:lnTo>
                      <a:pt x="30317" y="28727"/>
                    </a:lnTo>
                    <a:cubicBezTo>
                      <a:pt x="30317" y="25658"/>
                      <a:pt x="27840" y="23181"/>
                      <a:pt x="24771" y="23181"/>
                    </a:cubicBezTo>
                    <a:lnTo>
                      <a:pt x="20335" y="23181"/>
                    </a:lnTo>
                    <a:lnTo>
                      <a:pt x="20335" y="10722"/>
                    </a:lnTo>
                    <a:lnTo>
                      <a:pt x="19484" y="10722"/>
                    </a:lnTo>
                    <a:lnTo>
                      <a:pt x="26583" y="3587"/>
                    </a:lnTo>
                    <a:lnTo>
                      <a:pt x="31759" y="8800"/>
                    </a:lnTo>
                    <a:lnTo>
                      <a:pt x="33644" y="6914"/>
                    </a:lnTo>
                    <a:lnTo>
                      <a:pt x="27137" y="370"/>
                    </a:lnTo>
                    <a:lnTo>
                      <a:pt x="26213" y="1295"/>
                    </a:lnTo>
                    <a:lnTo>
                      <a:pt x="24882" y="1"/>
                    </a:lnTo>
                    <a:lnTo>
                      <a:pt x="16822" y="8060"/>
                    </a:lnTo>
                    <a:lnTo>
                      <a:pt x="87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14020;p41"/>
              <p:cNvSpPr/>
              <p:nvPr/>
            </p:nvSpPr>
            <p:spPr>
              <a:xfrm>
                <a:off x="7846371" y="1664360"/>
                <a:ext cx="271606" cy="271606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2737" extrusionOk="0">
                    <a:moveTo>
                      <a:pt x="1775" y="1"/>
                    </a:moveTo>
                    <a:cubicBezTo>
                      <a:pt x="814" y="1"/>
                      <a:pt x="0" y="814"/>
                      <a:pt x="0" y="1812"/>
                    </a:cubicBezTo>
                    <a:lnTo>
                      <a:pt x="0" y="1886"/>
                    </a:lnTo>
                    <a:lnTo>
                      <a:pt x="851" y="2737"/>
                    </a:lnTo>
                    <a:lnTo>
                      <a:pt x="2736" y="851"/>
                    </a:lnTo>
                    <a:lnTo>
                      <a:pt x="1886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14021;p41"/>
              <p:cNvSpPr/>
              <p:nvPr/>
            </p:nvSpPr>
            <p:spPr>
              <a:xfrm>
                <a:off x="4775568" y="1664360"/>
                <a:ext cx="271606" cy="271606"/>
              </a:xfrm>
              <a:custGeom>
                <a:avLst/>
                <a:gdLst/>
                <a:ahLst/>
                <a:cxnLst/>
                <a:rect l="l" t="t" r="r" b="b"/>
                <a:pathLst>
                  <a:path w="2737" h="2737" extrusionOk="0">
                    <a:moveTo>
                      <a:pt x="851" y="1"/>
                    </a:moveTo>
                    <a:lnTo>
                      <a:pt x="1" y="851"/>
                    </a:lnTo>
                    <a:lnTo>
                      <a:pt x="1886" y="2737"/>
                    </a:lnTo>
                    <a:lnTo>
                      <a:pt x="2737" y="1886"/>
                    </a:lnTo>
                    <a:lnTo>
                      <a:pt x="2737" y="1812"/>
                    </a:lnTo>
                    <a:cubicBezTo>
                      <a:pt x="2737" y="814"/>
                      <a:pt x="1960" y="1"/>
                      <a:pt x="962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14022;p41"/>
              <p:cNvSpPr/>
              <p:nvPr/>
            </p:nvSpPr>
            <p:spPr>
              <a:xfrm>
                <a:off x="5289204" y="1066378"/>
                <a:ext cx="458763" cy="363299"/>
              </a:xfrm>
              <a:custGeom>
                <a:avLst/>
                <a:gdLst/>
                <a:ahLst/>
                <a:cxnLst/>
                <a:rect l="l" t="t" r="r" b="b"/>
                <a:pathLst>
                  <a:path w="4623" h="3661" extrusionOk="0">
                    <a:moveTo>
                      <a:pt x="3624" y="1"/>
                    </a:moveTo>
                    <a:lnTo>
                      <a:pt x="2330" y="1332"/>
                    </a:lnTo>
                    <a:lnTo>
                      <a:pt x="1406" y="407"/>
                    </a:lnTo>
                    <a:lnTo>
                      <a:pt x="1" y="1701"/>
                    </a:lnTo>
                    <a:cubicBezTo>
                      <a:pt x="149" y="2663"/>
                      <a:pt x="925" y="3439"/>
                      <a:pt x="1886" y="3587"/>
                    </a:cubicBezTo>
                    <a:lnTo>
                      <a:pt x="1923" y="3587"/>
                    </a:lnTo>
                    <a:lnTo>
                      <a:pt x="1960" y="3624"/>
                    </a:lnTo>
                    <a:cubicBezTo>
                      <a:pt x="2071" y="3624"/>
                      <a:pt x="2182" y="3624"/>
                      <a:pt x="2293" y="3661"/>
                    </a:cubicBezTo>
                    <a:cubicBezTo>
                      <a:pt x="3587" y="3661"/>
                      <a:pt x="4622" y="2626"/>
                      <a:pt x="4622" y="1332"/>
                    </a:cubicBezTo>
                    <a:cubicBezTo>
                      <a:pt x="4622" y="1221"/>
                      <a:pt x="4585" y="1110"/>
                      <a:pt x="4585" y="999"/>
                    </a:cubicBezTo>
                    <a:lnTo>
                      <a:pt x="3624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14023;p41"/>
              <p:cNvSpPr/>
              <p:nvPr/>
            </p:nvSpPr>
            <p:spPr>
              <a:xfrm>
                <a:off x="7149251" y="1066378"/>
                <a:ext cx="451420" cy="359628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3624" extrusionOk="0">
                    <a:moveTo>
                      <a:pt x="999" y="1"/>
                    </a:moveTo>
                    <a:lnTo>
                      <a:pt x="1" y="962"/>
                    </a:lnTo>
                    <a:cubicBezTo>
                      <a:pt x="1" y="1073"/>
                      <a:pt x="1" y="1221"/>
                      <a:pt x="1" y="1332"/>
                    </a:cubicBezTo>
                    <a:cubicBezTo>
                      <a:pt x="1" y="2589"/>
                      <a:pt x="999" y="3624"/>
                      <a:pt x="2293" y="3624"/>
                    </a:cubicBezTo>
                    <a:cubicBezTo>
                      <a:pt x="2404" y="3624"/>
                      <a:pt x="2515" y="3624"/>
                      <a:pt x="2626" y="3587"/>
                    </a:cubicBezTo>
                    <a:lnTo>
                      <a:pt x="2663" y="3550"/>
                    </a:lnTo>
                    <a:lnTo>
                      <a:pt x="2663" y="3587"/>
                    </a:lnTo>
                    <a:cubicBezTo>
                      <a:pt x="3624" y="3439"/>
                      <a:pt x="4400" y="2663"/>
                      <a:pt x="4548" y="1701"/>
                    </a:cubicBezTo>
                    <a:lnTo>
                      <a:pt x="3254" y="370"/>
                    </a:lnTo>
                    <a:lnTo>
                      <a:pt x="2330" y="1295"/>
                    </a:lnTo>
                    <a:lnTo>
                      <a:pt x="999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14024;p41"/>
              <p:cNvSpPr/>
              <p:nvPr/>
            </p:nvSpPr>
            <p:spPr>
              <a:xfrm>
                <a:off x="7607911" y="1785425"/>
                <a:ext cx="473351" cy="601860"/>
              </a:xfrm>
              <a:custGeom>
                <a:avLst/>
                <a:gdLst/>
                <a:ahLst/>
                <a:cxnLst/>
                <a:rect l="l" t="t" r="r" b="b"/>
                <a:pathLst>
                  <a:path w="4770" h="6065" extrusionOk="0">
                    <a:moveTo>
                      <a:pt x="3623" y="1"/>
                    </a:moveTo>
                    <a:lnTo>
                      <a:pt x="0" y="3624"/>
                    </a:lnTo>
                    <a:lnTo>
                      <a:pt x="2440" y="6064"/>
                    </a:lnTo>
                    <a:lnTo>
                      <a:pt x="3549" y="4955"/>
                    </a:lnTo>
                    <a:lnTo>
                      <a:pt x="2255" y="3624"/>
                    </a:lnTo>
                    <a:lnTo>
                      <a:pt x="4769" y="1147"/>
                    </a:lnTo>
                    <a:lnTo>
                      <a:pt x="3623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14025;p41"/>
              <p:cNvSpPr/>
              <p:nvPr/>
            </p:nvSpPr>
            <p:spPr>
              <a:xfrm>
                <a:off x="7967437" y="1425902"/>
                <a:ext cx="601761" cy="473450"/>
              </a:xfrm>
              <a:custGeom>
                <a:avLst/>
                <a:gdLst/>
                <a:ahLst/>
                <a:cxnLst/>
                <a:rect l="l" t="t" r="r" b="b"/>
                <a:pathLst>
                  <a:path w="6064" h="4771" extrusionOk="0">
                    <a:moveTo>
                      <a:pt x="3624" y="1"/>
                    </a:moveTo>
                    <a:lnTo>
                      <a:pt x="0" y="3624"/>
                    </a:lnTo>
                    <a:lnTo>
                      <a:pt x="1146" y="4770"/>
                    </a:lnTo>
                    <a:lnTo>
                      <a:pt x="3624" y="2256"/>
                    </a:lnTo>
                    <a:lnTo>
                      <a:pt x="4954" y="3587"/>
                    </a:lnTo>
                    <a:lnTo>
                      <a:pt x="6064" y="2441"/>
                    </a:lnTo>
                    <a:lnTo>
                      <a:pt x="3624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14026;p41"/>
              <p:cNvSpPr/>
              <p:nvPr/>
            </p:nvSpPr>
            <p:spPr>
              <a:xfrm>
                <a:off x="7134663" y="1015074"/>
                <a:ext cx="429291" cy="365086"/>
              </a:xfrm>
              <a:custGeom>
                <a:avLst/>
                <a:gdLst/>
                <a:ahLst/>
                <a:cxnLst/>
                <a:rect l="l" t="t" r="r" b="b"/>
                <a:pathLst>
                  <a:path w="4326" h="3679" extrusionOk="0">
                    <a:moveTo>
                      <a:pt x="2477" y="0"/>
                    </a:moveTo>
                    <a:cubicBezTo>
                      <a:pt x="813" y="0"/>
                      <a:pt x="0" y="1960"/>
                      <a:pt x="1183" y="3143"/>
                    </a:cubicBezTo>
                    <a:cubicBezTo>
                      <a:pt x="1553" y="3513"/>
                      <a:pt x="2012" y="3679"/>
                      <a:pt x="2464" y="3679"/>
                    </a:cubicBezTo>
                    <a:cubicBezTo>
                      <a:pt x="3410" y="3679"/>
                      <a:pt x="4326" y="2950"/>
                      <a:pt x="4326" y="1849"/>
                    </a:cubicBezTo>
                    <a:cubicBezTo>
                      <a:pt x="4326" y="813"/>
                      <a:pt x="3475" y="0"/>
                      <a:pt x="247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14027;p41"/>
              <p:cNvSpPr/>
              <p:nvPr/>
            </p:nvSpPr>
            <p:spPr>
              <a:xfrm>
                <a:off x="7846371" y="1712092"/>
                <a:ext cx="308224" cy="263767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2658" extrusionOk="0">
                    <a:moveTo>
                      <a:pt x="1775" y="1"/>
                    </a:moveTo>
                    <a:cubicBezTo>
                      <a:pt x="592" y="1"/>
                      <a:pt x="0" y="1405"/>
                      <a:pt x="851" y="2256"/>
                    </a:cubicBezTo>
                    <a:cubicBezTo>
                      <a:pt x="1128" y="2533"/>
                      <a:pt x="1465" y="2657"/>
                      <a:pt x="1792" y="2657"/>
                    </a:cubicBezTo>
                    <a:cubicBezTo>
                      <a:pt x="2468" y="2657"/>
                      <a:pt x="3106" y="2129"/>
                      <a:pt x="3106" y="1331"/>
                    </a:cubicBezTo>
                    <a:cubicBezTo>
                      <a:pt x="3106" y="592"/>
                      <a:pt x="2514" y="1"/>
                      <a:pt x="1775" y="1"/>
                    </a:cubicBezTo>
                    <a:close/>
                  </a:path>
                </a:pathLst>
              </a:custGeom>
              <a:solidFill>
                <a:srgbClr val="A4A5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14028;p41"/>
              <p:cNvSpPr/>
              <p:nvPr/>
            </p:nvSpPr>
            <p:spPr>
              <a:xfrm>
                <a:off x="7901347" y="1750396"/>
                <a:ext cx="212958" cy="185569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870" extrusionOk="0">
                    <a:moveTo>
                      <a:pt x="1226" y="1"/>
                    </a:moveTo>
                    <a:cubicBezTo>
                      <a:pt x="1001" y="1"/>
                      <a:pt x="773" y="87"/>
                      <a:pt x="592" y="280"/>
                    </a:cubicBezTo>
                    <a:cubicBezTo>
                      <a:pt x="1" y="872"/>
                      <a:pt x="408" y="1870"/>
                      <a:pt x="1221" y="1870"/>
                    </a:cubicBezTo>
                    <a:cubicBezTo>
                      <a:pt x="1739" y="1870"/>
                      <a:pt x="2145" y="1426"/>
                      <a:pt x="2145" y="945"/>
                    </a:cubicBezTo>
                    <a:cubicBezTo>
                      <a:pt x="2145" y="372"/>
                      <a:pt x="1691" y="1"/>
                      <a:pt x="122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14029;p41"/>
              <p:cNvSpPr/>
              <p:nvPr/>
            </p:nvSpPr>
            <p:spPr>
              <a:xfrm>
                <a:off x="4815956" y="1785425"/>
                <a:ext cx="473351" cy="601860"/>
              </a:xfrm>
              <a:custGeom>
                <a:avLst/>
                <a:gdLst/>
                <a:ahLst/>
                <a:cxnLst/>
                <a:rect l="l" t="t" r="r" b="b"/>
                <a:pathLst>
                  <a:path w="4770" h="6065" extrusionOk="0">
                    <a:moveTo>
                      <a:pt x="1110" y="1"/>
                    </a:moveTo>
                    <a:lnTo>
                      <a:pt x="1" y="1147"/>
                    </a:lnTo>
                    <a:lnTo>
                      <a:pt x="2478" y="3624"/>
                    </a:lnTo>
                    <a:lnTo>
                      <a:pt x="1184" y="4955"/>
                    </a:lnTo>
                    <a:lnTo>
                      <a:pt x="2330" y="6064"/>
                    </a:lnTo>
                    <a:lnTo>
                      <a:pt x="4770" y="3624"/>
                    </a:lnTo>
                    <a:lnTo>
                      <a:pt x="111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14030;p41"/>
              <p:cNvSpPr/>
              <p:nvPr/>
            </p:nvSpPr>
            <p:spPr>
              <a:xfrm>
                <a:off x="4324350" y="1425902"/>
                <a:ext cx="601761" cy="473450"/>
              </a:xfrm>
              <a:custGeom>
                <a:avLst/>
                <a:gdLst/>
                <a:ahLst/>
                <a:cxnLst/>
                <a:rect l="l" t="t" r="r" b="b"/>
                <a:pathLst>
                  <a:path w="6064" h="4771" extrusionOk="0">
                    <a:moveTo>
                      <a:pt x="2441" y="1"/>
                    </a:moveTo>
                    <a:lnTo>
                      <a:pt x="0" y="2441"/>
                    </a:lnTo>
                    <a:lnTo>
                      <a:pt x="1147" y="3587"/>
                    </a:lnTo>
                    <a:lnTo>
                      <a:pt x="2441" y="2256"/>
                    </a:lnTo>
                    <a:lnTo>
                      <a:pt x="4955" y="4770"/>
                    </a:lnTo>
                    <a:lnTo>
                      <a:pt x="6064" y="3624"/>
                    </a:lnTo>
                    <a:lnTo>
                      <a:pt x="2441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14031;p41"/>
              <p:cNvSpPr/>
              <p:nvPr/>
            </p:nvSpPr>
            <p:spPr>
              <a:xfrm>
                <a:off x="5333264" y="1015074"/>
                <a:ext cx="425619" cy="365086"/>
              </a:xfrm>
              <a:custGeom>
                <a:avLst/>
                <a:gdLst/>
                <a:ahLst/>
                <a:cxnLst/>
                <a:rect l="l" t="t" r="r" b="b"/>
                <a:pathLst>
                  <a:path w="4289" h="3679" extrusionOk="0">
                    <a:moveTo>
                      <a:pt x="1849" y="0"/>
                    </a:moveTo>
                    <a:cubicBezTo>
                      <a:pt x="814" y="0"/>
                      <a:pt x="0" y="813"/>
                      <a:pt x="0" y="1849"/>
                    </a:cubicBezTo>
                    <a:cubicBezTo>
                      <a:pt x="0" y="2950"/>
                      <a:pt x="899" y="3679"/>
                      <a:pt x="1846" y="3679"/>
                    </a:cubicBezTo>
                    <a:cubicBezTo>
                      <a:pt x="2298" y="3679"/>
                      <a:pt x="2761" y="3513"/>
                      <a:pt x="3143" y="3143"/>
                    </a:cubicBezTo>
                    <a:cubicBezTo>
                      <a:pt x="4289" y="1960"/>
                      <a:pt x="3476" y="0"/>
                      <a:pt x="184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14032;p41"/>
              <p:cNvSpPr/>
              <p:nvPr/>
            </p:nvSpPr>
            <p:spPr>
              <a:xfrm>
                <a:off x="4738951" y="1712092"/>
                <a:ext cx="308224" cy="263767"/>
              </a:xfrm>
              <a:custGeom>
                <a:avLst/>
                <a:gdLst/>
                <a:ahLst/>
                <a:cxnLst/>
                <a:rect l="l" t="t" r="r" b="b"/>
                <a:pathLst>
                  <a:path w="3106" h="2658" extrusionOk="0">
                    <a:moveTo>
                      <a:pt x="1331" y="1"/>
                    </a:moveTo>
                    <a:cubicBezTo>
                      <a:pt x="592" y="1"/>
                      <a:pt x="0" y="592"/>
                      <a:pt x="0" y="1331"/>
                    </a:cubicBezTo>
                    <a:cubicBezTo>
                      <a:pt x="0" y="2129"/>
                      <a:pt x="655" y="2657"/>
                      <a:pt x="1330" y="2657"/>
                    </a:cubicBezTo>
                    <a:cubicBezTo>
                      <a:pt x="1658" y="2657"/>
                      <a:pt x="1990" y="2533"/>
                      <a:pt x="2255" y="2256"/>
                    </a:cubicBezTo>
                    <a:cubicBezTo>
                      <a:pt x="3106" y="1405"/>
                      <a:pt x="2514" y="1"/>
                      <a:pt x="1331" y="1"/>
                    </a:cubicBezTo>
                    <a:close/>
                  </a:path>
                </a:pathLst>
              </a:custGeom>
              <a:solidFill>
                <a:srgbClr val="A4A5A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14033;p41"/>
              <p:cNvSpPr/>
              <p:nvPr/>
            </p:nvSpPr>
            <p:spPr>
              <a:xfrm>
                <a:off x="4776323" y="1753313"/>
                <a:ext cx="216630" cy="185569"/>
              </a:xfrm>
              <a:custGeom>
                <a:avLst/>
                <a:gdLst/>
                <a:ahLst/>
                <a:cxnLst/>
                <a:rect l="l" t="t" r="r" b="b"/>
                <a:pathLst>
                  <a:path w="2183" h="1870" extrusionOk="0">
                    <a:moveTo>
                      <a:pt x="932" y="1"/>
                    </a:moveTo>
                    <a:cubicBezTo>
                      <a:pt x="455" y="1"/>
                      <a:pt x="1" y="372"/>
                      <a:pt x="1" y="945"/>
                    </a:cubicBezTo>
                    <a:cubicBezTo>
                      <a:pt x="1" y="1426"/>
                      <a:pt x="408" y="1870"/>
                      <a:pt x="925" y="1870"/>
                    </a:cubicBezTo>
                    <a:cubicBezTo>
                      <a:pt x="1738" y="1870"/>
                      <a:pt x="2182" y="872"/>
                      <a:pt x="1591" y="280"/>
                    </a:cubicBezTo>
                    <a:cubicBezTo>
                      <a:pt x="1398" y="87"/>
                      <a:pt x="1162" y="1"/>
                      <a:pt x="93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4034;p41"/>
              <p:cNvSpPr/>
              <p:nvPr/>
            </p:nvSpPr>
            <p:spPr>
              <a:xfrm>
                <a:off x="5193840" y="3447392"/>
                <a:ext cx="2509554" cy="939359"/>
              </a:xfrm>
              <a:custGeom>
                <a:avLst/>
                <a:gdLst/>
                <a:ahLst/>
                <a:cxnLst/>
                <a:rect l="l" t="t" r="r" b="b"/>
                <a:pathLst>
                  <a:path w="25289" h="9466" extrusionOk="0">
                    <a:moveTo>
                      <a:pt x="4733" y="1"/>
                    </a:moveTo>
                    <a:lnTo>
                      <a:pt x="4733" y="851"/>
                    </a:lnTo>
                    <a:lnTo>
                      <a:pt x="4622" y="1590"/>
                    </a:lnTo>
                    <a:lnTo>
                      <a:pt x="6323" y="1590"/>
                    </a:lnTo>
                    <a:lnTo>
                      <a:pt x="6286" y="1"/>
                    </a:lnTo>
                    <a:close/>
                    <a:moveTo>
                      <a:pt x="7875" y="1"/>
                    </a:moveTo>
                    <a:lnTo>
                      <a:pt x="7875" y="1590"/>
                    </a:lnTo>
                    <a:lnTo>
                      <a:pt x="9428" y="1590"/>
                    </a:lnTo>
                    <a:lnTo>
                      <a:pt x="9428" y="1"/>
                    </a:lnTo>
                    <a:close/>
                    <a:moveTo>
                      <a:pt x="11018" y="1"/>
                    </a:moveTo>
                    <a:lnTo>
                      <a:pt x="11018" y="1590"/>
                    </a:lnTo>
                    <a:lnTo>
                      <a:pt x="12571" y="1590"/>
                    </a:lnTo>
                    <a:lnTo>
                      <a:pt x="12571" y="1"/>
                    </a:lnTo>
                    <a:close/>
                    <a:moveTo>
                      <a:pt x="14123" y="1"/>
                    </a:moveTo>
                    <a:lnTo>
                      <a:pt x="14123" y="1590"/>
                    </a:lnTo>
                    <a:lnTo>
                      <a:pt x="15713" y="1590"/>
                    </a:lnTo>
                    <a:lnTo>
                      <a:pt x="15713" y="1"/>
                    </a:lnTo>
                    <a:close/>
                    <a:moveTo>
                      <a:pt x="17303" y="1"/>
                    </a:moveTo>
                    <a:lnTo>
                      <a:pt x="17303" y="1590"/>
                    </a:lnTo>
                    <a:lnTo>
                      <a:pt x="18856" y="1590"/>
                    </a:lnTo>
                    <a:lnTo>
                      <a:pt x="18856" y="1"/>
                    </a:lnTo>
                    <a:close/>
                    <a:moveTo>
                      <a:pt x="20408" y="1"/>
                    </a:moveTo>
                    <a:lnTo>
                      <a:pt x="20408" y="1590"/>
                    </a:lnTo>
                    <a:lnTo>
                      <a:pt x="20556" y="1590"/>
                    </a:lnTo>
                    <a:cubicBezTo>
                      <a:pt x="20926" y="1590"/>
                      <a:pt x="21333" y="1664"/>
                      <a:pt x="21665" y="1775"/>
                    </a:cubicBezTo>
                    <a:lnTo>
                      <a:pt x="22257" y="296"/>
                    </a:lnTo>
                    <a:cubicBezTo>
                      <a:pt x="21702" y="112"/>
                      <a:pt x="21148" y="1"/>
                      <a:pt x="20556" y="1"/>
                    </a:cubicBezTo>
                    <a:close/>
                    <a:moveTo>
                      <a:pt x="2884" y="370"/>
                    </a:moveTo>
                    <a:cubicBezTo>
                      <a:pt x="2330" y="629"/>
                      <a:pt x="1812" y="962"/>
                      <a:pt x="1368" y="1406"/>
                    </a:cubicBezTo>
                    <a:lnTo>
                      <a:pt x="2478" y="2515"/>
                    </a:lnTo>
                    <a:cubicBezTo>
                      <a:pt x="2773" y="2219"/>
                      <a:pt x="3143" y="1997"/>
                      <a:pt x="3513" y="1812"/>
                    </a:cubicBezTo>
                    <a:lnTo>
                      <a:pt x="2884" y="370"/>
                    </a:lnTo>
                    <a:close/>
                    <a:moveTo>
                      <a:pt x="23810" y="1295"/>
                    </a:moveTo>
                    <a:lnTo>
                      <a:pt x="22738" y="2441"/>
                    </a:lnTo>
                    <a:cubicBezTo>
                      <a:pt x="23033" y="2737"/>
                      <a:pt x="23292" y="3069"/>
                      <a:pt x="23440" y="3439"/>
                    </a:cubicBezTo>
                    <a:lnTo>
                      <a:pt x="24919" y="2810"/>
                    </a:lnTo>
                    <a:cubicBezTo>
                      <a:pt x="24660" y="2219"/>
                      <a:pt x="24290" y="1701"/>
                      <a:pt x="23810" y="1295"/>
                    </a:cubicBezTo>
                    <a:close/>
                    <a:moveTo>
                      <a:pt x="333" y="2958"/>
                    </a:moveTo>
                    <a:cubicBezTo>
                      <a:pt x="111" y="3513"/>
                      <a:pt x="1" y="4141"/>
                      <a:pt x="1" y="4733"/>
                    </a:cubicBezTo>
                    <a:lnTo>
                      <a:pt x="1" y="4807"/>
                    </a:lnTo>
                    <a:lnTo>
                      <a:pt x="1590" y="4770"/>
                    </a:lnTo>
                    <a:lnTo>
                      <a:pt x="1590" y="4733"/>
                    </a:lnTo>
                    <a:cubicBezTo>
                      <a:pt x="1590" y="4326"/>
                      <a:pt x="1664" y="3920"/>
                      <a:pt x="1812" y="3550"/>
                    </a:cubicBezTo>
                    <a:lnTo>
                      <a:pt x="333" y="2958"/>
                    </a:lnTo>
                    <a:close/>
                    <a:moveTo>
                      <a:pt x="25288" y="4622"/>
                    </a:moveTo>
                    <a:lnTo>
                      <a:pt x="23699" y="4659"/>
                    </a:lnTo>
                    <a:lnTo>
                      <a:pt x="23699" y="4733"/>
                    </a:lnTo>
                    <a:cubicBezTo>
                      <a:pt x="23699" y="5140"/>
                      <a:pt x="23625" y="5509"/>
                      <a:pt x="23477" y="5916"/>
                    </a:cubicBezTo>
                    <a:lnTo>
                      <a:pt x="24956" y="6471"/>
                    </a:lnTo>
                    <a:cubicBezTo>
                      <a:pt x="25178" y="5916"/>
                      <a:pt x="25288" y="5324"/>
                      <a:pt x="25288" y="4733"/>
                    </a:cubicBezTo>
                    <a:lnTo>
                      <a:pt x="25288" y="4622"/>
                    </a:lnTo>
                    <a:close/>
                    <a:moveTo>
                      <a:pt x="1849" y="5990"/>
                    </a:moveTo>
                    <a:lnTo>
                      <a:pt x="370" y="6655"/>
                    </a:lnTo>
                    <a:cubicBezTo>
                      <a:pt x="629" y="7210"/>
                      <a:pt x="999" y="7728"/>
                      <a:pt x="1442" y="8171"/>
                    </a:cubicBezTo>
                    <a:lnTo>
                      <a:pt x="2551" y="7025"/>
                    </a:lnTo>
                    <a:cubicBezTo>
                      <a:pt x="2256" y="6729"/>
                      <a:pt x="1997" y="6397"/>
                      <a:pt x="1849" y="5990"/>
                    </a:cubicBezTo>
                    <a:close/>
                    <a:moveTo>
                      <a:pt x="22774" y="6951"/>
                    </a:moveTo>
                    <a:cubicBezTo>
                      <a:pt x="22479" y="7247"/>
                      <a:pt x="22146" y="7469"/>
                      <a:pt x="21776" y="7654"/>
                    </a:cubicBezTo>
                    <a:lnTo>
                      <a:pt x="22405" y="9095"/>
                    </a:lnTo>
                    <a:cubicBezTo>
                      <a:pt x="22959" y="8837"/>
                      <a:pt x="23477" y="8467"/>
                      <a:pt x="23921" y="8023"/>
                    </a:cubicBezTo>
                    <a:lnTo>
                      <a:pt x="22774" y="6951"/>
                    </a:lnTo>
                    <a:close/>
                    <a:moveTo>
                      <a:pt x="3587" y="7691"/>
                    </a:moveTo>
                    <a:lnTo>
                      <a:pt x="3032" y="9169"/>
                    </a:lnTo>
                    <a:cubicBezTo>
                      <a:pt x="3587" y="9354"/>
                      <a:pt x="4141" y="9465"/>
                      <a:pt x="4733" y="9465"/>
                    </a:cubicBezTo>
                    <a:lnTo>
                      <a:pt x="4844" y="9465"/>
                    </a:lnTo>
                    <a:lnTo>
                      <a:pt x="4844" y="7875"/>
                    </a:lnTo>
                    <a:lnTo>
                      <a:pt x="4733" y="7875"/>
                    </a:lnTo>
                    <a:cubicBezTo>
                      <a:pt x="4326" y="7875"/>
                      <a:pt x="3956" y="7801"/>
                      <a:pt x="3587" y="7691"/>
                    </a:cubicBezTo>
                    <a:close/>
                    <a:moveTo>
                      <a:pt x="6433" y="7912"/>
                    </a:moveTo>
                    <a:lnTo>
                      <a:pt x="6433" y="9465"/>
                    </a:lnTo>
                    <a:lnTo>
                      <a:pt x="7986" y="9465"/>
                    </a:lnTo>
                    <a:lnTo>
                      <a:pt x="7986" y="7912"/>
                    </a:lnTo>
                    <a:close/>
                    <a:moveTo>
                      <a:pt x="9576" y="7912"/>
                    </a:moveTo>
                    <a:lnTo>
                      <a:pt x="9576" y="9465"/>
                    </a:lnTo>
                    <a:lnTo>
                      <a:pt x="11129" y="9465"/>
                    </a:lnTo>
                    <a:lnTo>
                      <a:pt x="11129" y="7912"/>
                    </a:lnTo>
                    <a:close/>
                    <a:moveTo>
                      <a:pt x="12718" y="7912"/>
                    </a:moveTo>
                    <a:lnTo>
                      <a:pt x="12718" y="9465"/>
                    </a:lnTo>
                    <a:lnTo>
                      <a:pt x="14271" y="9465"/>
                    </a:lnTo>
                    <a:lnTo>
                      <a:pt x="14271" y="7912"/>
                    </a:lnTo>
                    <a:close/>
                    <a:moveTo>
                      <a:pt x="15824" y="7912"/>
                    </a:moveTo>
                    <a:lnTo>
                      <a:pt x="15824" y="9465"/>
                    </a:lnTo>
                    <a:lnTo>
                      <a:pt x="17414" y="9465"/>
                    </a:lnTo>
                    <a:lnTo>
                      <a:pt x="17414" y="7912"/>
                    </a:lnTo>
                    <a:close/>
                    <a:moveTo>
                      <a:pt x="19003" y="7912"/>
                    </a:moveTo>
                    <a:lnTo>
                      <a:pt x="19003" y="9465"/>
                    </a:lnTo>
                    <a:lnTo>
                      <a:pt x="20556" y="9465"/>
                    </a:lnTo>
                    <a:lnTo>
                      <a:pt x="20556" y="7912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4035;p41"/>
              <p:cNvSpPr/>
              <p:nvPr/>
            </p:nvSpPr>
            <p:spPr>
              <a:xfrm>
                <a:off x="5256259" y="3524199"/>
                <a:ext cx="2381045" cy="785643"/>
              </a:xfrm>
              <a:custGeom>
                <a:avLst/>
                <a:gdLst/>
                <a:ahLst/>
                <a:cxnLst/>
                <a:rect l="l" t="t" r="r" b="b"/>
                <a:pathLst>
                  <a:path w="23994" h="7917" extrusionOk="0">
                    <a:moveTo>
                      <a:pt x="3968" y="1"/>
                    </a:moveTo>
                    <a:cubicBezTo>
                      <a:pt x="1775" y="1"/>
                      <a:pt x="0" y="1749"/>
                      <a:pt x="0" y="3959"/>
                    </a:cubicBezTo>
                    <a:cubicBezTo>
                      <a:pt x="0" y="6133"/>
                      <a:pt x="1776" y="7917"/>
                      <a:pt x="3971" y="7917"/>
                    </a:cubicBezTo>
                    <a:cubicBezTo>
                      <a:pt x="4015" y="7917"/>
                      <a:pt x="4059" y="7916"/>
                      <a:pt x="4104" y="7915"/>
                    </a:cubicBezTo>
                    <a:lnTo>
                      <a:pt x="19927" y="7915"/>
                    </a:lnTo>
                    <a:cubicBezTo>
                      <a:pt x="19971" y="7916"/>
                      <a:pt x="20015" y="7917"/>
                      <a:pt x="20058" y="7917"/>
                    </a:cubicBezTo>
                    <a:cubicBezTo>
                      <a:pt x="22218" y="7917"/>
                      <a:pt x="23994" y="6133"/>
                      <a:pt x="23994" y="3959"/>
                    </a:cubicBezTo>
                    <a:cubicBezTo>
                      <a:pt x="23994" y="1749"/>
                      <a:pt x="22219" y="1"/>
                      <a:pt x="20061" y="1"/>
                    </a:cubicBezTo>
                    <a:cubicBezTo>
                      <a:pt x="20016" y="1"/>
                      <a:pt x="19972" y="2"/>
                      <a:pt x="19927" y="3"/>
                    </a:cubicBezTo>
                    <a:lnTo>
                      <a:pt x="4104" y="3"/>
                    </a:lnTo>
                    <a:cubicBezTo>
                      <a:pt x="4058" y="2"/>
                      <a:pt x="4013" y="1"/>
                      <a:pt x="396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4036;p41"/>
              <p:cNvSpPr/>
              <p:nvPr/>
            </p:nvSpPr>
            <p:spPr>
              <a:xfrm>
                <a:off x="5318578" y="3572129"/>
                <a:ext cx="689882" cy="686210"/>
              </a:xfrm>
              <a:custGeom>
                <a:avLst/>
                <a:gdLst/>
                <a:ahLst/>
                <a:cxnLst/>
                <a:rect l="l" t="t" r="r" b="b"/>
                <a:pathLst>
                  <a:path w="6952" h="6915" extrusionOk="0">
                    <a:moveTo>
                      <a:pt x="3476" y="1"/>
                    </a:moveTo>
                    <a:cubicBezTo>
                      <a:pt x="1553" y="1"/>
                      <a:pt x="1" y="1553"/>
                      <a:pt x="1" y="3476"/>
                    </a:cubicBezTo>
                    <a:cubicBezTo>
                      <a:pt x="1" y="5361"/>
                      <a:pt x="1553" y="6914"/>
                      <a:pt x="3476" y="6914"/>
                    </a:cubicBezTo>
                    <a:cubicBezTo>
                      <a:pt x="5398" y="6914"/>
                      <a:pt x="6951" y="5361"/>
                      <a:pt x="6951" y="3476"/>
                    </a:cubicBezTo>
                    <a:cubicBezTo>
                      <a:pt x="6951" y="1553"/>
                      <a:pt x="5398" y="1"/>
                      <a:pt x="34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4037;p41"/>
              <p:cNvSpPr/>
              <p:nvPr/>
            </p:nvSpPr>
            <p:spPr>
              <a:xfrm>
                <a:off x="5296548" y="3640005"/>
                <a:ext cx="642150" cy="552243"/>
              </a:xfrm>
              <a:custGeom>
                <a:avLst/>
                <a:gdLst/>
                <a:ahLst/>
                <a:cxnLst/>
                <a:rect l="l" t="t" r="r" b="b"/>
                <a:pathLst>
                  <a:path w="6471" h="5565" extrusionOk="0">
                    <a:moveTo>
                      <a:pt x="3679" y="1"/>
                    </a:moveTo>
                    <a:cubicBezTo>
                      <a:pt x="2997" y="1"/>
                      <a:pt x="2301" y="257"/>
                      <a:pt x="1738" y="832"/>
                    </a:cubicBezTo>
                    <a:cubicBezTo>
                      <a:pt x="1" y="2570"/>
                      <a:pt x="1221" y="5565"/>
                      <a:pt x="3698" y="5565"/>
                    </a:cubicBezTo>
                    <a:cubicBezTo>
                      <a:pt x="5214" y="5565"/>
                      <a:pt x="6471" y="4308"/>
                      <a:pt x="6471" y="2792"/>
                    </a:cubicBezTo>
                    <a:cubicBezTo>
                      <a:pt x="6471" y="1118"/>
                      <a:pt x="5102" y="1"/>
                      <a:pt x="367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4038;p41"/>
              <p:cNvSpPr/>
              <p:nvPr/>
            </p:nvSpPr>
            <p:spPr>
              <a:xfrm>
                <a:off x="6103719" y="3572129"/>
                <a:ext cx="686111" cy="686210"/>
              </a:xfrm>
              <a:custGeom>
                <a:avLst/>
                <a:gdLst/>
                <a:ahLst/>
                <a:cxnLst/>
                <a:rect l="l" t="t" r="r" b="b"/>
                <a:pathLst>
                  <a:path w="6914" h="6915" extrusionOk="0">
                    <a:moveTo>
                      <a:pt x="3475" y="1"/>
                    </a:moveTo>
                    <a:cubicBezTo>
                      <a:pt x="1553" y="1"/>
                      <a:pt x="0" y="1553"/>
                      <a:pt x="0" y="3476"/>
                    </a:cubicBezTo>
                    <a:cubicBezTo>
                      <a:pt x="0" y="5361"/>
                      <a:pt x="1553" y="6914"/>
                      <a:pt x="3475" y="6914"/>
                    </a:cubicBezTo>
                    <a:cubicBezTo>
                      <a:pt x="5398" y="6914"/>
                      <a:pt x="6914" y="5361"/>
                      <a:pt x="6914" y="3476"/>
                    </a:cubicBezTo>
                    <a:cubicBezTo>
                      <a:pt x="6914" y="1553"/>
                      <a:pt x="5398" y="1"/>
                      <a:pt x="347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4039;p41"/>
              <p:cNvSpPr/>
              <p:nvPr/>
            </p:nvSpPr>
            <p:spPr>
              <a:xfrm>
                <a:off x="6204493" y="3641890"/>
                <a:ext cx="550457" cy="550357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546" extrusionOk="0">
                    <a:moveTo>
                      <a:pt x="2773" y="0"/>
                    </a:moveTo>
                    <a:cubicBezTo>
                      <a:pt x="1221" y="0"/>
                      <a:pt x="1" y="1220"/>
                      <a:pt x="1" y="2773"/>
                    </a:cubicBezTo>
                    <a:cubicBezTo>
                      <a:pt x="1" y="4289"/>
                      <a:pt x="1221" y="5546"/>
                      <a:pt x="2773" y="5546"/>
                    </a:cubicBezTo>
                    <a:cubicBezTo>
                      <a:pt x="4289" y="5546"/>
                      <a:pt x="5546" y="4289"/>
                      <a:pt x="5546" y="2773"/>
                    </a:cubicBezTo>
                    <a:cubicBezTo>
                      <a:pt x="5546" y="1220"/>
                      <a:pt x="4289" y="0"/>
                      <a:pt x="27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14040;p41"/>
              <p:cNvSpPr/>
              <p:nvPr/>
            </p:nvSpPr>
            <p:spPr>
              <a:xfrm>
                <a:off x="6888761" y="3572129"/>
                <a:ext cx="686210" cy="686210"/>
              </a:xfrm>
              <a:custGeom>
                <a:avLst/>
                <a:gdLst/>
                <a:ahLst/>
                <a:cxnLst/>
                <a:rect l="l" t="t" r="r" b="b"/>
                <a:pathLst>
                  <a:path w="6915" h="6915" extrusionOk="0">
                    <a:moveTo>
                      <a:pt x="3476" y="1"/>
                    </a:moveTo>
                    <a:cubicBezTo>
                      <a:pt x="1554" y="1"/>
                      <a:pt x="1" y="1553"/>
                      <a:pt x="1" y="3476"/>
                    </a:cubicBezTo>
                    <a:cubicBezTo>
                      <a:pt x="1" y="5361"/>
                      <a:pt x="1554" y="6914"/>
                      <a:pt x="3476" y="6914"/>
                    </a:cubicBezTo>
                    <a:cubicBezTo>
                      <a:pt x="5362" y="6914"/>
                      <a:pt x="6915" y="5361"/>
                      <a:pt x="6915" y="3476"/>
                    </a:cubicBezTo>
                    <a:cubicBezTo>
                      <a:pt x="6915" y="1553"/>
                      <a:pt x="5362" y="1"/>
                      <a:pt x="34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4041;p41"/>
              <p:cNvSpPr/>
              <p:nvPr/>
            </p:nvSpPr>
            <p:spPr>
              <a:xfrm>
                <a:off x="6863158" y="3640005"/>
                <a:ext cx="645821" cy="552243"/>
              </a:xfrm>
              <a:custGeom>
                <a:avLst/>
                <a:gdLst/>
                <a:ahLst/>
                <a:cxnLst/>
                <a:rect l="l" t="t" r="r" b="b"/>
                <a:pathLst>
                  <a:path w="6508" h="5565" extrusionOk="0">
                    <a:moveTo>
                      <a:pt x="3715" y="1"/>
                    </a:moveTo>
                    <a:cubicBezTo>
                      <a:pt x="3033" y="1"/>
                      <a:pt x="2338" y="257"/>
                      <a:pt x="1775" y="832"/>
                    </a:cubicBezTo>
                    <a:cubicBezTo>
                      <a:pt x="0" y="2570"/>
                      <a:pt x="1257" y="5565"/>
                      <a:pt x="3734" y="5565"/>
                    </a:cubicBezTo>
                    <a:cubicBezTo>
                      <a:pt x="5250" y="5565"/>
                      <a:pt x="6507" y="4308"/>
                      <a:pt x="6507" y="2792"/>
                    </a:cubicBezTo>
                    <a:cubicBezTo>
                      <a:pt x="6507" y="1118"/>
                      <a:pt x="5139" y="1"/>
                      <a:pt x="371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4042;p41"/>
              <p:cNvSpPr/>
              <p:nvPr/>
            </p:nvSpPr>
            <p:spPr>
              <a:xfrm>
                <a:off x="6037629" y="1719435"/>
                <a:ext cx="821964" cy="843001"/>
              </a:xfrm>
              <a:custGeom>
                <a:avLst/>
                <a:gdLst/>
                <a:ahLst/>
                <a:cxnLst/>
                <a:rect l="l" t="t" r="r" b="b"/>
                <a:pathLst>
                  <a:path w="8283" h="8495" extrusionOk="0">
                    <a:moveTo>
                      <a:pt x="2626" y="0"/>
                    </a:moveTo>
                    <a:cubicBezTo>
                      <a:pt x="1406" y="444"/>
                      <a:pt x="444" y="1405"/>
                      <a:pt x="1" y="2625"/>
                    </a:cubicBezTo>
                    <a:lnTo>
                      <a:pt x="1480" y="4104"/>
                    </a:lnTo>
                    <a:lnTo>
                      <a:pt x="666" y="4104"/>
                    </a:lnTo>
                    <a:lnTo>
                      <a:pt x="666" y="6803"/>
                    </a:lnTo>
                    <a:cubicBezTo>
                      <a:pt x="1535" y="7931"/>
                      <a:pt x="2829" y="8494"/>
                      <a:pt x="4123" y="8494"/>
                    </a:cubicBezTo>
                    <a:cubicBezTo>
                      <a:pt x="5417" y="8494"/>
                      <a:pt x="6711" y="7931"/>
                      <a:pt x="7580" y="6803"/>
                    </a:cubicBezTo>
                    <a:lnTo>
                      <a:pt x="7617" y="4104"/>
                    </a:lnTo>
                    <a:lnTo>
                      <a:pt x="6803" y="4104"/>
                    </a:lnTo>
                    <a:lnTo>
                      <a:pt x="8282" y="2625"/>
                    </a:lnTo>
                    <a:cubicBezTo>
                      <a:pt x="7839" y="1405"/>
                      <a:pt x="6877" y="444"/>
                      <a:pt x="5620" y="0"/>
                    </a:cubicBezTo>
                    <a:lnTo>
                      <a:pt x="4141" y="1479"/>
                    </a:lnTo>
                    <a:lnTo>
                      <a:pt x="2626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4043;p41"/>
              <p:cNvSpPr/>
              <p:nvPr/>
            </p:nvSpPr>
            <p:spPr>
              <a:xfrm>
                <a:off x="5986325" y="1785425"/>
                <a:ext cx="807177" cy="688195"/>
              </a:xfrm>
              <a:custGeom>
                <a:avLst/>
                <a:gdLst/>
                <a:ahLst/>
                <a:cxnLst/>
                <a:rect l="l" t="t" r="r" b="b"/>
                <a:pathLst>
                  <a:path w="8134" h="6935" extrusionOk="0">
                    <a:moveTo>
                      <a:pt x="4724" y="0"/>
                    </a:moveTo>
                    <a:cubicBezTo>
                      <a:pt x="4702" y="0"/>
                      <a:pt x="4681" y="1"/>
                      <a:pt x="4658" y="1"/>
                    </a:cubicBezTo>
                    <a:cubicBezTo>
                      <a:pt x="1553" y="1"/>
                      <a:pt x="0" y="3735"/>
                      <a:pt x="2218" y="5916"/>
                    </a:cubicBezTo>
                    <a:cubicBezTo>
                      <a:pt x="2922" y="6620"/>
                      <a:pt x="3787" y="6935"/>
                      <a:pt x="4636" y="6935"/>
                    </a:cubicBezTo>
                    <a:cubicBezTo>
                      <a:pt x="6420" y="6935"/>
                      <a:pt x="8134" y="5543"/>
                      <a:pt x="8134" y="3439"/>
                    </a:cubicBezTo>
                    <a:cubicBezTo>
                      <a:pt x="8097" y="1539"/>
                      <a:pt x="6580" y="0"/>
                      <a:pt x="47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2" name="Google Shape;14044;p41"/>
            <p:cNvGrpSpPr/>
            <p:nvPr/>
          </p:nvGrpSpPr>
          <p:grpSpPr>
            <a:xfrm>
              <a:off x="3670739" y="2442661"/>
              <a:ext cx="238097" cy="238097"/>
              <a:chOff x="4416055" y="2468531"/>
              <a:chExt cx="342240" cy="342240"/>
            </a:xfrm>
          </p:grpSpPr>
          <p:sp>
            <p:nvSpPr>
              <p:cNvPr id="73" name="Google Shape;14045;p41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14046;p41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14047;p41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14048;p41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" name="Google Shape;14049;p41"/>
            <p:cNvGrpSpPr/>
            <p:nvPr/>
          </p:nvGrpSpPr>
          <p:grpSpPr>
            <a:xfrm>
              <a:off x="5197108" y="2442661"/>
              <a:ext cx="238097" cy="238097"/>
              <a:chOff x="4416055" y="2468531"/>
              <a:chExt cx="342240" cy="342240"/>
            </a:xfrm>
          </p:grpSpPr>
          <p:sp>
            <p:nvSpPr>
              <p:cNvPr id="69" name="Google Shape;14050;p41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14051;p41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14052;p41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14053;p41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" name="Google Shape;14054;p41"/>
            <p:cNvGrpSpPr/>
            <p:nvPr/>
          </p:nvGrpSpPr>
          <p:grpSpPr>
            <a:xfrm>
              <a:off x="4311270" y="3126920"/>
              <a:ext cx="441969" cy="441969"/>
              <a:chOff x="4416055" y="2468531"/>
              <a:chExt cx="342240" cy="342240"/>
            </a:xfrm>
          </p:grpSpPr>
          <p:sp>
            <p:nvSpPr>
              <p:cNvPr id="65" name="Google Shape;14055;p41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14056;p41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14057;p41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14058;p41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0274506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B3F37C0B-B38B-D80E-FDEC-AA976D6A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037F6486-53F4-E210-FDCC-90B63B7D610B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4FD6DF61-70D6-FD39-8216-B434ECEB5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gsw-FR" dirty="0"/>
              <a:t>Multi-Tool Selection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7802BB11-32CA-BDCE-4977-96D694DA09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05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F7E4BA7C-16CD-AD79-010A-1D522689A62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55D80DD4-8BD9-ECC5-527B-AC58F22A765B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889DD988-09CC-EB4E-5ED3-C7A0FBC1B133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72F2A12C-7A1D-9C95-194F-994524CB7692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98483AB0-FAED-473B-7B9C-7310FC977A83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9C59409F-8A4E-E368-7BA6-29AF681218C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9604AF1-BA50-B618-2D25-4CE2C1CEEF03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0986E1AE-CBB5-5329-1457-639614E4799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022FEDA0-E932-B1BF-E139-B2F64CA9F793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01A0C1E-C18D-4D69-F003-B18999DAA2AA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BCBE03BF-B26E-84FE-EF61-FA0C2263D1F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5EBFF1C1-3AD0-6797-9456-A9B35823E759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6DD76C79-F6D2-F177-2B07-CF59124F84B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B2ACE85B-DF1A-0C2A-C772-7B3A9FB76030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03B67BB4-7FC1-4946-13CF-3E215D005619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7C0A269B-4891-76F4-2040-3F86030D664A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F851B57E-E0EA-500B-8346-B330FACB0043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33BA6F6B-9668-A825-977E-7B171AF9A24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90B8CA80-5E62-4B5F-9E15-0297EBD56093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46D07CF3-2AF3-003A-15C7-AA99A0216BD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E9F4DEA4-F343-57BA-2C62-E9ECB6716832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7E59282A-4130-211F-9AB0-C609B67F4D6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F473C7D0-6D61-8578-A9F4-617C9229A40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754DCECB-8A9D-AF31-0409-58E9F65A878F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B6BFDF60-74EF-AEA7-8E5B-27AD340E751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51BDB5B7-9595-8029-098C-F8432D9935C5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8DE4F3E1-390C-BEC3-2765-D6DFEB7A3C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975BCE4C-D871-3828-F9A1-82CE2E0304D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C11CD86D-6CA1-270A-A693-0A7CF0F51BB0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07991EE5-9BD8-6AA3-5FA1-DEDCBAD5DC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361468D9-EA88-6B82-72EB-E6C3DCA18B13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81676CB-E260-21B1-7B5C-AEDC58A8E30C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626524C-BF95-1787-07EE-2E90F81A775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C3D6042F-29F0-DD5C-B4C9-FC5BB3CFCC5B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3B89A10E-3284-6BC1-1EA4-87F13CD148D6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13D0154A-6D98-0AEE-2638-6EAA503FE9A2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25169F19-26AA-74D1-7D76-2B5118D360EE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B9ABA8A9-5CE8-D03F-D62E-DEA4691C30A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744F3832-70AF-7759-68FD-D6ED7EA49E4E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5B323FBD-4F3E-0512-B1CE-3543FD25D8D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FA5B1D23-8AC5-1A7E-7810-9E9481873A07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111C4B31-E646-C52A-25F5-8472F22FF4B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3F403B6-1EE6-5E80-F37A-54533AB0F34E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79A8696B-C63C-0EBE-A6FB-C34BF7137082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1C9D164-5DED-9209-1A9A-52E40959453E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9CECA775-51DA-113C-2D87-62664D19EE20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A05BAF2-3D9E-9A6A-6354-5571F11B655C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DD208326-612F-9876-B647-661710DD36D7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807E6DB5-B496-02BC-DE65-ADFAEC537075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A70322DC-C589-9723-8CEC-1219CE7113DD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E3A5FB5E-972A-B918-A148-FBE433A9EF92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F3650CCD-E98D-7F45-7586-4F6B0CF43928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9B0413A5-CEBB-4C58-098F-E44DD3DC904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F83F5716-E07A-28F1-54B1-7A3D0046F006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44E6FF2-1798-7EC6-9ACE-548506EEF7E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B3D31CD1-1F18-9B2E-9BF0-114AEBA4CFA1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51236955-0109-7C5D-CD42-15F5A73174D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1F5BF66D-2474-05F6-0209-A1E094D89452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7F6AAD9B-5D85-0D46-1582-15F578DFB2E0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AD619BCD-FA55-F439-CE2F-DD32581C9AEC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E39D404F-7399-BA81-109C-319487879C9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02A65886-CC73-C93C-5901-EE02C4BCEF6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DA65458C-721E-555C-AADA-3D83F57D1B72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7762085F-F13D-3524-BF68-029E77145F85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7BEA88A0-0E8E-37FD-3C7D-837911B1DA1A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B1710A1B-40F2-BD8A-79BC-888AD7D22BCE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4A325FD2-8D4B-7905-33A7-693C79F9FDD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E3591664-EBAE-E6B8-4633-1B5B7F1C4FD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2D652CFC-12A4-6C93-F8A1-9D41A72BF04B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B3119A30-5908-3D00-642D-43BAD41C90F9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027D8A8-B915-9F29-D90D-4E9F0514BE95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ABB020FA-1DEB-3D8C-4170-2B5B0DF01876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467B8949-19B4-7B16-2525-9FD9D0F39C7A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8F4211BD-32ED-4E6F-96BC-F30E4D9F8B97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C6F48E72-A862-A335-04E9-BE3EAF851BDA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98A8097B-A456-AC41-4B34-0F7D26ABE3B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1A1AF5-18F1-F6D4-3ACF-26F7146D84F2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22B44887-D292-F7C4-219C-602CAB21F1A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8E57599D-DE6D-8088-F3CF-2F83454E0754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F111C00A-420F-1B15-81A2-CE0C675CDEC6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98C8FCE9-180C-F890-C192-2525D2F2E91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28CA9B19-E91B-E075-08DB-D5D37251DB53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991D77DB-6BBE-DC3B-7AB8-C2E2F23B7253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E2D8095-592F-8EF6-D316-21541DA1C470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113DCD85-599A-98E4-8781-D9E8891AE2D7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082673FD-6AF9-88E9-BE99-6974D42A932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823180B-1AE7-D301-251C-D296D63188DD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A80E408B-DB9F-7AB7-60F0-C01E73CA3D81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B2C8DBF3-5E73-C2C8-07E9-E6FEA354BD7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A5B9F4BB-5DAF-98D5-CADC-72F3B61E9399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C0BB7D7E-ADC3-9629-1E39-23CB0E6C9BE6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041D22A-DF75-1D6F-469A-09B7E488F33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D7988D00-7CE5-CF37-85BE-E0C1D68486D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66E5F44A-1EA9-D451-C7B4-317F0A36758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2722F40D-6A98-6996-AD81-7176142B6E63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B2115463-D083-28F9-FDEE-9D7F75598AA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64E7AA8A-35A0-B103-899F-75493A9FCDE4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4754F205-F12B-97CA-2856-743741B5AA46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A4A5E727-1ADF-1340-6D86-36C927ECB45C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CF295C4D-203A-0672-E8AA-03717F59423A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239E236-26D5-53EB-A904-77F3967B4AC8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941372EC-94AF-6511-AB8C-3460A09A28B6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41DFA0F1-80A4-9177-8777-31338251B8D4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250CA829-5EDA-3A17-C277-FF043BBD5DF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B31DF583-21A8-EBC9-43AF-1BFCBB8EAA0A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C7649D0-8459-5591-C7A0-CFC33ECBE93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1A05B4EC-D856-5CF8-BAEB-086FFB8303A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97742C27-54F1-8E7E-4F46-C1D095BA4BE9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73030D24-BF94-AB9E-5C2C-2FD7C64E2A8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2E7F426-6349-8032-BF37-BB07A1D144EE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27BB46C1-A944-FB01-759F-E11D197DC9E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3BC4E71-676B-49A3-E69F-05ECFAA5831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4ADF6730-C84C-1AF5-8773-723C6A79CDE3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443B5F4E-CE6B-A17A-2129-444629199D12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63BC1F4-D881-E83D-7064-D7D98DBC02E9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A9CA4E0D-AD0A-464E-65CC-5917F8218AFD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D2092ABF-321A-088B-0546-70E2EACDA2C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26A28D1-E825-9B7D-11A3-31B34FF16FA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EDD92624-14EA-D93D-5D7A-A6D602E75826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C6A96D35-880B-8DF8-45BF-E62976D66EF6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0CA1BC6A-1A3E-E07B-4C26-C6ED99E3E9F6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78980000-8531-CCE8-F2BD-B788B76377F4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8026B58-818E-EA57-85CE-AE8427A6F04C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5B514502-9717-41D1-5ED9-70613487D66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5AD7CDB0-D07D-FBA7-46FF-CC5B4A8CA74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E853AB51-A8ED-11C0-CF48-59A88B839C67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E7FC8666-CB8C-698A-7695-30DAE1E411D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BF983BF0-2BC1-1BF1-CC30-824B67E773CB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AB2B7AC6-659C-2AC4-C380-8604E8CF55AB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8AB98458-13BA-8151-D5DD-42EDE5977190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7EC92FAD-844F-693B-2F83-F36278779DEF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44FECC24-92C7-AF81-5D32-253007082840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A22432FD-D420-994F-B81D-80EB7E5EF0E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DF9D0857-99BD-F41C-9D7D-3E4C5A0371EC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F77DB6D-4A20-C042-7F51-0A2460F7898F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66E2C035-4AFE-65ED-66CF-9AF0125C24EC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0C15EB27-D3B4-C235-A5C9-0DA0CE434A8E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F2ECE2C8-7773-638D-E3F4-141E0E91C53E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BD803DDA-157C-41D2-E738-179288C439E1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9C30B80C-EA7F-41C2-68FE-73BCF3B0EADE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69458A7E-918B-A13B-7987-A8643D423EE9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80EE5749-1001-4914-C08B-24420E26174C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BE3B5147-F3A0-2B4A-E7B4-A2AC08E70FA3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CE8D9B35-C6E9-02F3-BA8D-3320A5964EB8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8B913E70-F13B-BE55-0972-0A461B17DB28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C8D8541E-5F8A-15B7-9884-0CB2A8C75638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CDFC21E3-B309-BFFA-BD53-84B4CFFE7FA7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89B61DDD-A437-5F9B-3318-CACA03FDE7B4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9AEEC8BA-F696-94E6-B773-E2556325AA29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967DF0A6-1AF0-F973-AD34-7A5188A408BB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559B90DD-734A-88E9-FB69-B1E3EB6D5E1F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94625F1-5982-89DF-2215-2E95D17FCEA2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66559E09-5480-8629-CC2D-2F836A8EFCFC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1E430D84-6BB5-FA92-F262-6829AC9DC18A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B50C5FC2-F73D-25AA-82D0-0BB98E72FE63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7C9D83B0-DFC0-F257-929B-377E2376D61A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2682FBAE-8EF8-3ED3-2F30-9D847484FB4B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3BFC89DB-BD8D-E0D9-8A7C-7B48B51FA87C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2F8742AE-1668-50E7-09BC-3335FF4B2859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C22022E1-DC7B-22E9-7360-EF460B7BB41E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5DE13DF3-30AC-A90A-5E1A-ADFA281C857F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C0E0D05-78EC-9B2B-AD25-9E663F72F401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4B8E0F60-5BF2-60B1-7B67-85C791CB5B5D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575EF00-3D07-F543-D29D-EFB8D37100C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6778843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>
          <a:extLst>
            <a:ext uri="{FF2B5EF4-FFF2-40B4-BE49-F238E27FC236}">
              <a16:creationId xmlns:a16="http://schemas.microsoft.com/office/drawing/2014/main" xmlns="" id="{14585057-F072-E59B-F230-262919F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39">
            <a:extLst>
              <a:ext uri="{FF2B5EF4-FFF2-40B4-BE49-F238E27FC236}">
                <a16:creationId xmlns:a16="http://schemas.microsoft.com/office/drawing/2014/main" xmlns="" id="{970D5F56-63F3-845B-83B5-7CF2C4030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075" y="9276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gsw-FR" dirty="0"/>
              <a:t>Handling Different Materials</a:t>
            </a:r>
            <a:endParaRPr lang="gsw-FR" dirty="0"/>
          </a:p>
        </p:txBody>
      </p:sp>
      <p:sp>
        <p:nvSpPr>
          <p:cNvPr id="13818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42729" y="3662935"/>
            <a:ext cx="4093587" cy="1140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Batch similar objects together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bg1"/>
                </a:solidFill>
              </a:rPr>
              <a:t>Minimize </a:t>
            </a:r>
            <a:r>
              <a:rPr lang="en-US" sz="1600" dirty="0">
                <a:solidFill>
                  <a:schemeClr val="bg1"/>
                </a:solidFill>
              </a:rPr>
              <a:t>tool changeover </a:t>
            </a:r>
            <a:r>
              <a:rPr lang="en-US" sz="1600" dirty="0" smtClean="0">
                <a:solidFill>
                  <a:schemeClr val="bg1"/>
                </a:solidFill>
              </a:rPr>
              <a:t>time</a:t>
            </a:r>
            <a:endParaRPr lang="ar-BH" sz="1600" dirty="0">
              <a:solidFill>
                <a:schemeClr val="bg1"/>
              </a:solidFill>
            </a:endParaRPr>
          </a:p>
        </p:txBody>
      </p:sp>
      <p:grpSp>
        <p:nvGrpSpPr>
          <p:cNvPr id="13829" name="Google Shape;13829;p39">
            <a:extLst>
              <a:ext uri="{FF2B5EF4-FFF2-40B4-BE49-F238E27FC236}">
                <a16:creationId xmlns:a16="http://schemas.microsoft.com/office/drawing/2014/main" xmlns="" id="{45E650B7-0979-7ADD-010C-EE6287C314B7}"/>
              </a:ext>
            </a:extLst>
          </p:cNvPr>
          <p:cNvGrpSpPr/>
          <p:nvPr/>
        </p:nvGrpSpPr>
        <p:grpSpPr>
          <a:xfrm>
            <a:off x="6490645" y="2377986"/>
            <a:ext cx="300558" cy="283271"/>
            <a:chOff x="5105110" y="4511988"/>
            <a:chExt cx="300558" cy="283271"/>
          </a:xfrm>
        </p:grpSpPr>
        <p:sp>
          <p:nvSpPr>
            <p:cNvPr id="13830" name="Google Shape;13830;p39">
              <a:extLst>
                <a:ext uri="{FF2B5EF4-FFF2-40B4-BE49-F238E27FC236}">
                  <a16:creationId xmlns:a16="http://schemas.microsoft.com/office/drawing/2014/main" xmlns="" id="{2D71DE78-A977-86A5-42CB-E38453C5F87B}"/>
                </a:ext>
              </a:extLst>
            </p:cNvPr>
            <p:cNvSpPr/>
            <p:nvPr/>
          </p:nvSpPr>
          <p:spPr>
            <a:xfrm>
              <a:off x="5105110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39">
              <a:extLst>
                <a:ext uri="{FF2B5EF4-FFF2-40B4-BE49-F238E27FC236}">
                  <a16:creationId xmlns:a16="http://schemas.microsoft.com/office/drawing/2014/main" xmlns="" id="{7B9377F5-0CCE-B9AE-3A09-08637BA83283}"/>
                </a:ext>
              </a:extLst>
            </p:cNvPr>
            <p:cNvSpPr/>
            <p:nvPr/>
          </p:nvSpPr>
          <p:spPr>
            <a:xfrm>
              <a:off x="5162835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39">
              <a:extLst>
                <a:ext uri="{FF2B5EF4-FFF2-40B4-BE49-F238E27FC236}">
                  <a16:creationId xmlns:a16="http://schemas.microsoft.com/office/drawing/2014/main" xmlns="" id="{50E25140-E35C-62EB-209A-C45CCC6FA63B}"/>
                </a:ext>
              </a:extLst>
            </p:cNvPr>
            <p:cNvSpPr/>
            <p:nvPr/>
          </p:nvSpPr>
          <p:spPr>
            <a:xfrm>
              <a:off x="5168700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39">
              <a:extLst>
                <a:ext uri="{FF2B5EF4-FFF2-40B4-BE49-F238E27FC236}">
                  <a16:creationId xmlns:a16="http://schemas.microsoft.com/office/drawing/2014/main" xmlns="" id="{E6457D0F-14F2-9DAA-AE1D-F22C7C7A78C9}"/>
                </a:ext>
              </a:extLst>
            </p:cNvPr>
            <p:cNvSpPr/>
            <p:nvPr/>
          </p:nvSpPr>
          <p:spPr>
            <a:xfrm>
              <a:off x="5197511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4" name="Google Shape;13834;p39">
            <a:extLst>
              <a:ext uri="{FF2B5EF4-FFF2-40B4-BE49-F238E27FC236}">
                <a16:creationId xmlns:a16="http://schemas.microsoft.com/office/drawing/2014/main" xmlns="" id="{E1243C4A-C410-54C3-BE70-0C966C47354B}"/>
              </a:ext>
            </a:extLst>
          </p:cNvPr>
          <p:cNvGrpSpPr/>
          <p:nvPr/>
        </p:nvGrpSpPr>
        <p:grpSpPr>
          <a:xfrm>
            <a:off x="5636774" y="4475313"/>
            <a:ext cx="156092" cy="306422"/>
            <a:chOff x="474406" y="2974600"/>
            <a:chExt cx="106759" cy="209577"/>
          </a:xfrm>
        </p:grpSpPr>
        <p:sp>
          <p:nvSpPr>
            <p:cNvPr id="13835" name="Google Shape;13835;p39">
              <a:extLst>
                <a:ext uri="{FF2B5EF4-FFF2-40B4-BE49-F238E27FC236}">
                  <a16:creationId xmlns:a16="http://schemas.microsoft.com/office/drawing/2014/main" xmlns="" id="{9FFEEE83-F05B-1A9F-F14D-AF863766F113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39">
              <a:extLst>
                <a:ext uri="{FF2B5EF4-FFF2-40B4-BE49-F238E27FC236}">
                  <a16:creationId xmlns:a16="http://schemas.microsoft.com/office/drawing/2014/main" xmlns="" id="{4E4B0FEC-A37A-A12D-B0B0-2F631D12F13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39">
              <a:extLst>
                <a:ext uri="{FF2B5EF4-FFF2-40B4-BE49-F238E27FC236}">
                  <a16:creationId xmlns:a16="http://schemas.microsoft.com/office/drawing/2014/main" xmlns="" id="{E817C8FC-B2AE-C501-EB01-E871C6EC7C8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39">
              <a:extLst>
                <a:ext uri="{FF2B5EF4-FFF2-40B4-BE49-F238E27FC236}">
                  <a16:creationId xmlns:a16="http://schemas.microsoft.com/office/drawing/2014/main" xmlns="" id="{3F9F7A2E-5603-30BC-D8AA-74BE972527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9" name="Google Shape;13839;p39">
            <a:extLst>
              <a:ext uri="{FF2B5EF4-FFF2-40B4-BE49-F238E27FC236}">
                <a16:creationId xmlns:a16="http://schemas.microsoft.com/office/drawing/2014/main" xmlns="" id="{BF78D7D6-AF50-CAD7-7630-6616B4A150BE}"/>
              </a:ext>
            </a:extLst>
          </p:cNvPr>
          <p:cNvGrpSpPr/>
          <p:nvPr/>
        </p:nvGrpSpPr>
        <p:grpSpPr>
          <a:xfrm flipH="1">
            <a:off x="901650" y="4410538"/>
            <a:ext cx="230087" cy="393387"/>
            <a:chOff x="1267792" y="5309150"/>
            <a:chExt cx="230087" cy="393387"/>
          </a:xfrm>
        </p:grpSpPr>
        <p:sp>
          <p:nvSpPr>
            <p:cNvPr id="13840" name="Google Shape;13840;p39">
              <a:extLst>
                <a:ext uri="{FF2B5EF4-FFF2-40B4-BE49-F238E27FC236}">
                  <a16:creationId xmlns:a16="http://schemas.microsoft.com/office/drawing/2014/main" xmlns="" id="{867BEE1D-AD73-4484-FDF2-74354E3D853E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39">
              <a:extLst>
                <a:ext uri="{FF2B5EF4-FFF2-40B4-BE49-F238E27FC236}">
                  <a16:creationId xmlns:a16="http://schemas.microsoft.com/office/drawing/2014/main" xmlns="" id="{283B31F6-7B74-E081-AD9F-31FA45F3AD17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39">
              <a:extLst>
                <a:ext uri="{FF2B5EF4-FFF2-40B4-BE49-F238E27FC236}">
                  <a16:creationId xmlns:a16="http://schemas.microsoft.com/office/drawing/2014/main" xmlns="" id="{EAC15404-CCE1-6E2E-3EB3-C1D875C71DA5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Rectangle 4"/>
          <p:cNvSpPr/>
          <p:nvPr/>
        </p:nvSpPr>
        <p:spPr>
          <a:xfrm>
            <a:off x="1131737" y="1850738"/>
            <a:ext cx="1465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gsw-FR" b="1" dirty="0">
                <a:solidFill>
                  <a:schemeClr val="bg1"/>
                </a:solidFill>
              </a:rPr>
              <a:t>Tool Selection:</a:t>
            </a:r>
            <a:endParaRPr lang="ar-BH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9398" y="3294438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Optimization</a:t>
            </a:r>
            <a:r>
              <a:rPr lang="en-US" b="1" dirty="0" smtClean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65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19681" y="2177298"/>
            <a:ext cx="4093587" cy="11409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/>
              <a:t>Vacuum pump → flat plastic/glass </a:t>
            </a:r>
            <a:endParaRPr lang="gsw-FR" sz="16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/>
              <a:t>Gripper → irregular plastic </a:t>
            </a:r>
            <a:r>
              <a:rPr lang="gsw-FR" sz="1600" dirty="0" smtClean="0"/>
              <a:t>objects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 smtClean="0"/>
              <a:t>Electromagnet → metal objects</a:t>
            </a:r>
            <a:endParaRPr lang="gsw-FR" sz="1600" dirty="0"/>
          </a:p>
        </p:txBody>
      </p:sp>
      <p:grpSp>
        <p:nvGrpSpPr>
          <p:cNvPr id="140" name="Google Shape;15993;p52"/>
          <p:cNvGrpSpPr/>
          <p:nvPr/>
        </p:nvGrpSpPr>
        <p:grpSpPr>
          <a:xfrm>
            <a:off x="6540703" y="1896436"/>
            <a:ext cx="1096200" cy="784475"/>
            <a:chOff x="5796300" y="2303463"/>
            <a:chExt cx="1096200" cy="784475"/>
          </a:xfrm>
        </p:grpSpPr>
        <p:grpSp>
          <p:nvGrpSpPr>
            <p:cNvPr id="141" name="Google Shape;15994;p52"/>
            <p:cNvGrpSpPr/>
            <p:nvPr/>
          </p:nvGrpSpPr>
          <p:grpSpPr>
            <a:xfrm>
              <a:off x="5796300" y="2303463"/>
              <a:ext cx="1096200" cy="784475"/>
              <a:chOff x="5796300" y="2455863"/>
              <a:chExt cx="1096200" cy="784475"/>
            </a:xfrm>
          </p:grpSpPr>
          <p:sp>
            <p:nvSpPr>
              <p:cNvPr id="152" name="Google Shape;15995;p52"/>
              <p:cNvSpPr/>
              <p:nvPr/>
            </p:nvSpPr>
            <p:spPr>
              <a:xfrm>
                <a:off x="6317575" y="2696163"/>
                <a:ext cx="417800" cy="383600"/>
              </a:xfrm>
              <a:custGeom>
                <a:avLst/>
                <a:gdLst/>
                <a:ahLst/>
                <a:cxnLst/>
                <a:rect l="l" t="t" r="r" b="b"/>
                <a:pathLst>
                  <a:path w="16712" h="15344" extrusionOk="0">
                    <a:moveTo>
                      <a:pt x="2885" y="1"/>
                    </a:moveTo>
                    <a:lnTo>
                      <a:pt x="1" y="3513"/>
                    </a:lnTo>
                    <a:lnTo>
                      <a:pt x="11647" y="15344"/>
                    </a:lnTo>
                    <a:lnTo>
                      <a:pt x="16712" y="9206"/>
                    </a:lnTo>
                    <a:lnTo>
                      <a:pt x="288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996;p52"/>
              <p:cNvSpPr/>
              <p:nvPr/>
            </p:nvSpPr>
            <p:spPr>
              <a:xfrm>
                <a:off x="6317575" y="2696163"/>
                <a:ext cx="104475" cy="133125"/>
              </a:xfrm>
              <a:custGeom>
                <a:avLst/>
                <a:gdLst/>
                <a:ahLst/>
                <a:cxnLst/>
                <a:rect l="l" t="t" r="r" b="b"/>
                <a:pathLst>
                  <a:path w="4179" h="5325" extrusionOk="0">
                    <a:moveTo>
                      <a:pt x="2885" y="1"/>
                    </a:moveTo>
                    <a:lnTo>
                      <a:pt x="1" y="3513"/>
                    </a:lnTo>
                    <a:lnTo>
                      <a:pt x="1775" y="5325"/>
                    </a:lnTo>
                    <a:lnTo>
                      <a:pt x="3402" y="3698"/>
                    </a:lnTo>
                    <a:cubicBezTo>
                      <a:pt x="3883" y="3180"/>
                      <a:pt x="4179" y="2478"/>
                      <a:pt x="4179" y="1738"/>
                    </a:cubicBezTo>
                    <a:cubicBezTo>
                      <a:pt x="4179" y="1369"/>
                      <a:pt x="4105" y="1036"/>
                      <a:pt x="3994" y="703"/>
                    </a:cubicBezTo>
                    <a:lnTo>
                      <a:pt x="2885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997;p52"/>
              <p:cNvSpPr/>
              <p:nvPr/>
            </p:nvSpPr>
            <p:spPr>
              <a:xfrm>
                <a:off x="6105925" y="2699863"/>
                <a:ext cx="288400" cy="288400"/>
              </a:xfrm>
              <a:custGeom>
                <a:avLst/>
                <a:gdLst/>
                <a:ahLst/>
                <a:cxnLst/>
                <a:rect l="l" t="t" r="r" b="b"/>
                <a:pathLst>
                  <a:path w="11536" h="11536" extrusionOk="0">
                    <a:moveTo>
                      <a:pt x="8282" y="1"/>
                    </a:moveTo>
                    <a:lnTo>
                      <a:pt x="1" y="8282"/>
                    </a:lnTo>
                    <a:lnTo>
                      <a:pt x="3254" y="11536"/>
                    </a:lnTo>
                    <a:lnTo>
                      <a:pt x="11535" y="3254"/>
                    </a:lnTo>
                    <a:lnTo>
                      <a:pt x="828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998;p52"/>
              <p:cNvSpPr/>
              <p:nvPr/>
            </p:nvSpPr>
            <p:spPr>
              <a:xfrm>
                <a:off x="6105925" y="2874588"/>
                <a:ext cx="112775" cy="112750"/>
              </a:xfrm>
              <a:custGeom>
                <a:avLst/>
                <a:gdLst/>
                <a:ahLst/>
                <a:cxnLst/>
                <a:rect l="l" t="t" r="r" b="b"/>
                <a:pathLst>
                  <a:path w="4511" h="4510" extrusionOk="0">
                    <a:moveTo>
                      <a:pt x="1831" y="0"/>
                    </a:moveTo>
                    <a:cubicBezTo>
                      <a:pt x="1630" y="0"/>
                      <a:pt x="1425" y="24"/>
                      <a:pt x="1221" y="73"/>
                    </a:cubicBezTo>
                    <a:lnTo>
                      <a:pt x="1" y="1293"/>
                    </a:lnTo>
                    <a:lnTo>
                      <a:pt x="3254" y="4510"/>
                    </a:lnTo>
                    <a:lnTo>
                      <a:pt x="4474" y="3290"/>
                    </a:lnTo>
                    <a:cubicBezTo>
                      <a:pt x="4511" y="3142"/>
                      <a:pt x="4511" y="2957"/>
                      <a:pt x="4511" y="2772"/>
                    </a:cubicBezTo>
                    <a:cubicBezTo>
                      <a:pt x="4511" y="2033"/>
                      <a:pt x="4215" y="1330"/>
                      <a:pt x="3698" y="812"/>
                    </a:cubicBezTo>
                    <a:cubicBezTo>
                      <a:pt x="3208" y="294"/>
                      <a:pt x="2539" y="0"/>
                      <a:pt x="1831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999;p52"/>
              <p:cNvSpPr/>
              <p:nvPr/>
            </p:nvSpPr>
            <p:spPr>
              <a:xfrm>
                <a:off x="5955775" y="2853713"/>
                <a:ext cx="307800" cy="260350"/>
              </a:xfrm>
              <a:custGeom>
                <a:avLst/>
                <a:gdLst/>
                <a:ahLst/>
                <a:cxnLst/>
                <a:rect l="l" t="t" r="r" b="b"/>
                <a:pathLst>
                  <a:path w="12312" h="10414" extrusionOk="0">
                    <a:moveTo>
                      <a:pt x="3282" y="1"/>
                    </a:moveTo>
                    <a:cubicBezTo>
                      <a:pt x="1506" y="1"/>
                      <a:pt x="0" y="2296"/>
                      <a:pt x="1644" y="3940"/>
                    </a:cubicBezTo>
                    <a:lnTo>
                      <a:pt x="7411" y="9707"/>
                    </a:lnTo>
                    <a:cubicBezTo>
                      <a:pt x="7909" y="10205"/>
                      <a:pt x="8467" y="10414"/>
                      <a:pt x="9003" y="10414"/>
                    </a:cubicBezTo>
                    <a:cubicBezTo>
                      <a:pt x="10775" y="10414"/>
                      <a:pt x="12311" y="8129"/>
                      <a:pt x="10665" y="6454"/>
                    </a:cubicBezTo>
                    <a:lnTo>
                      <a:pt x="10665" y="6454"/>
                    </a:lnTo>
                    <a:lnTo>
                      <a:pt x="10665" y="6491"/>
                    </a:lnTo>
                    <a:lnTo>
                      <a:pt x="9408" y="5197"/>
                    </a:lnTo>
                    <a:cubicBezTo>
                      <a:pt x="11051" y="3553"/>
                      <a:pt x="9524" y="1258"/>
                      <a:pt x="7755" y="1258"/>
                    </a:cubicBezTo>
                    <a:cubicBezTo>
                      <a:pt x="7216" y="1258"/>
                      <a:pt x="6655" y="1471"/>
                      <a:pt x="6154" y="1980"/>
                    </a:cubicBezTo>
                    <a:lnTo>
                      <a:pt x="4897" y="723"/>
                    </a:lnTo>
                    <a:cubicBezTo>
                      <a:pt x="4388" y="214"/>
                      <a:pt x="3822" y="1"/>
                      <a:pt x="328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6000;p52"/>
              <p:cNvSpPr/>
              <p:nvPr/>
            </p:nvSpPr>
            <p:spPr>
              <a:xfrm>
                <a:off x="5945100" y="2767338"/>
                <a:ext cx="122025" cy="159000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6360" extrusionOk="0">
                    <a:moveTo>
                      <a:pt x="2330" y="1"/>
                    </a:moveTo>
                    <a:lnTo>
                      <a:pt x="1" y="1147"/>
                    </a:lnTo>
                    <a:lnTo>
                      <a:pt x="2515" y="6359"/>
                    </a:lnTo>
                    <a:lnTo>
                      <a:pt x="4881" y="5213"/>
                    </a:lnTo>
                    <a:lnTo>
                      <a:pt x="23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6001;p52"/>
              <p:cNvSpPr/>
              <p:nvPr/>
            </p:nvSpPr>
            <p:spPr>
              <a:xfrm>
                <a:off x="5918300" y="2849588"/>
                <a:ext cx="128500" cy="93375"/>
              </a:xfrm>
              <a:custGeom>
                <a:avLst/>
                <a:gdLst/>
                <a:ahLst/>
                <a:cxnLst/>
                <a:rect l="l" t="t" r="r" b="b"/>
                <a:pathLst>
                  <a:path w="5140" h="3735" extrusionOk="0">
                    <a:moveTo>
                      <a:pt x="666" y="1"/>
                    </a:moveTo>
                    <a:lnTo>
                      <a:pt x="0" y="2515"/>
                    </a:lnTo>
                    <a:lnTo>
                      <a:pt x="4437" y="3735"/>
                    </a:lnTo>
                    <a:lnTo>
                      <a:pt x="5139" y="1221"/>
                    </a:lnTo>
                    <a:lnTo>
                      <a:pt x="66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6002;p52"/>
              <p:cNvSpPr/>
              <p:nvPr/>
            </p:nvSpPr>
            <p:spPr>
              <a:xfrm>
                <a:off x="5986950" y="2870663"/>
                <a:ext cx="96825" cy="82000"/>
              </a:xfrm>
              <a:custGeom>
                <a:avLst/>
                <a:gdLst/>
                <a:ahLst/>
                <a:cxnLst/>
                <a:rect l="l" t="t" r="r" b="b"/>
                <a:pathLst>
                  <a:path w="3873" h="3280" extrusionOk="0">
                    <a:moveTo>
                      <a:pt x="2032" y="0"/>
                    </a:moveTo>
                    <a:cubicBezTo>
                      <a:pt x="887" y="0"/>
                      <a:pt x="0" y="1244"/>
                      <a:pt x="582" y="2374"/>
                    </a:cubicBezTo>
                    <a:cubicBezTo>
                      <a:pt x="877" y="2982"/>
                      <a:pt x="1457" y="3279"/>
                      <a:pt x="2035" y="3279"/>
                    </a:cubicBezTo>
                    <a:cubicBezTo>
                      <a:pt x="2689" y="3279"/>
                      <a:pt x="3341" y="2898"/>
                      <a:pt x="3576" y="2153"/>
                    </a:cubicBezTo>
                    <a:cubicBezTo>
                      <a:pt x="3872" y="1302"/>
                      <a:pt x="3392" y="378"/>
                      <a:pt x="2541" y="82"/>
                    </a:cubicBezTo>
                    <a:cubicBezTo>
                      <a:pt x="2369" y="26"/>
                      <a:pt x="2198" y="0"/>
                      <a:pt x="20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03;p52"/>
              <p:cNvSpPr/>
              <p:nvPr/>
            </p:nvSpPr>
            <p:spPr>
              <a:xfrm>
                <a:off x="5829575" y="2748313"/>
                <a:ext cx="192225" cy="94950"/>
              </a:xfrm>
              <a:custGeom>
                <a:avLst/>
                <a:gdLst/>
                <a:ahLst/>
                <a:cxnLst/>
                <a:rect l="l" t="t" r="r" b="b"/>
                <a:pathLst>
                  <a:path w="7689" h="3798" extrusionOk="0">
                    <a:moveTo>
                      <a:pt x="5855" y="0"/>
                    </a:moveTo>
                    <a:cubicBezTo>
                      <a:pt x="5698" y="0"/>
                      <a:pt x="5532" y="30"/>
                      <a:pt x="5361" y="96"/>
                    </a:cubicBezTo>
                    <a:lnTo>
                      <a:pt x="333" y="2721"/>
                    </a:lnTo>
                    <a:cubicBezTo>
                      <a:pt x="111" y="2832"/>
                      <a:pt x="0" y="3091"/>
                      <a:pt x="74" y="3349"/>
                    </a:cubicBezTo>
                    <a:cubicBezTo>
                      <a:pt x="108" y="3620"/>
                      <a:pt x="389" y="3798"/>
                      <a:pt x="664" y="3798"/>
                    </a:cubicBezTo>
                    <a:cubicBezTo>
                      <a:pt x="689" y="3798"/>
                      <a:pt x="715" y="3796"/>
                      <a:pt x="740" y="3793"/>
                    </a:cubicBezTo>
                    <a:lnTo>
                      <a:pt x="6248" y="2536"/>
                    </a:lnTo>
                    <a:cubicBezTo>
                      <a:pt x="6359" y="2536"/>
                      <a:pt x="6470" y="2462"/>
                      <a:pt x="6581" y="2425"/>
                    </a:cubicBezTo>
                    <a:cubicBezTo>
                      <a:pt x="7689" y="1643"/>
                      <a:pt x="7017" y="0"/>
                      <a:pt x="585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004;p52"/>
              <p:cNvSpPr/>
              <p:nvPr/>
            </p:nvSpPr>
            <p:spPr>
              <a:xfrm>
                <a:off x="5796300" y="2845788"/>
                <a:ext cx="180225" cy="130275"/>
              </a:xfrm>
              <a:custGeom>
                <a:avLst/>
                <a:gdLst/>
                <a:ahLst/>
                <a:cxnLst/>
                <a:rect l="l" t="t" r="r" b="b"/>
                <a:pathLst>
                  <a:path w="7209" h="5211" extrusionOk="0">
                    <a:moveTo>
                      <a:pt x="5325" y="1"/>
                    </a:moveTo>
                    <a:cubicBezTo>
                      <a:pt x="5044" y="1"/>
                      <a:pt x="4750" y="101"/>
                      <a:pt x="4474" y="338"/>
                    </a:cubicBezTo>
                    <a:lnTo>
                      <a:pt x="222" y="4220"/>
                    </a:lnTo>
                    <a:cubicBezTo>
                      <a:pt x="37" y="4405"/>
                      <a:pt x="0" y="4663"/>
                      <a:pt x="111" y="4922"/>
                    </a:cubicBezTo>
                    <a:cubicBezTo>
                      <a:pt x="214" y="5102"/>
                      <a:pt x="406" y="5210"/>
                      <a:pt x="612" y="5210"/>
                    </a:cubicBezTo>
                    <a:cubicBezTo>
                      <a:pt x="703" y="5210"/>
                      <a:pt x="797" y="5189"/>
                      <a:pt x="888" y="5144"/>
                    </a:cubicBezTo>
                    <a:lnTo>
                      <a:pt x="5953" y="2482"/>
                    </a:lnTo>
                    <a:cubicBezTo>
                      <a:pt x="6064" y="2445"/>
                      <a:pt x="6137" y="2371"/>
                      <a:pt x="6248" y="2297"/>
                    </a:cubicBezTo>
                    <a:cubicBezTo>
                      <a:pt x="7208" y="1366"/>
                      <a:pt x="6360" y="1"/>
                      <a:pt x="532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005;p52"/>
              <p:cNvSpPr/>
              <p:nvPr/>
            </p:nvSpPr>
            <p:spPr>
              <a:xfrm>
                <a:off x="5923975" y="2740338"/>
                <a:ext cx="96025" cy="82000"/>
              </a:xfrm>
              <a:custGeom>
                <a:avLst/>
                <a:gdLst/>
                <a:ahLst/>
                <a:cxnLst/>
                <a:rect l="l" t="t" r="r" b="b"/>
                <a:pathLst>
                  <a:path w="3841" h="3280" extrusionOk="0">
                    <a:moveTo>
                      <a:pt x="2026" y="0"/>
                    </a:moveTo>
                    <a:cubicBezTo>
                      <a:pt x="863" y="0"/>
                      <a:pt x="1" y="1244"/>
                      <a:pt x="550" y="2375"/>
                    </a:cubicBezTo>
                    <a:cubicBezTo>
                      <a:pt x="862" y="2982"/>
                      <a:pt x="1443" y="3280"/>
                      <a:pt x="2021" y="3280"/>
                    </a:cubicBezTo>
                    <a:cubicBezTo>
                      <a:pt x="2675" y="3280"/>
                      <a:pt x="3326" y="2898"/>
                      <a:pt x="3581" y="2153"/>
                    </a:cubicBezTo>
                    <a:cubicBezTo>
                      <a:pt x="3840" y="1302"/>
                      <a:pt x="3397" y="378"/>
                      <a:pt x="2546" y="82"/>
                    </a:cubicBezTo>
                    <a:cubicBezTo>
                      <a:pt x="2369" y="26"/>
                      <a:pt x="2195" y="0"/>
                      <a:pt x="20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006;p52"/>
              <p:cNvSpPr/>
              <p:nvPr/>
            </p:nvSpPr>
            <p:spPr>
              <a:xfrm>
                <a:off x="6012675" y="2891113"/>
                <a:ext cx="47975" cy="41175"/>
              </a:xfrm>
              <a:custGeom>
                <a:avLst/>
                <a:gdLst/>
                <a:ahLst/>
                <a:cxnLst/>
                <a:rect l="l" t="t" r="r" b="b"/>
                <a:pathLst>
                  <a:path w="1919" h="1647" extrusionOk="0">
                    <a:moveTo>
                      <a:pt x="1010" y="0"/>
                    </a:moveTo>
                    <a:cubicBezTo>
                      <a:pt x="447" y="0"/>
                      <a:pt x="1" y="636"/>
                      <a:pt x="292" y="1187"/>
                    </a:cubicBezTo>
                    <a:cubicBezTo>
                      <a:pt x="430" y="1497"/>
                      <a:pt x="713" y="1647"/>
                      <a:pt x="998" y="1647"/>
                    </a:cubicBezTo>
                    <a:cubicBezTo>
                      <a:pt x="1324" y="1647"/>
                      <a:pt x="1653" y="1451"/>
                      <a:pt x="1771" y="1076"/>
                    </a:cubicBezTo>
                    <a:cubicBezTo>
                      <a:pt x="1919" y="669"/>
                      <a:pt x="1697" y="188"/>
                      <a:pt x="1254" y="41"/>
                    </a:cubicBezTo>
                    <a:cubicBezTo>
                      <a:pt x="1171" y="13"/>
                      <a:pt x="1089" y="0"/>
                      <a:pt x="101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007;p52"/>
              <p:cNvSpPr/>
              <p:nvPr/>
            </p:nvSpPr>
            <p:spPr>
              <a:xfrm>
                <a:off x="5949050" y="2761388"/>
                <a:ext cx="47825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13" h="1627" extrusionOk="0">
                    <a:moveTo>
                      <a:pt x="995" y="1"/>
                    </a:moveTo>
                    <a:cubicBezTo>
                      <a:pt x="424" y="1"/>
                      <a:pt x="0" y="623"/>
                      <a:pt x="286" y="1163"/>
                    </a:cubicBezTo>
                    <a:cubicBezTo>
                      <a:pt x="443" y="1477"/>
                      <a:pt x="733" y="1626"/>
                      <a:pt x="1021" y="1626"/>
                    </a:cubicBezTo>
                    <a:cubicBezTo>
                      <a:pt x="1344" y="1626"/>
                      <a:pt x="1666" y="1440"/>
                      <a:pt x="1802" y="1089"/>
                    </a:cubicBezTo>
                    <a:cubicBezTo>
                      <a:pt x="1913" y="645"/>
                      <a:pt x="1691" y="202"/>
                      <a:pt x="1284" y="54"/>
                    </a:cubicBezTo>
                    <a:cubicBezTo>
                      <a:pt x="1186" y="17"/>
                      <a:pt x="1088" y="1"/>
                      <a:pt x="99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008;p52"/>
              <p:cNvSpPr/>
              <p:nvPr/>
            </p:nvSpPr>
            <p:spPr>
              <a:xfrm>
                <a:off x="5885950" y="2840288"/>
                <a:ext cx="85975" cy="81500"/>
              </a:xfrm>
              <a:custGeom>
                <a:avLst/>
                <a:gdLst/>
                <a:ahLst/>
                <a:cxnLst/>
                <a:rect l="l" t="t" r="r" b="b"/>
                <a:pathLst>
                  <a:path w="3439" h="3260" extrusionOk="0">
                    <a:moveTo>
                      <a:pt x="1632" y="0"/>
                    </a:moveTo>
                    <a:cubicBezTo>
                      <a:pt x="796" y="0"/>
                      <a:pt x="1" y="654"/>
                      <a:pt x="1" y="1630"/>
                    </a:cubicBezTo>
                    <a:cubicBezTo>
                      <a:pt x="1" y="2606"/>
                      <a:pt x="796" y="3260"/>
                      <a:pt x="1632" y="3260"/>
                    </a:cubicBezTo>
                    <a:cubicBezTo>
                      <a:pt x="2031" y="3260"/>
                      <a:pt x="2439" y="3111"/>
                      <a:pt x="2773" y="2776"/>
                    </a:cubicBezTo>
                    <a:cubicBezTo>
                      <a:pt x="3439" y="2148"/>
                      <a:pt x="3439" y="1112"/>
                      <a:pt x="2773" y="484"/>
                    </a:cubicBezTo>
                    <a:cubicBezTo>
                      <a:pt x="2439" y="149"/>
                      <a:pt x="2031" y="0"/>
                      <a:pt x="163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009;p52"/>
              <p:cNvSpPr/>
              <p:nvPr/>
            </p:nvSpPr>
            <p:spPr>
              <a:xfrm>
                <a:off x="5898925" y="2860913"/>
                <a:ext cx="49900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621" extrusionOk="0">
                    <a:moveTo>
                      <a:pt x="1108" y="1"/>
                    </a:moveTo>
                    <a:cubicBezTo>
                      <a:pt x="896" y="1"/>
                      <a:pt x="683" y="84"/>
                      <a:pt x="517" y="250"/>
                    </a:cubicBezTo>
                    <a:cubicBezTo>
                      <a:pt x="0" y="824"/>
                      <a:pt x="530" y="1620"/>
                      <a:pt x="1156" y="1620"/>
                    </a:cubicBezTo>
                    <a:cubicBezTo>
                      <a:pt x="1337" y="1620"/>
                      <a:pt x="1526" y="1554"/>
                      <a:pt x="1700" y="1396"/>
                    </a:cubicBezTo>
                    <a:cubicBezTo>
                      <a:pt x="1996" y="1064"/>
                      <a:pt x="1996" y="546"/>
                      <a:pt x="1700" y="250"/>
                    </a:cubicBezTo>
                    <a:cubicBezTo>
                      <a:pt x="1533" y="84"/>
                      <a:pt x="1321" y="1"/>
                      <a:pt x="110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010;p52"/>
              <p:cNvSpPr/>
              <p:nvPr/>
            </p:nvSpPr>
            <p:spPr>
              <a:xfrm>
                <a:off x="6285225" y="2699863"/>
                <a:ext cx="109100" cy="109100"/>
              </a:xfrm>
              <a:custGeom>
                <a:avLst/>
                <a:gdLst/>
                <a:ahLst/>
                <a:cxnLst/>
                <a:rect l="l" t="t" r="r" b="b"/>
                <a:pathLst>
                  <a:path w="4364" h="4364" extrusionOk="0">
                    <a:moveTo>
                      <a:pt x="1110" y="1"/>
                    </a:moveTo>
                    <a:lnTo>
                      <a:pt x="38" y="1073"/>
                    </a:lnTo>
                    <a:cubicBezTo>
                      <a:pt x="1" y="1258"/>
                      <a:pt x="1" y="1443"/>
                      <a:pt x="1" y="1627"/>
                    </a:cubicBezTo>
                    <a:cubicBezTo>
                      <a:pt x="1" y="3143"/>
                      <a:pt x="1221" y="4363"/>
                      <a:pt x="2737" y="4363"/>
                    </a:cubicBezTo>
                    <a:cubicBezTo>
                      <a:pt x="2922" y="4363"/>
                      <a:pt x="3106" y="4326"/>
                      <a:pt x="3291" y="4289"/>
                    </a:cubicBezTo>
                    <a:lnTo>
                      <a:pt x="4363" y="3217"/>
                    </a:lnTo>
                    <a:lnTo>
                      <a:pt x="1110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011;p52"/>
              <p:cNvSpPr/>
              <p:nvPr/>
            </p:nvSpPr>
            <p:spPr>
              <a:xfrm>
                <a:off x="6296325" y="2682838"/>
                <a:ext cx="120175" cy="114250"/>
              </a:xfrm>
              <a:custGeom>
                <a:avLst/>
                <a:gdLst/>
                <a:ahLst/>
                <a:cxnLst/>
                <a:rect l="l" t="t" r="r" b="b"/>
                <a:pathLst>
                  <a:path w="4807" h="4570" extrusionOk="0">
                    <a:moveTo>
                      <a:pt x="2301" y="1"/>
                    </a:moveTo>
                    <a:cubicBezTo>
                      <a:pt x="1126" y="1"/>
                      <a:pt x="1" y="901"/>
                      <a:pt x="1" y="2271"/>
                    </a:cubicBezTo>
                    <a:cubicBezTo>
                      <a:pt x="1" y="3650"/>
                      <a:pt x="1139" y="4570"/>
                      <a:pt x="2322" y="4570"/>
                    </a:cubicBezTo>
                    <a:cubicBezTo>
                      <a:pt x="2884" y="4570"/>
                      <a:pt x="3455" y="4362"/>
                      <a:pt x="3919" y="3898"/>
                    </a:cubicBezTo>
                    <a:cubicBezTo>
                      <a:pt x="4807" y="3011"/>
                      <a:pt x="4807" y="1569"/>
                      <a:pt x="3919" y="682"/>
                    </a:cubicBezTo>
                    <a:cubicBezTo>
                      <a:pt x="3449" y="212"/>
                      <a:pt x="2869" y="1"/>
                      <a:pt x="23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012;p52"/>
              <p:cNvSpPr/>
              <p:nvPr/>
            </p:nvSpPr>
            <p:spPr>
              <a:xfrm>
                <a:off x="6120725" y="3047388"/>
                <a:ext cx="92450" cy="128500"/>
              </a:xfrm>
              <a:custGeom>
                <a:avLst/>
                <a:gdLst/>
                <a:ahLst/>
                <a:cxnLst/>
                <a:rect l="l" t="t" r="r" b="b"/>
                <a:pathLst>
                  <a:path w="3698" h="5140" extrusionOk="0">
                    <a:moveTo>
                      <a:pt x="1183" y="1"/>
                    </a:moveTo>
                    <a:lnTo>
                      <a:pt x="0" y="4474"/>
                    </a:lnTo>
                    <a:lnTo>
                      <a:pt x="2551" y="5140"/>
                    </a:lnTo>
                    <a:lnTo>
                      <a:pt x="3697" y="666"/>
                    </a:lnTo>
                    <a:lnTo>
                      <a:pt x="118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6013;p52"/>
              <p:cNvSpPr/>
              <p:nvPr/>
            </p:nvSpPr>
            <p:spPr>
              <a:xfrm>
                <a:off x="6129700" y="3015063"/>
                <a:ext cx="96400" cy="81750"/>
              </a:xfrm>
              <a:custGeom>
                <a:avLst/>
                <a:gdLst/>
                <a:ahLst/>
                <a:cxnLst/>
                <a:rect l="l" t="t" r="r" b="b"/>
                <a:pathLst>
                  <a:path w="3856" h="3270" extrusionOk="0">
                    <a:moveTo>
                      <a:pt x="2066" y="1"/>
                    </a:moveTo>
                    <a:cubicBezTo>
                      <a:pt x="814" y="1"/>
                      <a:pt x="1" y="1431"/>
                      <a:pt x="713" y="2551"/>
                    </a:cubicBezTo>
                    <a:cubicBezTo>
                      <a:pt x="1049" y="3039"/>
                      <a:pt x="1568" y="3269"/>
                      <a:pt x="2080" y="3269"/>
                    </a:cubicBezTo>
                    <a:cubicBezTo>
                      <a:pt x="2807" y="3269"/>
                      <a:pt x="3519" y="2805"/>
                      <a:pt x="3671" y="1959"/>
                    </a:cubicBezTo>
                    <a:cubicBezTo>
                      <a:pt x="3856" y="1072"/>
                      <a:pt x="3301" y="222"/>
                      <a:pt x="2414" y="37"/>
                    </a:cubicBezTo>
                    <a:cubicBezTo>
                      <a:pt x="2295" y="12"/>
                      <a:pt x="2179" y="1"/>
                      <a:pt x="20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6014;p52"/>
              <p:cNvSpPr/>
              <p:nvPr/>
            </p:nvSpPr>
            <p:spPr>
              <a:xfrm>
                <a:off x="6006575" y="3133013"/>
                <a:ext cx="197350" cy="107325"/>
              </a:xfrm>
              <a:custGeom>
                <a:avLst/>
                <a:gdLst/>
                <a:ahLst/>
                <a:cxnLst/>
                <a:rect l="l" t="t" r="r" b="b"/>
                <a:pathLst>
                  <a:path w="7894" h="4293" extrusionOk="0">
                    <a:moveTo>
                      <a:pt x="6001" y="1"/>
                    </a:moveTo>
                    <a:cubicBezTo>
                      <a:pt x="5781" y="1"/>
                      <a:pt x="5545" y="61"/>
                      <a:pt x="5305" y="199"/>
                    </a:cubicBezTo>
                    <a:lnTo>
                      <a:pt x="499" y="3267"/>
                    </a:lnTo>
                    <a:cubicBezTo>
                      <a:pt x="0" y="3600"/>
                      <a:pt x="250" y="4293"/>
                      <a:pt x="763" y="4293"/>
                    </a:cubicBezTo>
                    <a:cubicBezTo>
                      <a:pt x="820" y="4293"/>
                      <a:pt x="880" y="4284"/>
                      <a:pt x="943" y="4266"/>
                    </a:cubicBezTo>
                    <a:lnTo>
                      <a:pt x="6415" y="2565"/>
                    </a:lnTo>
                    <a:cubicBezTo>
                      <a:pt x="6526" y="2528"/>
                      <a:pt x="6636" y="2491"/>
                      <a:pt x="6747" y="2417"/>
                    </a:cubicBezTo>
                    <a:cubicBezTo>
                      <a:pt x="7894" y="1611"/>
                      <a:pt x="7145" y="1"/>
                      <a:pt x="600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6015;p52"/>
              <p:cNvSpPr/>
              <p:nvPr/>
            </p:nvSpPr>
            <p:spPr>
              <a:xfrm>
                <a:off x="6155825" y="3035513"/>
                <a:ext cx="49050" cy="40875"/>
              </a:xfrm>
              <a:custGeom>
                <a:avLst/>
                <a:gdLst/>
                <a:ahLst/>
                <a:cxnLst/>
                <a:rect l="l" t="t" r="r" b="b"/>
                <a:pathLst>
                  <a:path w="1962" h="1635" extrusionOk="0">
                    <a:moveTo>
                      <a:pt x="1045" y="0"/>
                    </a:moveTo>
                    <a:cubicBezTo>
                      <a:pt x="892" y="0"/>
                      <a:pt x="736" y="44"/>
                      <a:pt x="592" y="143"/>
                    </a:cubicBezTo>
                    <a:cubicBezTo>
                      <a:pt x="1" y="550"/>
                      <a:pt x="186" y="1474"/>
                      <a:pt x="888" y="1622"/>
                    </a:cubicBezTo>
                    <a:cubicBezTo>
                      <a:pt x="939" y="1630"/>
                      <a:pt x="989" y="1634"/>
                      <a:pt x="1038" y="1634"/>
                    </a:cubicBezTo>
                    <a:cubicBezTo>
                      <a:pt x="1421" y="1634"/>
                      <a:pt x="1751" y="1386"/>
                      <a:pt x="1850" y="993"/>
                    </a:cubicBezTo>
                    <a:cubicBezTo>
                      <a:pt x="1962" y="433"/>
                      <a:pt x="1522" y="0"/>
                      <a:pt x="104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6016;p52"/>
              <p:cNvSpPr/>
              <p:nvPr/>
            </p:nvSpPr>
            <p:spPr>
              <a:xfrm>
                <a:off x="6101300" y="3126513"/>
                <a:ext cx="98600" cy="81875"/>
              </a:xfrm>
              <a:custGeom>
                <a:avLst/>
                <a:gdLst/>
                <a:ahLst/>
                <a:cxnLst/>
                <a:rect l="l" t="t" r="r" b="b"/>
                <a:pathLst>
                  <a:path w="3944" h="3275" extrusionOk="0">
                    <a:moveTo>
                      <a:pt x="2040" y="1"/>
                    </a:moveTo>
                    <a:cubicBezTo>
                      <a:pt x="1904" y="1"/>
                      <a:pt x="1766" y="17"/>
                      <a:pt x="1627" y="52"/>
                    </a:cubicBezTo>
                    <a:cubicBezTo>
                      <a:pt x="223" y="422"/>
                      <a:pt x="1" y="2307"/>
                      <a:pt x="1258" y="3047"/>
                    </a:cubicBezTo>
                    <a:cubicBezTo>
                      <a:pt x="1525" y="3204"/>
                      <a:pt x="1804" y="3274"/>
                      <a:pt x="2074" y="3274"/>
                    </a:cubicBezTo>
                    <a:cubicBezTo>
                      <a:pt x="3073" y="3274"/>
                      <a:pt x="3944" y="2312"/>
                      <a:pt x="3624" y="1235"/>
                    </a:cubicBezTo>
                    <a:cubicBezTo>
                      <a:pt x="3437" y="486"/>
                      <a:pt x="2775" y="1"/>
                      <a:pt x="20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6017;p52"/>
              <p:cNvSpPr/>
              <p:nvPr/>
            </p:nvSpPr>
            <p:spPr>
              <a:xfrm>
                <a:off x="6127175" y="3147088"/>
                <a:ext cx="48975" cy="40875"/>
              </a:xfrm>
              <a:custGeom>
                <a:avLst/>
                <a:gdLst/>
                <a:ahLst/>
                <a:cxnLst/>
                <a:rect l="l" t="t" r="r" b="b"/>
                <a:pathLst>
                  <a:path w="1959" h="1635" extrusionOk="0">
                    <a:moveTo>
                      <a:pt x="1067" y="1"/>
                    </a:moveTo>
                    <a:cubicBezTo>
                      <a:pt x="984" y="1"/>
                      <a:pt x="899" y="14"/>
                      <a:pt x="814" y="42"/>
                    </a:cubicBezTo>
                    <a:cubicBezTo>
                      <a:pt x="112" y="227"/>
                      <a:pt x="1" y="1152"/>
                      <a:pt x="629" y="1521"/>
                    </a:cubicBezTo>
                    <a:cubicBezTo>
                      <a:pt x="763" y="1600"/>
                      <a:pt x="901" y="1635"/>
                      <a:pt x="1035" y="1635"/>
                    </a:cubicBezTo>
                    <a:cubicBezTo>
                      <a:pt x="1530" y="1635"/>
                      <a:pt x="1958" y="1150"/>
                      <a:pt x="1812" y="597"/>
                    </a:cubicBezTo>
                    <a:cubicBezTo>
                      <a:pt x="1723" y="238"/>
                      <a:pt x="1416" y="1"/>
                      <a:pt x="106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6018;p52"/>
              <p:cNvSpPr/>
              <p:nvPr/>
            </p:nvSpPr>
            <p:spPr>
              <a:xfrm>
                <a:off x="6098525" y="2902463"/>
                <a:ext cx="98800" cy="81325"/>
              </a:xfrm>
              <a:custGeom>
                <a:avLst/>
                <a:gdLst/>
                <a:ahLst/>
                <a:cxnLst/>
                <a:rect l="l" t="t" r="r" b="b"/>
                <a:pathLst>
                  <a:path w="3952" h="3253" extrusionOk="0">
                    <a:moveTo>
                      <a:pt x="2110" y="0"/>
                    </a:moveTo>
                    <a:cubicBezTo>
                      <a:pt x="1963" y="0"/>
                      <a:pt x="1813" y="22"/>
                      <a:pt x="1664" y="67"/>
                    </a:cubicBezTo>
                    <a:cubicBezTo>
                      <a:pt x="260" y="437"/>
                      <a:pt x="1" y="2322"/>
                      <a:pt x="1258" y="3025"/>
                    </a:cubicBezTo>
                    <a:cubicBezTo>
                      <a:pt x="1525" y="3182"/>
                      <a:pt x="1804" y="3252"/>
                      <a:pt x="2075" y="3252"/>
                    </a:cubicBezTo>
                    <a:cubicBezTo>
                      <a:pt x="3074" y="3252"/>
                      <a:pt x="3952" y="2290"/>
                      <a:pt x="3661" y="1213"/>
                    </a:cubicBezTo>
                    <a:cubicBezTo>
                      <a:pt x="3447" y="481"/>
                      <a:pt x="2806" y="0"/>
                      <a:pt x="211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6019;p52"/>
              <p:cNvSpPr/>
              <p:nvPr/>
            </p:nvSpPr>
            <p:spPr>
              <a:xfrm>
                <a:off x="6124400" y="2922888"/>
                <a:ext cx="49000" cy="41050"/>
              </a:xfrm>
              <a:custGeom>
                <a:avLst/>
                <a:gdLst/>
                <a:ahLst/>
                <a:cxnLst/>
                <a:rect l="l" t="t" r="r" b="b"/>
                <a:pathLst>
                  <a:path w="1960" h="1642" extrusionOk="0">
                    <a:moveTo>
                      <a:pt x="1021" y="1"/>
                    </a:moveTo>
                    <a:cubicBezTo>
                      <a:pt x="953" y="1"/>
                      <a:pt x="884" y="9"/>
                      <a:pt x="814" y="27"/>
                    </a:cubicBezTo>
                    <a:cubicBezTo>
                      <a:pt x="112" y="211"/>
                      <a:pt x="1" y="1173"/>
                      <a:pt x="629" y="1542"/>
                    </a:cubicBezTo>
                    <a:cubicBezTo>
                      <a:pt x="758" y="1611"/>
                      <a:pt x="892" y="1642"/>
                      <a:pt x="1021" y="1642"/>
                    </a:cubicBezTo>
                    <a:cubicBezTo>
                      <a:pt x="1522" y="1642"/>
                      <a:pt x="1959" y="1177"/>
                      <a:pt x="1813" y="618"/>
                    </a:cubicBezTo>
                    <a:cubicBezTo>
                      <a:pt x="1719" y="244"/>
                      <a:pt x="1388" y="1"/>
                      <a:pt x="10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6020;p52"/>
              <p:cNvSpPr/>
              <p:nvPr/>
            </p:nvSpPr>
            <p:spPr>
              <a:xfrm>
                <a:off x="6538475" y="2795063"/>
                <a:ext cx="196900" cy="284700"/>
              </a:xfrm>
              <a:custGeom>
                <a:avLst/>
                <a:gdLst/>
                <a:ahLst/>
                <a:cxnLst/>
                <a:rect l="l" t="t" r="r" b="b"/>
                <a:pathLst>
                  <a:path w="7876" h="11388" extrusionOk="0">
                    <a:moveTo>
                      <a:pt x="1" y="1"/>
                    </a:moveTo>
                    <a:lnTo>
                      <a:pt x="1" y="8245"/>
                    </a:lnTo>
                    <a:lnTo>
                      <a:pt x="1" y="8541"/>
                    </a:lnTo>
                    <a:lnTo>
                      <a:pt x="2811" y="11388"/>
                    </a:lnTo>
                    <a:lnTo>
                      <a:pt x="7876" y="525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6021;p52"/>
              <p:cNvSpPr/>
              <p:nvPr/>
            </p:nvSpPr>
            <p:spPr>
              <a:xfrm>
                <a:off x="6550500" y="2607438"/>
                <a:ext cx="244025" cy="516700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20668" extrusionOk="0">
                    <a:moveTo>
                      <a:pt x="0" y="1"/>
                    </a:moveTo>
                    <a:lnTo>
                      <a:pt x="0" y="15750"/>
                    </a:lnTo>
                    <a:cubicBezTo>
                      <a:pt x="0" y="18449"/>
                      <a:pt x="2182" y="20667"/>
                      <a:pt x="4881" y="20667"/>
                    </a:cubicBezTo>
                    <a:cubicBezTo>
                      <a:pt x="7579" y="20667"/>
                      <a:pt x="9761" y="18449"/>
                      <a:pt x="9761" y="15750"/>
                    </a:cubicBezTo>
                    <a:lnTo>
                      <a:pt x="976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6022;p52"/>
              <p:cNvSpPr/>
              <p:nvPr/>
            </p:nvSpPr>
            <p:spPr>
              <a:xfrm>
                <a:off x="6550500" y="2607438"/>
                <a:ext cx="244025" cy="112100"/>
              </a:xfrm>
              <a:custGeom>
                <a:avLst/>
                <a:gdLst/>
                <a:ahLst/>
                <a:cxnLst/>
                <a:rect l="l" t="t" r="r" b="b"/>
                <a:pathLst>
                  <a:path w="9761" h="4484" extrusionOk="0">
                    <a:moveTo>
                      <a:pt x="0" y="1"/>
                    </a:moveTo>
                    <a:lnTo>
                      <a:pt x="0" y="2736"/>
                    </a:lnTo>
                    <a:cubicBezTo>
                      <a:pt x="1405" y="3901"/>
                      <a:pt x="3134" y="4483"/>
                      <a:pt x="4867" y="4483"/>
                    </a:cubicBezTo>
                    <a:cubicBezTo>
                      <a:pt x="6600" y="4483"/>
                      <a:pt x="8337" y="3901"/>
                      <a:pt x="9761" y="2736"/>
                    </a:cubicBezTo>
                    <a:lnTo>
                      <a:pt x="9761" y="1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6023;p52"/>
              <p:cNvSpPr/>
              <p:nvPr/>
            </p:nvSpPr>
            <p:spPr>
              <a:xfrm>
                <a:off x="6549575" y="2869563"/>
                <a:ext cx="244950" cy="131650"/>
              </a:xfrm>
              <a:custGeom>
                <a:avLst/>
                <a:gdLst/>
                <a:ahLst/>
                <a:cxnLst/>
                <a:rect l="l" t="t" r="r" b="b"/>
                <a:pathLst>
                  <a:path w="9798" h="5266" extrusionOk="0">
                    <a:moveTo>
                      <a:pt x="4881" y="0"/>
                    </a:moveTo>
                    <a:cubicBezTo>
                      <a:pt x="3535" y="0"/>
                      <a:pt x="2174" y="503"/>
                      <a:pt x="1110" y="1568"/>
                    </a:cubicBezTo>
                    <a:cubicBezTo>
                      <a:pt x="629" y="2012"/>
                      <a:pt x="259" y="2566"/>
                      <a:pt x="0" y="3195"/>
                    </a:cubicBezTo>
                    <a:lnTo>
                      <a:pt x="0" y="5265"/>
                    </a:lnTo>
                    <a:lnTo>
                      <a:pt x="9798" y="5265"/>
                    </a:lnTo>
                    <a:lnTo>
                      <a:pt x="9798" y="3195"/>
                    </a:lnTo>
                    <a:cubicBezTo>
                      <a:pt x="8888" y="1132"/>
                      <a:pt x="6901" y="0"/>
                      <a:pt x="4881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6024;p52"/>
              <p:cNvSpPr/>
              <p:nvPr/>
            </p:nvSpPr>
            <p:spPr>
              <a:xfrm>
                <a:off x="6549575" y="2880788"/>
                <a:ext cx="256050" cy="245000"/>
              </a:xfrm>
              <a:custGeom>
                <a:avLst/>
                <a:gdLst/>
                <a:ahLst/>
                <a:cxnLst/>
                <a:rect l="l" t="t" r="r" b="b"/>
                <a:pathLst>
                  <a:path w="10242" h="9800" extrusionOk="0">
                    <a:moveTo>
                      <a:pt x="4922" y="0"/>
                    </a:moveTo>
                    <a:cubicBezTo>
                      <a:pt x="2405" y="0"/>
                      <a:pt x="0" y="1963"/>
                      <a:pt x="0" y="4890"/>
                    </a:cubicBezTo>
                    <a:cubicBezTo>
                      <a:pt x="0" y="7845"/>
                      <a:pt x="2409" y="9799"/>
                      <a:pt x="4928" y="9799"/>
                    </a:cubicBezTo>
                    <a:cubicBezTo>
                      <a:pt x="6128" y="9799"/>
                      <a:pt x="7354" y="9355"/>
                      <a:pt x="8356" y="8365"/>
                    </a:cubicBezTo>
                    <a:cubicBezTo>
                      <a:pt x="10241" y="6443"/>
                      <a:pt x="10241" y="3337"/>
                      <a:pt x="8356" y="1452"/>
                    </a:cubicBezTo>
                    <a:cubicBezTo>
                      <a:pt x="7352" y="448"/>
                      <a:pt x="6124" y="0"/>
                      <a:pt x="492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6025;p52"/>
              <p:cNvSpPr/>
              <p:nvPr/>
            </p:nvSpPr>
            <p:spPr>
              <a:xfrm>
                <a:off x="6490425" y="2526113"/>
                <a:ext cx="363250" cy="182100"/>
              </a:xfrm>
              <a:custGeom>
                <a:avLst/>
                <a:gdLst/>
                <a:ahLst/>
                <a:cxnLst/>
                <a:rect l="l" t="t" r="r" b="b"/>
                <a:pathLst>
                  <a:path w="14530" h="7284" extrusionOk="0">
                    <a:moveTo>
                      <a:pt x="0" y="0"/>
                    </a:moveTo>
                    <a:cubicBezTo>
                      <a:pt x="0" y="4030"/>
                      <a:pt x="3254" y="7283"/>
                      <a:pt x="7247" y="7283"/>
                    </a:cubicBezTo>
                    <a:cubicBezTo>
                      <a:pt x="11276" y="7283"/>
                      <a:pt x="14530" y="4030"/>
                      <a:pt x="1453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6026;p52"/>
              <p:cNvSpPr/>
              <p:nvPr/>
            </p:nvSpPr>
            <p:spPr>
              <a:xfrm>
                <a:off x="6490425" y="2526113"/>
                <a:ext cx="36417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14567" h="925" extrusionOk="0">
                    <a:moveTo>
                      <a:pt x="0" y="0"/>
                    </a:moveTo>
                    <a:cubicBezTo>
                      <a:pt x="0" y="296"/>
                      <a:pt x="37" y="629"/>
                      <a:pt x="74" y="924"/>
                    </a:cubicBezTo>
                    <a:lnTo>
                      <a:pt x="14493" y="924"/>
                    </a:lnTo>
                    <a:cubicBezTo>
                      <a:pt x="14530" y="629"/>
                      <a:pt x="14567" y="296"/>
                      <a:pt x="14567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6027;p52"/>
              <p:cNvSpPr/>
              <p:nvPr/>
            </p:nvSpPr>
            <p:spPr>
              <a:xfrm>
                <a:off x="6449750" y="2455863"/>
                <a:ext cx="442750" cy="69500"/>
              </a:xfrm>
              <a:custGeom>
                <a:avLst/>
                <a:gdLst/>
                <a:ahLst/>
                <a:cxnLst/>
                <a:rect l="l" t="t" r="r" b="b"/>
                <a:pathLst>
                  <a:path w="17710" h="2780" extrusionOk="0">
                    <a:moveTo>
                      <a:pt x="1" y="0"/>
                    </a:moveTo>
                    <a:lnTo>
                      <a:pt x="1" y="1405"/>
                    </a:lnTo>
                    <a:cubicBezTo>
                      <a:pt x="71" y="2175"/>
                      <a:pt x="703" y="2779"/>
                      <a:pt x="1492" y="2779"/>
                    </a:cubicBezTo>
                    <a:cubicBezTo>
                      <a:pt x="1536" y="2779"/>
                      <a:pt x="1582" y="2777"/>
                      <a:pt x="1627" y="2773"/>
                    </a:cubicBezTo>
                    <a:lnTo>
                      <a:pt x="16083" y="2773"/>
                    </a:lnTo>
                    <a:cubicBezTo>
                      <a:pt x="16127" y="2777"/>
                      <a:pt x="16170" y="2779"/>
                      <a:pt x="16213" y="2779"/>
                    </a:cubicBezTo>
                    <a:cubicBezTo>
                      <a:pt x="16974" y="2779"/>
                      <a:pt x="17640" y="2175"/>
                      <a:pt x="17710" y="1405"/>
                    </a:cubicBezTo>
                    <a:lnTo>
                      <a:pt x="17710" y="3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" name="Google Shape;16028;p52"/>
            <p:cNvGrpSpPr/>
            <p:nvPr/>
          </p:nvGrpSpPr>
          <p:grpSpPr>
            <a:xfrm>
              <a:off x="6578006" y="2787367"/>
              <a:ext cx="159039" cy="159039"/>
              <a:chOff x="4416055" y="2468531"/>
              <a:chExt cx="342240" cy="342240"/>
            </a:xfrm>
          </p:grpSpPr>
          <p:sp>
            <p:nvSpPr>
              <p:cNvPr id="148" name="Google Shape;16029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6030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6031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6032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6033;p52"/>
            <p:cNvGrpSpPr/>
            <p:nvPr/>
          </p:nvGrpSpPr>
          <p:grpSpPr>
            <a:xfrm>
              <a:off x="6306854" y="2556437"/>
              <a:ext cx="76285" cy="76251"/>
              <a:chOff x="4416055" y="2468531"/>
              <a:chExt cx="342240" cy="342240"/>
            </a:xfrm>
          </p:grpSpPr>
          <p:sp>
            <p:nvSpPr>
              <p:cNvPr id="144" name="Google Shape;16034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6035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6036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6037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5" name="Google Shape;15962;p52"/>
          <p:cNvGrpSpPr/>
          <p:nvPr/>
        </p:nvGrpSpPr>
        <p:grpSpPr>
          <a:xfrm>
            <a:off x="6725703" y="3939700"/>
            <a:ext cx="830925" cy="864225"/>
            <a:chOff x="4668700" y="2223963"/>
            <a:chExt cx="830925" cy="864225"/>
          </a:xfrm>
        </p:grpSpPr>
        <p:grpSp>
          <p:nvGrpSpPr>
            <p:cNvPr id="186" name="Google Shape;15963;p52"/>
            <p:cNvGrpSpPr/>
            <p:nvPr/>
          </p:nvGrpSpPr>
          <p:grpSpPr>
            <a:xfrm>
              <a:off x="4668700" y="2223963"/>
              <a:ext cx="830925" cy="864225"/>
              <a:chOff x="4668700" y="2376363"/>
              <a:chExt cx="830925" cy="864225"/>
            </a:xfrm>
          </p:grpSpPr>
          <p:sp>
            <p:nvSpPr>
              <p:cNvPr id="202" name="Google Shape;15964;p52"/>
              <p:cNvSpPr/>
              <p:nvPr/>
            </p:nvSpPr>
            <p:spPr>
              <a:xfrm>
                <a:off x="4987550" y="2432763"/>
                <a:ext cx="220000" cy="149750"/>
              </a:xfrm>
              <a:custGeom>
                <a:avLst/>
                <a:gdLst/>
                <a:ahLst/>
                <a:cxnLst/>
                <a:rect l="l" t="t" r="r" b="b"/>
                <a:pathLst>
                  <a:path w="8800" h="5990" extrusionOk="0">
                    <a:moveTo>
                      <a:pt x="1" y="0"/>
                    </a:moveTo>
                    <a:lnTo>
                      <a:pt x="1" y="5989"/>
                    </a:lnTo>
                    <a:lnTo>
                      <a:pt x="5953" y="5989"/>
                    </a:lnTo>
                    <a:cubicBezTo>
                      <a:pt x="7543" y="5915"/>
                      <a:pt x="8800" y="4584"/>
                      <a:pt x="8800" y="2995"/>
                    </a:cubicBezTo>
                    <a:cubicBezTo>
                      <a:pt x="8800" y="1405"/>
                      <a:pt x="7543" y="74"/>
                      <a:pt x="59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15965;p52"/>
              <p:cNvSpPr/>
              <p:nvPr/>
            </p:nvSpPr>
            <p:spPr>
              <a:xfrm>
                <a:off x="5027300" y="2432763"/>
                <a:ext cx="180250" cy="150675"/>
              </a:xfrm>
              <a:custGeom>
                <a:avLst/>
                <a:gdLst/>
                <a:ahLst/>
                <a:cxnLst/>
                <a:rect l="l" t="t" r="r" b="b"/>
                <a:pathLst>
                  <a:path w="7210" h="6027" extrusionOk="0">
                    <a:moveTo>
                      <a:pt x="1960" y="0"/>
                    </a:moveTo>
                    <a:cubicBezTo>
                      <a:pt x="149" y="1405"/>
                      <a:pt x="1" y="4104"/>
                      <a:pt x="1627" y="5731"/>
                    </a:cubicBezTo>
                    <a:lnTo>
                      <a:pt x="1923" y="6026"/>
                    </a:lnTo>
                    <a:lnTo>
                      <a:pt x="4363" y="6026"/>
                    </a:lnTo>
                    <a:cubicBezTo>
                      <a:pt x="5953" y="5915"/>
                      <a:pt x="7210" y="4621"/>
                      <a:pt x="7210" y="2995"/>
                    </a:cubicBezTo>
                    <a:cubicBezTo>
                      <a:pt x="7210" y="1405"/>
                      <a:pt x="5953" y="111"/>
                      <a:pt x="4363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15966;p52"/>
              <p:cNvSpPr/>
              <p:nvPr/>
            </p:nvSpPr>
            <p:spPr>
              <a:xfrm>
                <a:off x="5019250" y="2424138"/>
                <a:ext cx="480375" cy="418100"/>
              </a:xfrm>
              <a:custGeom>
                <a:avLst/>
                <a:gdLst/>
                <a:ahLst/>
                <a:cxnLst/>
                <a:rect l="l" t="t" r="r" b="b"/>
                <a:pathLst>
                  <a:path w="19215" h="16724" extrusionOk="0">
                    <a:moveTo>
                      <a:pt x="4780" y="1"/>
                    </a:moveTo>
                    <a:cubicBezTo>
                      <a:pt x="2186" y="1"/>
                      <a:pt x="0" y="3290"/>
                      <a:pt x="2282" y="5743"/>
                    </a:cubicBezTo>
                    <a:lnTo>
                      <a:pt x="12301" y="15725"/>
                    </a:lnTo>
                    <a:cubicBezTo>
                      <a:pt x="12930" y="16353"/>
                      <a:pt x="13780" y="16723"/>
                      <a:pt x="14667" y="16723"/>
                    </a:cubicBezTo>
                    <a:cubicBezTo>
                      <a:pt x="17699" y="16723"/>
                      <a:pt x="19215" y="13063"/>
                      <a:pt x="17070" y="10956"/>
                    </a:cubicBezTo>
                    <a:lnTo>
                      <a:pt x="7088" y="974"/>
                    </a:lnTo>
                    <a:cubicBezTo>
                      <a:pt x="6353" y="289"/>
                      <a:pt x="5549" y="1"/>
                      <a:pt x="478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15967;p52"/>
              <p:cNvSpPr/>
              <p:nvPr/>
            </p:nvSpPr>
            <p:spPr>
              <a:xfrm>
                <a:off x="5251900" y="2651813"/>
                <a:ext cx="227400" cy="190425"/>
              </a:xfrm>
              <a:custGeom>
                <a:avLst/>
                <a:gdLst/>
                <a:ahLst/>
                <a:cxnLst/>
                <a:rect l="l" t="t" r="r" b="b"/>
                <a:pathLst>
                  <a:path w="9096" h="7617" extrusionOk="0">
                    <a:moveTo>
                      <a:pt x="5361" y="0"/>
                    </a:moveTo>
                    <a:cubicBezTo>
                      <a:pt x="4252" y="0"/>
                      <a:pt x="3180" y="444"/>
                      <a:pt x="2367" y="1257"/>
                    </a:cubicBezTo>
                    <a:lnTo>
                      <a:pt x="1" y="3660"/>
                    </a:lnTo>
                    <a:lnTo>
                      <a:pt x="2995" y="6618"/>
                    </a:lnTo>
                    <a:cubicBezTo>
                      <a:pt x="3642" y="7283"/>
                      <a:pt x="4502" y="7616"/>
                      <a:pt x="5366" y="7616"/>
                    </a:cubicBezTo>
                    <a:cubicBezTo>
                      <a:pt x="6230" y="7616"/>
                      <a:pt x="7099" y="7283"/>
                      <a:pt x="7764" y="6618"/>
                    </a:cubicBezTo>
                    <a:cubicBezTo>
                      <a:pt x="9095" y="5287"/>
                      <a:pt x="9095" y="3143"/>
                      <a:pt x="7764" y="1849"/>
                    </a:cubicBezTo>
                    <a:lnTo>
                      <a:pt x="5990" y="74"/>
                    </a:lnTo>
                    <a:cubicBezTo>
                      <a:pt x="5768" y="37"/>
                      <a:pt x="5583" y="0"/>
                      <a:pt x="5361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15968;p52"/>
              <p:cNvSpPr/>
              <p:nvPr/>
            </p:nvSpPr>
            <p:spPr>
              <a:xfrm>
                <a:off x="5000500" y="2665763"/>
                <a:ext cx="486200" cy="446350"/>
              </a:xfrm>
              <a:custGeom>
                <a:avLst/>
                <a:gdLst/>
                <a:ahLst/>
                <a:cxnLst/>
                <a:rect l="l" t="t" r="r" b="b"/>
                <a:pathLst>
                  <a:path w="19448" h="17854" extrusionOk="0">
                    <a:moveTo>
                      <a:pt x="15339" y="1"/>
                    </a:moveTo>
                    <a:cubicBezTo>
                      <a:pt x="14410" y="1"/>
                      <a:pt x="13480" y="343"/>
                      <a:pt x="12755" y="1032"/>
                    </a:cubicBezTo>
                    <a:lnTo>
                      <a:pt x="2367" y="11421"/>
                    </a:lnTo>
                    <a:cubicBezTo>
                      <a:pt x="1" y="13787"/>
                      <a:pt x="1664" y="17817"/>
                      <a:pt x="5029" y="17854"/>
                    </a:cubicBezTo>
                    <a:cubicBezTo>
                      <a:pt x="6027" y="17854"/>
                      <a:pt x="6988" y="17447"/>
                      <a:pt x="7690" y="16744"/>
                    </a:cubicBezTo>
                    <a:lnTo>
                      <a:pt x="18079" y="6319"/>
                    </a:lnTo>
                    <a:cubicBezTo>
                      <a:pt x="19447" y="4840"/>
                      <a:pt x="19410" y="2548"/>
                      <a:pt x="18005" y="1106"/>
                    </a:cubicBezTo>
                    <a:cubicBezTo>
                      <a:pt x="17270" y="371"/>
                      <a:pt x="16305" y="1"/>
                      <a:pt x="1533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15969;p52"/>
              <p:cNvSpPr/>
              <p:nvPr/>
            </p:nvSpPr>
            <p:spPr>
              <a:xfrm>
                <a:off x="5021750" y="2866238"/>
                <a:ext cx="256050" cy="246675"/>
              </a:xfrm>
              <a:custGeom>
                <a:avLst/>
                <a:gdLst/>
                <a:ahLst/>
                <a:cxnLst/>
                <a:rect l="l" t="t" r="r" b="b"/>
                <a:pathLst>
                  <a:path w="10242" h="9867" extrusionOk="0">
                    <a:moveTo>
                      <a:pt x="4918" y="0"/>
                    </a:moveTo>
                    <a:lnTo>
                      <a:pt x="1517" y="3402"/>
                    </a:lnTo>
                    <a:cubicBezTo>
                      <a:pt x="1" y="4844"/>
                      <a:pt x="1" y="7284"/>
                      <a:pt x="1480" y="8762"/>
                    </a:cubicBezTo>
                    <a:cubicBezTo>
                      <a:pt x="2215" y="9497"/>
                      <a:pt x="3178" y="9867"/>
                      <a:pt x="4142" y="9867"/>
                    </a:cubicBezTo>
                    <a:cubicBezTo>
                      <a:pt x="5119" y="9867"/>
                      <a:pt x="6097" y="9488"/>
                      <a:pt x="6840" y="8725"/>
                    </a:cubicBezTo>
                    <a:lnTo>
                      <a:pt x="10242" y="5287"/>
                    </a:lnTo>
                    <a:cubicBezTo>
                      <a:pt x="9909" y="2514"/>
                      <a:pt x="7691" y="333"/>
                      <a:pt x="4918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15970;p52"/>
              <p:cNvSpPr/>
              <p:nvPr/>
            </p:nvSpPr>
            <p:spPr>
              <a:xfrm>
                <a:off x="4995875" y="2887488"/>
                <a:ext cx="260675" cy="26067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10427" extrusionOk="0">
                    <a:moveTo>
                      <a:pt x="5214" y="1"/>
                    </a:moveTo>
                    <a:cubicBezTo>
                      <a:pt x="2330" y="1"/>
                      <a:pt x="1" y="2330"/>
                      <a:pt x="1" y="5214"/>
                    </a:cubicBezTo>
                    <a:lnTo>
                      <a:pt x="1" y="10426"/>
                    </a:lnTo>
                    <a:lnTo>
                      <a:pt x="10426" y="10426"/>
                    </a:lnTo>
                    <a:lnTo>
                      <a:pt x="10426" y="5214"/>
                    </a:lnTo>
                    <a:cubicBezTo>
                      <a:pt x="10426" y="2330"/>
                      <a:pt x="8097" y="1"/>
                      <a:pt x="5214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15971;p52"/>
              <p:cNvSpPr/>
              <p:nvPr/>
            </p:nvSpPr>
            <p:spPr>
              <a:xfrm>
                <a:off x="4995875" y="3124113"/>
                <a:ext cx="259750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10390" h="925" extrusionOk="0">
                    <a:moveTo>
                      <a:pt x="1" y="0"/>
                    </a:moveTo>
                    <a:lnTo>
                      <a:pt x="1" y="924"/>
                    </a:lnTo>
                    <a:lnTo>
                      <a:pt x="10389" y="924"/>
                    </a:lnTo>
                    <a:lnTo>
                      <a:pt x="1038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15972;p52"/>
              <p:cNvSpPr/>
              <p:nvPr/>
            </p:nvSpPr>
            <p:spPr>
              <a:xfrm>
                <a:off x="4894225" y="3148113"/>
                <a:ext cx="463075" cy="92475"/>
              </a:xfrm>
              <a:custGeom>
                <a:avLst/>
                <a:gdLst/>
                <a:ahLst/>
                <a:cxnLst/>
                <a:rect l="l" t="t" r="r" b="b"/>
                <a:pathLst>
                  <a:path w="18523" h="3699" extrusionOk="0">
                    <a:moveTo>
                      <a:pt x="3668" y="1"/>
                    </a:moveTo>
                    <a:cubicBezTo>
                      <a:pt x="1628" y="1"/>
                      <a:pt x="0" y="1687"/>
                      <a:pt x="37" y="3699"/>
                    </a:cubicBezTo>
                    <a:lnTo>
                      <a:pt x="18522" y="3699"/>
                    </a:lnTo>
                    <a:cubicBezTo>
                      <a:pt x="18522" y="1687"/>
                      <a:pt x="16894" y="1"/>
                      <a:pt x="14890" y="1"/>
                    </a:cubicBezTo>
                    <a:cubicBezTo>
                      <a:pt x="14869" y="1"/>
                      <a:pt x="14847" y="1"/>
                      <a:pt x="14825" y="1"/>
                    </a:cubicBezTo>
                    <a:lnTo>
                      <a:pt x="3734" y="1"/>
                    </a:lnTo>
                    <a:cubicBezTo>
                      <a:pt x="3712" y="1"/>
                      <a:pt x="3690" y="1"/>
                      <a:pt x="366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15973;p52"/>
              <p:cNvSpPr/>
              <p:nvPr/>
            </p:nvSpPr>
            <p:spPr>
              <a:xfrm>
                <a:off x="4668700" y="2376363"/>
                <a:ext cx="276375" cy="111875"/>
              </a:xfrm>
              <a:custGeom>
                <a:avLst/>
                <a:gdLst/>
                <a:ahLst/>
                <a:cxnLst/>
                <a:rect l="l" t="t" r="r" b="b"/>
                <a:pathLst>
                  <a:path w="11055" h="4475" extrusionOk="0">
                    <a:moveTo>
                      <a:pt x="5841" y="1"/>
                    </a:moveTo>
                    <a:lnTo>
                      <a:pt x="5546" y="149"/>
                    </a:lnTo>
                    <a:lnTo>
                      <a:pt x="0" y="3143"/>
                    </a:lnTo>
                    <a:lnTo>
                      <a:pt x="74" y="3439"/>
                    </a:lnTo>
                    <a:lnTo>
                      <a:pt x="5731" y="2219"/>
                    </a:lnTo>
                    <a:lnTo>
                      <a:pt x="9945" y="4474"/>
                    </a:lnTo>
                    <a:lnTo>
                      <a:pt x="11054" y="2108"/>
                    </a:lnTo>
                    <a:lnTo>
                      <a:pt x="6322" y="186"/>
                    </a:lnTo>
                    <a:lnTo>
                      <a:pt x="584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15974;p52"/>
              <p:cNvSpPr/>
              <p:nvPr/>
            </p:nvSpPr>
            <p:spPr>
              <a:xfrm>
                <a:off x="4668700" y="2527038"/>
                <a:ext cx="276375" cy="112775"/>
              </a:xfrm>
              <a:custGeom>
                <a:avLst/>
                <a:gdLst/>
                <a:ahLst/>
                <a:cxnLst/>
                <a:rect l="l" t="t" r="r" b="b"/>
                <a:pathLst>
                  <a:path w="11055" h="4511" extrusionOk="0">
                    <a:moveTo>
                      <a:pt x="9945" y="0"/>
                    </a:moveTo>
                    <a:lnTo>
                      <a:pt x="5731" y="2292"/>
                    </a:lnTo>
                    <a:lnTo>
                      <a:pt x="74" y="1072"/>
                    </a:lnTo>
                    <a:lnTo>
                      <a:pt x="0" y="1331"/>
                    </a:lnTo>
                    <a:lnTo>
                      <a:pt x="5546" y="4326"/>
                    </a:lnTo>
                    <a:lnTo>
                      <a:pt x="5841" y="4511"/>
                    </a:lnTo>
                    <a:lnTo>
                      <a:pt x="6322" y="4289"/>
                    </a:lnTo>
                    <a:lnTo>
                      <a:pt x="11054" y="2403"/>
                    </a:lnTo>
                    <a:lnTo>
                      <a:pt x="99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15975;p52"/>
              <p:cNvSpPr/>
              <p:nvPr/>
            </p:nvSpPr>
            <p:spPr>
              <a:xfrm>
                <a:off x="4849850" y="2407788"/>
                <a:ext cx="137725" cy="200600"/>
              </a:xfrm>
              <a:custGeom>
                <a:avLst/>
                <a:gdLst/>
                <a:ahLst/>
                <a:cxnLst/>
                <a:rect l="l" t="t" r="r" b="b"/>
                <a:pathLst>
                  <a:path w="5509" h="8024" extrusionOk="0">
                    <a:moveTo>
                      <a:pt x="1553" y="1"/>
                    </a:moveTo>
                    <a:cubicBezTo>
                      <a:pt x="1553" y="1"/>
                      <a:pt x="0" y="1812"/>
                      <a:pt x="0" y="3994"/>
                    </a:cubicBezTo>
                    <a:cubicBezTo>
                      <a:pt x="0" y="6212"/>
                      <a:pt x="1553" y="8024"/>
                      <a:pt x="1553" y="8024"/>
                    </a:cubicBezTo>
                    <a:lnTo>
                      <a:pt x="5509" y="8024"/>
                    </a:lnTo>
                    <a:lnTo>
                      <a:pt x="550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15976;p52"/>
              <p:cNvSpPr/>
              <p:nvPr/>
            </p:nvSpPr>
            <p:spPr>
              <a:xfrm>
                <a:off x="4900675" y="2435538"/>
                <a:ext cx="536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870" extrusionOk="0">
                    <a:moveTo>
                      <a:pt x="1221" y="0"/>
                    </a:moveTo>
                    <a:cubicBezTo>
                      <a:pt x="407" y="0"/>
                      <a:pt x="1" y="998"/>
                      <a:pt x="555" y="1590"/>
                    </a:cubicBezTo>
                    <a:cubicBezTo>
                      <a:pt x="748" y="1782"/>
                      <a:pt x="984" y="1869"/>
                      <a:pt x="1214" y="1869"/>
                    </a:cubicBezTo>
                    <a:cubicBezTo>
                      <a:pt x="1691" y="1869"/>
                      <a:pt x="2145" y="1498"/>
                      <a:pt x="2145" y="924"/>
                    </a:cubicBezTo>
                    <a:cubicBezTo>
                      <a:pt x="2145" y="407"/>
                      <a:pt x="1738" y="0"/>
                      <a:pt x="122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15977;p52"/>
              <p:cNvSpPr/>
              <p:nvPr/>
            </p:nvSpPr>
            <p:spPr>
              <a:xfrm>
                <a:off x="4900675" y="2534413"/>
                <a:ext cx="53650" cy="45875"/>
              </a:xfrm>
              <a:custGeom>
                <a:avLst/>
                <a:gdLst/>
                <a:ahLst/>
                <a:cxnLst/>
                <a:rect l="l" t="t" r="r" b="b"/>
                <a:pathLst>
                  <a:path w="2146" h="1835" extrusionOk="0">
                    <a:moveTo>
                      <a:pt x="1221" y="1"/>
                    </a:moveTo>
                    <a:cubicBezTo>
                      <a:pt x="407" y="1"/>
                      <a:pt x="1" y="962"/>
                      <a:pt x="555" y="1554"/>
                    </a:cubicBezTo>
                    <a:cubicBezTo>
                      <a:pt x="749" y="1748"/>
                      <a:pt x="987" y="1834"/>
                      <a:pt x="1220" y="1834"/>
                    </a:cubicBezTo>
                    <a:cubicBezTo>
                      <a:pt x="1695" y="1834"/>
                      <a:pt x="2145" y="1472"/>
                      <a:pt x="2145" y="925"/>
                    </a:cubicBezTo>
                    <a:cubicBezTo>
                      <a:pt x="2145" y="408"/>
                      <a:pt x="1738" y="1"/>
                      <a:pt x="122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7" name="Google Shape;15978;p52"/>
            <p:cNvGrpSpPr/>
            <p:nvPr/>
          </p:nvGrpSpPr>
          <p:grpSpPr>
            <a:xfrm>
              <a:off x="5039166" y="2788423"/>
              <a:ext cx="151578" cy="151578"/>
              <a:chOff x="4416055" y="2468531"/>
              <a:chExt cx="342240" cy="342240"/>
            </a:xfrm>
          </p:grpSpPr>
          <p:sp>
            <p:nvSpPr>
              <p:cNvPr id="198" name="Google Shape;15979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5980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15981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15982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8" name="Google Shape;15983;p52"/>
            <p:cNvGrpSpPr/>
            <p:nvPr/>
          </p:nvGrpSpPr>
          <p:grpSpPr>
            <a:xfrm>
              <a:off x="5315441" y="2549949"/>
              <a:ext cx="131728" cy="131728"/>
              <a:chOff x="4416055" y="2468531"/>
              <a:chExt cx="342240" cy="342240"/>
            </a:xfrm>
          </p:grpSpPr>
          <p:sp>
            <p:nvSpPr>
              <p:cNvPr id="194" name="Google Shape;15984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5985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5986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5987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5988;p52"/>
            <p:cNvGrpSpPr/>
            <p:nvPr/>
          </p:nvGrpSpPr>
          <p:grpSpPr>
            <a:xfrm>
              <a:off x="5067654" y="2303474"/>
              <a:ext cx="131728" cy="131728"/>
              <a:chOff x="4416055" y="2468531"/>
              <a:chExt cx="342240" cy="342240"/>
            </a:xfrm>
          </p:grpSpPr>
          <p:sp>
            <p:nvSpPr>
              <p:cNvPr id="190" name="Google Shape;15989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5990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5991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5992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6" name="Google Shape;16162;p52"/>
          <p:cNvGrpSpPr/>
          <p:nvPr/>
        </p:nvGrpSpPr>
        <p:grpSpPr>
          <a:xfrm>
            <a:off x="4693835" y="3886163"/>
            <a:ext cx="652575" cy="888350"/>
            <a:chOff x="3405200" y="3480750"/>
            <a:chExt cx="652575" cy="888350"/>
          </a:xfrm>
        </p:grpSpPr>
        <p:grpSp>
          <p:nvGrpSpPr>
            <p:cNvPr id="217" name="Google Shape;16163;p52"/>
            <p:cNvGrpSpPr/>
            <p:nvPr/>
          </p:nvGrpSpPr>
          <p:grpSpPr>
            <a:xfrm>
              <a:off x="3405200" y="3480750"/>
              <a:ext cx="652575" cy="888350"/>
              <a:chOff x="3405200" y="3633150"/>
              <a:chExt cx="652575" cy="888350"/>
            </a:xfrm>
          </p:grpSpPr>
          <p:sp>
            <p:nvSpPr>
              <p:cNvPr id="228" name="Google Shape;16164;p52"/>
              <p:cNvSpPr/>
              <p:nvPr/>
            </p:nvSpPr>
            <p:spPr>
              <a:xfrm>
                <a:off x="3405200" y="3828325"/>
                <a:ext cx="86850" cy="8037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215" extrusionOk="0">
                    <a:moveTo>
                      <a:pt x="2324" y="0"/>
                    </a:moveTo>
                    <a:cubicBezTo>
                      <a:pt x="2095" y="0"/>
                      <a:pt x="1860" y="89"/>
                      <a:pt x="1664" y="294"/>
                    </a:cubicBezTo>
                    <a:lnTo>
                      <a:pt x="75" y="2771"/>
                    </a:lnTo>
                    <a:cubicBezTo>
                      <a:pt x="1" y="2845"/>
                      <a:pt x="1" y="2993"/>
                      <a:pt x="75" y="3067"/>
                    </a:cubicBezTo>
                    <a:cubicBezTo>
                      <a:pt x="124" y="3166"/>
                      <a:pt x="223" y="3215"/>
                      <a:pt x="316" y="3215"/>
                    </a:cubicBezTo>
                    <a:cubicBezTo>
                      <a:pt x="362" y="3215"/>
                      <a:pt x="407" y="3203"/>
                      <a:pt x="444" y="3178"/>
                    </a:cubicBezTo>
                    <a:lnTo>
                      <a:pt x="2921" y="1551"/>
                    </a:lnTo>
                    <a:cubicBezTo>
                      <a:pt x="3032" y="1477"/>
                      <a:pt x="3106" y="1403"/>
                      <a:pt x="3180" y="1292"/>
                    </a:cubicBezTo>
                    <a:cubicBezTo>
                      <a:pt x="3474" y="598"/>
                      <a:pt x="2919" y="0"/>
                      <a:pt x="232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16165;p52"/>
              <p:cNvSpPr/>
              <p:nvPr/>
            </p:nvSpPr>
            <p:spPr>
              <a:xfrm>
                <a:off x="3428325" y="3817175"/>
                <a:ext cx="67475" cy="68425"/>
              </a:xfrm>
              <a:custGeom>
                <a:avLst/>
                <a:gdLst/>
                <a:ahLst/>
                <a:cxnLst/>
                <a:rect l="l" t="t" r="r" b="b"/>
                <a:pathLst>
                  <a:path w="2699" h="2737" extrusionOk="0">
                    <a:moveTo>
                      <a:pt x="0" y="1"/>
                    </a:moveTo>
                    <a:cubicBezTo>
                      <a:pt x="0" y="75"/>
                      <a:pt x="0" y="149"/>
                      <a:pt x="0" y="223"/>
                    </a:cubicBezTo>
                    <a:cubicBezTo>
                      <a:pt x="0" y="407"/>
                      <a:pt x="37" y="592"/>
                      <a:pt x="74" y="777"/>
                    </a:cubicBezTo>
                    <a:cubicBezTo>
                      <a:pt x="185" y="1221"/>
                      <a:pt x="407" y="1627"/>
                      <a:pt x="739" y="1960"/>
                    </a:cubicBezTo>
                    <a:cubicBezTo>
                      <a:pt x="1072" y="2293"/>
                      <a:pt x="1479" y="2552"/>
                      <a:pt x="1923" y="2663"/>
                    </a:cubicBezTo>
                    <a:cubicBezTo>
                      <a:pt x="2107" y="2700"/>
                      <a:pt x="2292" y="2737"/>
                      <a:pt x="2477" y="2737"/>
                    </a:cubicBezTo>
                    <a:lnTo>
                      <a:pt x="2699" y="2737"/>
                    </a:lnTo>
                    <a:cubicBezTo>
                      <a:pt x="2699" y="2663"/>
                      <a:pt x="2699" y="2589"/>
                      <a:pt x="2699" y="2515"/>
                    </a:cubicBezTo>
                    <a:cubicBezTo>
                      <a:pt x="2699" y="2330"/>
                      <a:pt x="2662" y="2145"/>
                      <a:pt x="2625" y="1960"/>
                    </a:cubicBezTo>
                    <a:cubicBezTo>
                      <a:pt x="2514" y="1517"/>
                      <a:pt x="2292" y="1110"/>
                      <a:pt x="1960" y="777"/>
                    </a:cubicBezTo>
                    <a:cubicBezTo>
                      <a:pt x="1627" y="444"/>
                      <a:pt x="1220" y="186"/>
                      <a:pt x="776" y="75"/>
                    </a:cubicBezTo>
                    <a:cubicBezTo>
                      <a:pt x="592" y="38"/>
                      <a:pt x="407" y="1"/>
                      <a:pt x="25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16166;p52"/>
              <p:cNvSpPr/>
              <p:nvPr/>
            </p:nvSpPr>
            <p:spPr>
              <a:xfrm>
                <a:off x="3653825" y="3895975"/>
                <a:ext cx="340175" cy="497975"/>
              </a:xfrm>
              <a:custGeom>
                <a:avLst/>
                <a:gdLst/>
                <a:ahLst/>
                <a:cxnLst/>
                <a:rect l="l" t="t" r="r" b="b"/>
                <a:pathLst>
                  <a:path w="13607" h="19919" extrusionOk="0">
                    <a:moveTo>
                      <a:pt x="6822" y="0"/>
                    </a:moveTo>
                    <a:cubicBezTo>
                      <a:pt x="5047" y="0"/>
                      <a:pt x="3273" y="1119"/>
                      <a:pt x="2959" y="3356"/>
                    </a:cubicBezTo>
                    <a:lnTo>
                      <a:pt x="1" y="19918"/>
                    </a:lnTo>
                    <a:lnTo>
                      <a:pt x="13606" y="19918"/>
                    </a:lnTo>
                    <a:lnTo>
                      <a:pt x="10685" y="3356"/>
                    </a:lnTo>
                    <a:cubicBezTo>
                      <a:pt x="10371" y="1119"/>
                      <a:pt x="8597" y="0"/>
                      <a:pt x="682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16167;p52"/>
              <p:cNvSpPr/>
              <p:nvPr/>
            </p:nvSpPr>
            <p:spPr>
              <a:xfrm>
                <a:off x="3712075" y="3895975"/>
                <a:ext cx="229225" cy="242250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9690" extrusionOk="0">
                    <a:moveTo>
                      <a:pt x="4492" y="0"/>
                    </a:moveTo>
                    <a:cubicBezTo>
                      <a:pt x="2717" y="0"/>
                      <a:pt x="943" y="1119"/>
                      <a:pt x="629" y="3356"/>
                    </a:cubicBezTo>
                    <a:lnTo>
                      <a:pt x="0" y="6868"/>
                    </a:lnTo>
                    <a:lnTo>
                      <a:pt x="296" y="7274"/>
                    </a:lnTo>
                    <a:cubicBezTo>
                      <a:pt x="1445" y="8867"/>
                      <a:pt x="3231" y="9690"/>
                      <a:pt x="5025" y="9690"/>
                    </a:cubicBezTo>
                    <a:cubicBezTo>
                      <a:pt x="6523" y="9690"/>
                      <a:pt x="8025" y="9117"/>
                      <a:pt x="9169" y="7940"/>
                    </a:cubicBezTo>
                    <a:lnTo>
                      <a:pt x="8355" y="3356"/>
                    </a:lnTo>
                    <a:cubicBezTo>
                      <a:pt x="8041" y="1119"/>
                      <a:pt x="6267" y="0"/>
                      <a:pt x="4492" y="0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16168;p52"/>
              <p:cNvSpPr/>
              <p:nvPr/>
            </p:nvSpPr>
            <p:spPr>
              <a:xfrm>
                <a:off x="3500950" y="3672650"/>
                <a:ext cx="475475" cy="443425"/>
              </a:xfrm>
              <a:custGeom>
                <a:avLst/>
                <a:gdLst/>
                <a:ahLst/>
                <a:cxnLst/>
                <a:rect l="l" t="t" r="r" b="b"/>
                <a:pathLst>
                  <a:path w="19019" h="17737" extrusionOk="0">
                    <a:moveTo>
                      <a:pt x="3665" y="1"/>
                    </a:moveTo>
                    <a:cubicBezTo>
                      <a:pt x="1665" y="1"/>
                      <a:pt x="1" y="2321"/>
                      <a:pt x="1347" y="4340"/>
                    </a:cubicBezTo>
                    <a:lnTo>
                      <a:pt x="9480" y="15653"/>
                    </a:lnTo>
                    <a:cubicBezTo>
                      <a:pt x="9776" y="16060"/>
                      <a:pt x="10109" y="16392"/>
                      <a:pt x="10515" y="16725"/>
                    </a:cubicBezTo>
                    <a:cubicBezTo>
                      <a:pt x="11397" y="17409"/>
                      <a:pt x="12441" y="17737"/>
                      <a:pt x="13477" y="17737"/>
                    </a:cubicBezTo>
                    <a:cubicBezTo>
                      <a:pt x="14963" y="17737"/>
                      <a:pt x="16434" y="17064"/>
                      <a:pt x="17392" y="15801"/>
                    </a:cubicBezTo>
                    <a:cubicBezTo>
                      <a:pt x="19019" y="13620"/>
                      <a:pt x="18575" y="10551"/>
                      <a:pt x="16394" y="8924"/>
                    </a:cubicBezTo>
                    <a:lnTo>
                      <a:pt x="5266" y="532"/>
                    </a:lnTo>
                    <a:cubicBezTo>
                      <a:pt x="4741" y="162"/>
                      <a:pt x="4191" y="1"/>
                      <a:pt x="366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16169;p52"/>
              <p:cNvSpPr/>
              <p:nvPr/>
            </p:nvSpPr>
            <p:spPr>
              <a:xfrm>
                <a:off x="3500950" y="3672650"/>
                <a:ext cx="203750" cy="182450"/>
              </a:xfrm>
              <a:custGeom>
                <a:avLst/>
                <a:gdLst/>
                <a:ahLst/>
                <a:cxnLst/>
                <a:rect l="l" t="t" r="r" b="b"/>
                <a:pathLst>
                  <a:path w="8150" h="7298" extrusionOk="0">
                    <a:moveTo>
                      <a:pt x="3665" y="1"/>
                    </a:moveTo>
                    <a:cubicBezTo>
                      <a:pt x="1665" y="1"/>
                      <a:pt x="1" y="2321"/>
                      <a:pt x="1347" y="4340"/>
                    </a:cubicBezTo>
                    <a:lnTo>
                      <a:pt x="3491" y="7298"/>
                    </a:lnTo>
                    <a:lnTo>
                      <a:pt x="6153" y="5634"/>
                    </a:lnTo>
                    <a:cubicBezTo>
                      <a:pt x="6707" y="5301"/>
                      <a:pt x="7151" y="4857"/>
                      <a:pt x="7484" y="4340"/>
                    </a:cubicBezTo>
                    <a:cubicBezTo>
                      <a:pt x="7817" y="3822"/>
                      <a:pt x="8038" y="3305"/>
                      <a:pt x="8149" y="2713"/>
                    </a:cubicBezTo>
                    <a:lnTo>
                      <a:pt x="5266" y="532"/>
                    </a:lnTo>
                    <a:cubicBezTo>
                      <a:pt x="4741" y="162"/>
                      <a:pt x="4191" y="1"/>
                      <a:pt x="3665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16170;p52"/>
              <p:cNvSpPr/>
              <p:nvPr/>
            </p:nvSpPr>
            <p:spPr>
              <a:xfrm>
                <a:off x="3428325" y="3633150"/>
                <a:ext cx="268975" cy="253375"/>
              </a:xfrm>
              <a:custGeom>
                <a:avLst/>
                <a:gdLst/>
                <a:ahLst/>
                <a:cxnLst/>
                <a:rect l="l" t="t" r="r" b="b"/>
                <a:pathLst>
                  <a:path w="10759" h="10135" extrusionOk="0">
                    <a:moveTo>
                      <a:pt x="6740" y="0"/>
                    </a:moveTo>
                    <a:cubicBezTo>
                      <a:pt x="5602" y="0"/>
                      <a:pt x="4489" y="548"/>
                      <a:pt x="3808" y="1557"/>
                    </a:cubicBezTo>
                    <a:lnTo>
                      <a:pt x="0" y="7362"/>
                    </a:lnTo>
                    <a:lnTo>
                      <a:pt x="2699" y="10135"/>
                    </a:lnTo>
                    <a:lnTo>
                      <a:pt x="8577" y="6474"/>
                    </a:lnTo>
                    <a:cubicBezTo>
                      <a:pt x="10722" y="5107"/>
                      <a:pt x="10759" y="2001"/>
                      <a:pt x="8651" y="596"/>
                    </a:cubicBezTo>
                    <a:lnTo>
                      <a:pt x="8651" y="559"/>
                    </a:lnTo>
                    <a:cubicBezTo>
                      <a:pt x="8057" y="181"/>
                      <a:pt x="7395" y="0"/>
                      <a:pt x="67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16171;p52"/>
              <p:cNvSpPr/>
              <p:nvPr/>
            </p:nvSpPr>
            <p:spPr>
              <a:xfrm>
                <a:off x="3653825" y="4370825"/>
                <a:ext cx="340175" cy="23125"/>
              </a:xfrm>
              <a:custGeom>
                <a:avLst/>
                <a:gdLst/>
                <a:ahLst/>
                <a:cxnLst/>
                <a:rect l="l" t="t" r="r" b="b"/>
                <a:pathLst>
                  <a:path w="13607" h="925" extrusionOk="0">
                    <a:moveTo>
                      <a:pt x="186" y="0"/>
                    </a:moveTo>
                    <a:lnTo>
                      <a:pt x="1" y="924"/>
                    </a:lnTo>
                    <a:lnTo>
                      <a:pt x="13606" y="924"/>
                    </a:lnTo>
                    <a:lnTo>
                      <a:pt x="13458" y="0"/>
                    </a:ln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16172;p52"/>
              <p:cNvSpPr/>
              <p:nvPr/>
            </p:nvSpPr>
            <p:spPr>
              <a:xfrm>
                <a:off x="3590050" y="4393925"/>
                <a:ext cx="467725" cy="127575"/>
              </a:xfrm>
              <a:custGeom>
                <a:avLst/>
                <a:gdLst/>
                <a:ahLst/>
                <a:cxnLst/>
                <a:rect l="l" t="t" r="r" b="b"/>
                <a:pathLst>
                  <a:path w="18709" h="5103" extrusionOk="0">
                    <a:moveTo>
                      <a:pt x="2552" y="0"/>
                    </a:moveTo>
                    <a:cubicBezTo>
                      <a:pt x="1147" y="0"/>
                      <a:pt x="1" y="1147"/>
                      <a:pt x="1" y="2551"/>
                    </a:cubicBezTo>
                    <a:lnTo>
                      <a:pt x="1" y="5102"/>
                    </a:lnTo>
                    <a:lnTo>
                      <a:pt x="18708" y="5102"/>
                    </a:lnTo>
                    <a:lnTo>
                      <a:pt x="18708" y="2551"/>
                    </a:lnTo>
                    <a:cubicBezTo>
                      <a:pt x="18708" y="1147"/>
                      <a:pt x="17562" y="0"/>
                      <a:pt x="161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" name="Google Shape;16173;p52"/>
            <p:cNvGrpSpPr/>
            <p:nvPr/>
          </p:nvGrpSpPr>
          <p:grpSpPr>
            <a:xfrm>
              <a:off x="3733867" y="3767947"/>
              <a:ext cx="177452" cy="177452"/>
              <a:chOff x="4416055" y="2468531"/>
              <a:chExt cx="342240" cy="342240"/>
            </a:xfrm>
          </p:grpSpPr>
          <p:sp>
            <p:nvSpPr>
              <p:cNvPr id="224" name="Google Shape;16174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16175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16176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16177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16178;p52"/>
            <p:cNvGrpSpPr/>
            <p:nvPr/>
          </p:nvGrpSpPr>
          <p:grpSpPr>
            <a:xfrm>
              <a:off x="3527785" y="3516297"/>
              <a:ext cx="117286" cy="117286"/>
              <a:chOff x="4416055" y="2468531"/>
              <a:chExt cx="342240" cy="342240"/>
            </a:xfrm>
          </p:grpSpPr>
          <p:sp>
            <p:nvSpPr>
              <p:cNvPr id="220" name="Google Shape;16179;p52"/>
              <p:cNvSpPr/>
              <p:nvPr/>
            </p:nvSpPr>
            <p:spPr>
              <a:xfrm>
                <a:off x="4416055" y="2487138"/>
                <a:ext cx="317320" cy="323633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922" extrusionOk="0">
                    <a:moveTo>
                      <a:pt x="1629" y="1"/>
                    </a:moveTo>
                    <a:cubicBezTo>
                      <a:pt x="562" y="1"/>
                      <a:pt x="1" y="1349"/>
                      <a:pt x="787" y="2135"/>
                    </a:cubicBezTo>
                    <a:cubicBezTo>
                      <a:pt x="1517" y="2921"/>
                      <a:pt x="2865" y="2360"/>
                      <a:pt x="2865" y="1236"/>
                    </a:cubicBezTo>
                    <a:cubicBezTo>
                      <a:pt x="2865" y="562"/>
                      <a:pt x="2303" y="1"/>
                      <a:pt x="1629" y="1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16180;p52"/>
              <p:cNvSpPr/>
              <p:nvPr/>
            </p:nvSpPr>
            <p:spPr>
              <a:xfrm>
                <a:off x="4440975" y="2468531"/>
                <a:ext cx="317320" cy="317320"/>
              </a:xfrm>
              <a:custGeom>
                <a:avLst/>
                <a:gdLst/>
                <a:ahLst/>
                <a:cxnLst/>
                <a:rect l="l" t="t" r="r" b="b"/>
                <a:pathLst>
                  <a:path w="2865" h="2865" extrusionOk="0">
                    <a:moveTo>
                      <a:pt x="1629" y="0"/>
                    </a:moveTo>
                    <a:cubicBezTo>
                      <a:pt x="562" y="0"/>
                      <a:pt x="0" y="1348"/>
                      <a:pt x="787" y="2078"/>
                    </a:cubicBezTo>
                    <a:cubicBezTo>
                      <a:pt x="1573" y="2865"/>
                      <a:pt x="2865" y="2303"/>
                      <a:pt x="2865" y="1236"/>
                    </a:cubicBezTo>
                    <a:cubicBezTo>
                      <a:pt x="2865" y="562"/>
                      <a:pt x="2303" y="0"/>
                      <a:pt x="1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16181;p52"/>
              <p:cNvSpPr/>
              <p:nvPr/>
            </p:nvSpPr>
            <p:spPr>
              <a:xfrm>
                <a:off x="4447178" y="2493340"/>
                <a:ext cx="292511" cy="255185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2304" extrusionOk="0">
                    <a:moveTo>
                      <a:pt x="618" y="282"/>
                    </a:moveTo>
                    <a:cubicBezTo>
                      <a:pt x="0" y="1068"/>
                      <a:pt x="562" y="2248"/>
                      <a:pt x="1573" y="2248"/>
                    </a:cubicBezTo>
                    <a:cubicBezTo>
                      <a:pt x="2135" y="2304"/>
                      <a:pt x="2640" y="1798"/>
                      <a:pt x="2528" y="1237"/>
                    </a:cubicBezTo>
                    <a:cubicBezTo>
                      <a:pt x="2528" y="563"/>
                      <a:pt x="2022" y="1"/>
                      <a:pt x="1348" y="1"/>
                    </a:cubicBezTo>
                    <a:cubicBezTo>
                      <a:pt x="1068" y="1"/>
                      <a:pt x="787" y="113"/>
                      <a:pt x="562" y="282"/>
                    </a:cubicBezTo>
                    <a:close/>
                  </a:path>
                </a:pathLst>
              </a:custGeom>
              <a:solidFill>
                <a:srgbClr val="191919">
                  <a:alpha val="264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16182;p52"/>
              <p:cNvSpPr/>
              <p:nvPr/>
            </p:nvSpPr>
            <p:spPr>
              <a:xfrm>
                <a:off x="4503109" y="2493340"/>
                <a:ext cx="230265" cy="230376"/>
              </a:xfrm>
              <a:custGeom>
                <a:avLst/>
                <a:gdLst/>
                <a:ahLst/>
                <a:cxnLst/>
                <a:rect l="l" t="t" r="r" b="b"/>
                <a:pathLst>
                  <a:path w="2079" h="2080" extrusionOk="0">
                    <a:moveTo>
                      <a:pt x="1910" y="1854"/>
                    </a:moveTo>
                    <a:cubicBezTo>
                      <a:pt x="2023" y="1686"/>
                      <a:pt x="2079" y="1461"/>
                      <a:pt x="2079" y="1237"/>
                    </a:cubicBezTo>
                    <a:cubicBezTo>
                      <a:pt x="2079" y="563"/>
                      <a:pt x="1517" y="1"/>
                      <a:pt x="843" y="1"/>
                    </a:cubicBezTo>
                    <a:cubicBezTo>
                      <a:pt x="619" y="1"/>
                      <a:pt x="338" y="57"/>
                      <a:pt x="169" y="226"/>
                    </a:cubicBezTo>
                    <a:cubicBezTo>
                      <a:pt x="57" y="394"/>
                      <a:pt x="1" y="619"/>
                      <a:pt x="1" y="843"/>
                    </a:cubicBezTo>
                    <a:cubicBezTo>
                      <a:pt x="1" y="1517"/>
                      <a:pt x="563" y="2079"/>
                      <a:pt x="1236" y="2079"/>
                    </a:cubicBezTo>
                    <a:cubicBezTo>
                      <a:pt x="1461" y="2079"/>
                      <a:pt x="1686" y="1967"/>
                      <a:pt x="1910" y="1854"/>
                    </a:cubicBezTo>
                    <a:close/>
                  </a:path>
                </a:pathLst>
              </a:custGeom>
              <a:solidFill>
                <a:srgbClr val="EFF0F1">
                  <a:alpha val="2138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0274506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B3F37C0B-B38B-D80E-FDEC-AA976D6A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037F6486-53F4-E210-FDCC-90B63B7D610B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4FD6DF61-70D6-FD39-8216-B434ECEB5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gsw-FR" dirty="0"/>
              <a:t>Pick-and-Sort Demo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7802BB11-32CA-BDCE-4977-96D694DA09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06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F7E4BA7C-16CD-AD79-010A-1D522689A62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55D80DD4-8BD9-ECC5-527B-AC58F22A765B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889DD988-09CC-EB4E-5ED3-C7A0FBC1B133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72F2A12C-7A1D-9C95-194F-994524CB7692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98483AB0-FAED-473B-7B9C-7310FC977A83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9C59409F-8A4E-E368-7BA6-29AF681218C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9604AF1-BA50-B618-2D25-4CE2C1CEEF03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0986E1AE-CBB5-5329-1457-639614E4799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022FEDA0-E932-B1BF-E139-B2F64CA9F793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01A0C1E-C18D-4D69-F003-B18999DAA2AA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BCBE03BF-B26E-84FE-EF61-FA0C2263D1F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5EBFF1C1-3AD0-6797-9456-A9B35823E759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6DD76C79-F6D2-F177-2B07-CF59124F84B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B2ACE85B-DF1A-0C2A-C772-7B3A9FB76030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03B67BB4-7FC1-4946-13CF-3E215D005619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7C0A269B-4891-76F4-2040-3F86030D664A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F851B57E-E0EA-500B-8346-B330FACB0043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33BA6F6B-9668-A825-977E-7B171AF9A24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90B8CA80-5E62-4B5F-9E15-0297EBD56093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46D07CF3-2AF3-003A-15C7-AA99A0216BD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E9F4DEA4-F343-57BA-2C62-E9ECB6716832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7E59282A-4130-211F-9AB0-C609B67F4D6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F473C7D0-6D61-8578-A9F4-617C9229A40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754DCECB-8A9D-AF31-0409-58E9F65A878F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B6BFDF60-74EF-AEA7-8E5B-27AD340E751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51BDB5B7-9595-8029-098C-F8432D9935C5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8DE4F3E1-390C-BEC3-2765-D6DFEB7A3C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975BCE4C-D871-3828-F9A1-82CE2E0304D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C11CD86D-6CA1-270A-A693-0A7CF0F51BB0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07991EE5-9BD8-6AA3-5FA1-DEDCBAD5DC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361468D9-EA88-6B82-72EB-E6C3DCA18B13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81676CB-E260-21B1-7B5C-AEDC58A8E30C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626524C-BF95-1787-07EE-2E90F81A775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C3D6042F-29F0-DD5C-B4C9-FC5BB3CFCC5B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3B89A10E-3284-6BC1-1EA4-87F13CD148D6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13D0154A-6D98-0AEE-2638-6EAA503FE9A2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25169F19-26AA-74D1-7D76-2B5118D360EE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B9ABA8A9-5CE8-D03F-D62E-DEA4691C30A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744F3832-70AF-7759-68FD-D6ED7EA49E4E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5B323FBD-4F3E-0512-B1CE-3543FD25D8D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FA5B1D23-8AC5-1A7E-7810-9E9481873A07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111C4B31-E646-C52A-25F5-8472F22FF4B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3F403B6-1EE6-5E80-F37A-54533AB0F34E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79A8696B-C63C-0EBE-A6FB-C34BF7137082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1C9D164-5DED-9209-1A9A-52E40959453E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9CECA775-51DA-113C-2D87-62664D19EE20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A05BAF2-3D9E-9A6A-6354-5571F11B655C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DD208326-612F-9876-B647-661710DD36D7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807E6DB5-B496-02BC-DE65-ADFAEC537075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A70322DC-C589-9723-8CEC-1219CE7113DD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E3A5FB5E-972A-B918-A148-FBE433A9EF92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F3650CCD-E98D-7F45-7586-4F6B0CF43928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9B0413A5-CEBB-4C58-098F-E44DD3DC904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F83F5716-E07A-28F1-54B1-7A3D0046F006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44E6FF2-1798-7EC6-9ACE-548506EEF7E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B3D31CD1-1F18-9B2E-9BF0-114AEBA4CFA1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51236955-0109-7C5D-CD42-15F5A73174D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1F5BF66D-2474-05F6-0209-A1E094D89452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7F6AAD9B-5D85-0D46-1582-15F578DFB2E0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AD619BCD-FA55-F439-CE2F-DD32581C9AEC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E39D404F-7399-BA81-109C-319487879C9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02A65886-CC73-C93C-5901-EE02C4BCEF6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DA65458C-721E-555C-AADA-3D83F57D1B72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7762085F-F13D-3524-BF68-029E77145F85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7BEA88A0-0E8E-37FD-3C7D-837911B1DA1A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B1710A1B-40F2-BD8A-79BC-888AD7D22BCE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4A325FD2-8D4B-7905-33A7-693C79F9FDD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E3591664-EBAE-E6B8-4633-1B5B7F1C4FD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2D652CFC-12A4-6C93-F8A1-9D41A72BF04B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B3119A30-5908-3D00-642D-43BAD41C90F9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027D8A8-B915-9F29-D90D-4E9F0514BE95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ABB020FA-1DEB-3D8C-4170-2B5B0DF01876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467B8949-19B4-7B16-2525-9FD9D0F39C7A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8F4211BD-32ED-4E6F-96BC-F30E4D9F8B97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C6F48E72-A862-A335-04E9-BE3EAF851BDA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98A8097B-A456-AC41-4B34-0F7D26ABE3B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1A1AF5-18F1-F6D4-3ACF-26F7146D84F2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22B44887-D292-F7C4-219C-602CAB21F1A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8E57599D-DE6D-8088-F3CF-2F83454E0754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F111C00A-420F-1B15-81A2-CE0C675CDEC6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98C8FCE9-180C-F890-C192-2525D2F2E91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28CA9B19-E91B-E075-08DB-D5D37251DB53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991D77DB-6BBE-DC3B-7AB8-C2E2F23B7253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E2D8095-592F-8EF6-D316-21541DA1C470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113DCD85-599A-98E4-8781-D9E8891AE2D7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082673FD-6AF9-88E9-BE99-6974D42A932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823180B-1AE7-D301-251C-D296D63188DD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A80E408B-DB9F-7AB7-60F0-C01E73CA3D81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B2C8DBF3-5E73-C2C8-07E9-E6FEA354BD7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A5B9F4BB-5DAF-98D5-CADC-72F3B61E9399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C0BB7D7E-ADC3-9629-1E39-23CB0E6C9BE6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041D22A-DF75-1D6F-469A-09B7E488F33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D7988D00-7CE5-CF37-85BE-E0C1D68486D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66E5F44A-1EA9-D451-C7B4-317F0A36758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2722F40D-6A98-6996-AD81-7176142B6E63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B2115463-D083-28F9-FDEE-9D7F75598AA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64E7AA8A-35A0-B103-899F-75493A9FCDE4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4754F205-F12B-97CA-2856-743741B5AA46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A4A5E727-1ADF-1340-6D86-36C927ECB45C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CF295C4D-203A-0672-E8AA-03717F59423A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239E236-26D5-53EB-A904-77F3967B4AC8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941372EC-94AF-6511-AB8C-3460A09A28B6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41DFA0F1-80A4-9177-8777-31338251B8D4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250CA829-5EDA-3A17-C277-FF043BBD5DF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B31DF583-21A8-EBC9-43AF-1BFCBB8EAA0A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C7649D0-8459-5591-C7A0-CFC33ECBE93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1A05B4EC-D856-5CF8-BAEB-086FFB8303A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97742C27-54F1-8E7E-4F46-C1D095BA4BE9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73030D24-BF94-AB9E-5C2C-2FD7C64E2A8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2E7F426-6349-8032-BF37-BB07A1D144EE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27BB46C1-A944-FB01-759F-E11D197DC9E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3BC4E71-676B-49A3-E69F-05ECFAA5831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4ADF6730-C84C-1AF5-8773-723C6A79CDE3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443B5F4E-CE6B-A17A-2129-444629199D12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63BC1F4-D881-E83D-7064-D7D98DBC02E9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A9CA4E0D-AD0A-464E-65CC-5917F8218AFD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D2092ABF-321A-088B-0546-70E2EACDA2C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26A28D1-E825-9B7D-11A3-31B34FF16FA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EDD92624-14EA-D93D-5D7A-A6D602E75826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C6A96D35-880B-8DF8-45BF-E62976D66EF6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0CA1BC6A-1A3E-E07B-4C26-C6ED99E3E9F6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78980000-8531-CCE8-F2BD-B788B76377F4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8026B58-818E-EA57-85CE-AE8427A6F04C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5B514502-9717-41D1-5ED9-70613487D66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5AD7CDB0-D07D-FBA7-46FF-CC5B4A8CA74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E853AB51-A8ED-11C0-CF48-59A88B839C67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E7FC8666-CB8C-698A-7695-30DAE1E411D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BF983BF0-2BC1-1BF1-CC30-824B67E773CB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AB2B7AC6-659C-2AC4-C380-8604E8CF55AB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8AB98458-13BA-8151-D5DD-42EDE5977190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7EC92FAD-844F-693B-2F83-F36278779DEF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44FECC24-92C7-AF81-5D32-253007082840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A22432FD-D420-994F-B81D-80EB7E5EF0E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DF9D0857-99BD-F41C-9D7D-3E4C5A0371EC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F77DB6D-4A20-C042-7F51-0A2460F7898F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66E2C035-4AFE-65ED-66CF-9AF0125C24EC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0C15EB27-D3B4-C235-A5C9-0DA0CE434A8E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F2ECE2C8-7773-638D-E3F4-141E0E91C53E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BD803DDA-157C-41D2-E738-179288C439E1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9C30B80C-EA7F-41C2-68FE-73BCF3B0EADE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69458A7E-918B-A13B-7987-A8643D423EE9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80EE5749-1001-4914-C08B-24420E26174C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BE3B5147-F3A0-2B4A-E7B4-A2AC08E70FA3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CE8D9B35-C6E9-02F3-BA8D-3320A5964EB8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8B913E70-F13B-BE55-0972-0A461B17DB28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C8D8541E-5F8A-15B7-9884-0CB2A8C75638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CDFC21E3-B309-BFFA-BD53-84B4CFFE7FA7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89B61DDD-A437-5F9B-3318-CACA03FDE7B4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9AEEC8BA-F696-94E6-B773-E2556325AA29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967DF0A6-1AF0-F973-AD34-7A5188A408BB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559B90DD-734A-88E9-FB69-B1E3EB6D5E1F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94625F1-5982-89DF-2215-2E95D17FCEA2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66559E09-5480-8629-CC2D-2F836A8EFCFC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1E430D84-6BB5-FA92-F262-6829AC9DC18A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B50C5FC2-F73D-25AA-82D0-0BB98E72FE63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7C9D83B0-DFC0-F257-929B-377E2376D61A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2682FBAE-8EF8-3ED3-2F30-9D847484FB4B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3BFC89DB-BD8D-E0D9-8A7C-7B48B51FA87C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2F8742AE-1668-50E7-09BC-3335FF4B2859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C22022E1-DC7B-22E9-7360-EF460B7BB41E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5DE13DF3-30AC-A90A-5E1A-ADFA281C857F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C0E0D05-78EC-9B2B-AD25-9E663F72F401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4B8E0F60-5BF2-60B1-7B67-85C791CB5B5D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575EF00-3D07-F543-D29D-EFB8D37100C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46778843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>
          <a:extLst>
            <a:ext uri="{FF2B5EF4-FFF2-40B4-BE49-F238E27FC236}">
              <a16:creationId xmlns:a16="http://schemas.microsoft.com/office/drawing/2014/main" xmlns="" id="{14585057-F072-E59B-F230-262919F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39">
            <a:extLst>
              <a:ext uri="{FF2B5EF4-FFF2-40B4-BE49-F238E27FC236}">
                <a16:creationId xmlns:a16="http://schemas.microsoft.com/office/drawing/2014/main" xmlns="" id="{970D5F56-63F3-845B-83B5-7CF2C4030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6453" y="7752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gsw-FR" dirty="0"/>
              <a:t>Laboratory Implementation</a:t>
            </a:r>
            <a:br>
              <a:rPr lang="gsw-FR" dirty="0"/>
            </a:br>
            <a:endParaRPr dirty="0"/>
          </a:p>
        </p:txBody>
      </p:sp>
      <p:sp>
        <p:nvSpPr>
          <p:cNvPr id="13818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31737" y="2012607"/>
            <a:ext cx="2570242" cy="1588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dirty="0"/>
              <a:t>Conveyor transports </a:t>
            </a:r>
            <a:r>
              <a:rPr lang="en-US" dirty="0" smtClean="0"/>
              <a:t>object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Sensor </a:t>
            </a:r>
            <a:r>
              <a:rPr lang="en-US" dirty="0"/>
              <a:t>detects </a:t>
            </a:r>
            <a:r>
              <a:rPr lang="en-US" dirty="0" smtClean="0"/>
              <a:t>presence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Conveyor </a:t>
            </a:r>
            <a:r>
              <a:rPr lang="en-US" dirty="0"/>
              <a:t>stops </a:t>
            </a:r>
            <a:endParaRPr lang="en-US" dirty="0" smtClean="0"/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Robot </a:t>
            </a:r>
            <a:r>
              <a:rPr lang="en-US" dirty="0"/>
              <a:t>picks object </a:t>
            </a:r>
            <a:endParaRPr lang="en-US" dirty="0" smtClean="0"/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Places </a:t>
            </a:r>
            <a:r>
              <a:rPr lang="en-US" dirty="0"/>
              <a:t>in target </a:t>
            </a:r>
            <a:r>
              <a:rPr lang="en-US" dirty="0" smtClean="0"/>
              <a:t>bucket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dirty="0" smtClean="0"/>
              <a:t>Returns </a:t>
            </a:r>
            <a:r>
              <a:rPr lang="en-US" dirty="0"/>
              <a:t>to home position</a:t>
            </a:r>
            <a:endParaRPr dirty="0"/>
          </a:p>
        </p:txBody>
      </p:sp>
      <p:grpSp>
        <p:nvGrpSpPr>
          <p:cNvPr id="13829" name="Google Shape;13829;p39">
            <a:extLst>
              <a:ext uri="{FF2B5EF4-FFF2-40B4-BE49-F238E27FC236}">
                <a16:creationId xmlns:a16="http://schemas.microsoft.com/office/drawing/2014/main" xmlns="" id="{45E650B7-0979-7ADD-010C-EE6287C314B7}"/>
              </a:ext>
            </a:extLst>
          </p:cNvPr>
          <p:cNvGrpSpPr/>
          <p:nvPr/>
        </p:nvGrpSpPr>
        <p:grpSpPr>
          <a:xfrm>
            <a:off x="5105110" y="4511988"/>
            <a:ext cx="300558" cy="283271"/>
            <a:chOff x="5105110" y="4511988"/>
            <a:chExt cx="300558" cy="283271"/>
          </a:xfrm>
        </p:grpSpPr>
        <p:sp>
          <p:nvSpPr>
            <p:cNvPr id="13830" name="Google Shape;13830;p39">
              <a:extLst>
                <a:ext uri="{FF2B5EF4-FFF2-40B4-BE49-F238E27FC236}">
                  <a16:creationId xmlns:a16="http://schemas.microsoft.com/office/drawing/2014/main" xmlns="" id="{2D71DE78-A977-86A5-42CB-E38453C5F87B}"/>
                </a:ext>
              </a:extLst>
            </p:cNvPr>
            <p:cNvSpPr/>
            <p:nvPr/>
          </p:nvSpPr>
          <p:spPr>
            <a:xfrm>
              <a:off x="5105110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1" name="Google Shape;13831;p39">
              <a:extLst>
                <a:ext uri="{FF2B5EF4-FFF2-40B4-BE49-F238E27FC236}">
                  <a16:creationId xmlns:a16="http://schemas.microsoft.com/office/drawing/2014/main" xmlns="" id="{7B9377F5-0CCE-B9AE-3A09-08637BA83283}"/>
                </a:ext>
              </a:extLst>
            </p:cNvPr>
            <p:cNvSpPr/>
            <p:nvPr/>
          </p:nvSpPr>
          <p:spPr>
            <a:xfrm>
              <a:off x="5162835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2" name="Google Shape;13832;p39">
              <a:extLst>
                <a:ext uri="{FF2B5EF4-FFF2-40B4-BE49-F238E27FC236}">
                  <a16:creationId xmlns:a16="http://schemas.microsoft.com/office/drawing/2014/main" xmlns="" id="{50E25140-E35C-62EB-209A-C45CCC6FA63B}"/>
                </a:ext>
              </a:extLst>
            </p:cNvPr>
            <p:cNvSpPr/>
            <p:nvPr/>
          </p:nvSpPr>
          <p:spPr>
            <a:xfrm>
              <a:off x="5168700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3" name="Google Shape;13833;p39">
              <a:extLst>
                <a:ext uri="{FF2B5EF4-FFF2-40B4-BE49-F238E27FC236}">
                  <a16:creationId xmlns:a16="http://schemas.microsoft.com/office/drawing/2014/main" xmlns="" id="{E6457D0F-14F2-9DAA-AE1D-F22C7C7A78C9}"/>
                </a:ext>
              </a:extLst>
            </p:cNvPr>
            <p:cNvSpPr/>
            <p:nvPr/>
          </p:nvSpPr>
          <p:spPr>
            <a:xfrm>
              <a:off x="5197511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4" name="Google Shape;13834;p39">
            <a:extLst>
              <a:ext uri="{FF2B5EF4-FFF2-40B4-BE49-F238E27FC236}">
                <a16:creationId xmlns:a16="http://schemas.microsoft.com/office/drawing/2014/main" xmlns="" id="{E1243C4A-C410-54C3-BE70-0C966C47354B}"/>
              </a:ext>
            </a:extLst>
          </p:cNvPr>
          <p:cNvGrpSpPr/>
          <p:nvPr/>
        </p:nvGrpSpPr>
        <p:grpSpPr>
          <a:xfrm>
            <a:off x="5636774" y="4475313"/>
            <a:ext cx="156092" cy="306422"/>
            <a:chOff x="474406" y="2974600"/>
            <a:chExt cx="106759" cy="209577"/>
          </a:xfrm>
        </p:grpSpPr>
        <p:sp>
          <p:nvSpPr>
            <p:cNvPr id="13835" name="Google Shape;13835;p39">
              <a:extLst>
                <a:ext uri="{FF2B5EF4-FFF2-40B4-BE49-F238E27FC236}">
                  <a16:creationId xmlns:a16="http://schemas.microsoft.com/office/drawing/2014/main" xmlns="" id="{9FFEEE83-F05B-1A9F-F14D-AF863766F113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6" name="Google Shape;13836;p39">
              <a:extLst>
                <a:ext uri="{FF2B5EF4-FFF2-40B4-BE49-F238E27FC236}">
                  <a16:creationId xmlns:a16="http://schemas.microsoft.com/office/drawing/2014/main" xmlns="" id="{4E4B0FEC-A37A-A12D-B0B0-2F631D12F13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7" name="Google Shape;13837;p39">
              <a:extLst>
                <a:ext uri="{FF2B5EF4-FFF2-40B4-BE49-F238E27FC236}">
                  <a16:creationId xmlns:a16="http://schemas.microsoft.com/office/drawing/2014/main" xmlns="" id="{E817C8FC-B2AE-C501-EB01-E871C6EC7C8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8" name="Google Shape;13838;p39">
              <a:extLst>
                <a:ext uri="{FF2B5EF4-FFF2-40B4-BE49-F238E27FC236}">
                  <a16:creationId xmlns:a16="http://schemas.microsoft.com/office/drawing/2014/main" xmlns="" id="{3F9F7A2E-5603-30BC-D8AA-74BE972527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39" name="Google Shape;13839;p39">
            <a:extLst>
              <a:ext uri="{FF2B5EF4-FFF2-40B4-BE49-F238E27FC236}">
                <a16:creationId xmlns:a16="http://schemas.microsoft.com/office/drawing/2014/main" xmlns="" id="{BF78D7D6-AF50-CAD7-7630-6616B4A150BE}"/>
              </a:ext>
            </a:extLst>
          </p:cNvPr>
          <p:cNvGrpSpPr/>
          <p:nvPr/>
        </p:nvGrpSpPr>
        <p:grpSpPr>
          <a:xfrm flipH="1">
            <a:off x="901650" y="4410538"/>
            <a:ext cx="230087" cy="393387"/>
            <a:chOff x="1267792" y="5309150"/>
            <a:chExt cx="230087" cy="393387"/>
          </a:xfrm>
        </p:grpSpPr>
        <p:sp>
          <p:nvSpPr>
            <p:cNvPr id="13840" name="Google Shape;13840;p39">
              <a:extLst>
                <a:ext uri="{FF2B5EF4-FFF2-40B4-BE49-F238E27FC236}">
                  <a16:creationId xmlns:a16="http://schemas.microsoft.com/office/drawing/2014/main" xmlns="" id="{867BEE1D-AD73-4484-FDF2-74354E3D853E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1" name="Google Shape;13841;p39">
              <a:extLst>
                <a:ext uri="{FF2B5EF4-FFF2-40B4-BE49-F238E27FC236}">
                  <a16:creationId xmlns:a16="http://schemas.microsoft.com/office/drawing/2014/main" xmlns="" id="{283B31F6-7B74-E081-AD9F-31FA45F3AD17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2" name="Google Shape;13842;p39">
              <a:extLst>
                <a:ext uri="{FF2B5EF4-FFF2-40B4-BE49-F238E27FC236}">
                  <a16:creationId xmlns:a16="http://schemas.microsoft.com/office/drawing/2014/main" xmlns="" id="{EAC15404-CCE1-6E2E-3EB3-C1D875C71DA5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" name="Rectangle 3"/>
          <p:cNvSpPr/>
          <p:nvPr/>
        </p:nvSpPr>
        <p:spPr>
          <a:xfrm>
            <a:off x="1087213" y="1660720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gsw-FR" b="1" dirty="0">
                <a:solidFill>
                  <a:schemeClr val="bg1"/>
                </a:solidFill>
              </a:rPr>
              <a:t>Process Steps:</a:t>
            </a:r>
            <a:endParaRPr lang="gsw-FR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87213" y="3347342"/>
            <a:ext cx="34596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Result:</a:t>
            </a:r>
            <a:r>
              <a:rPr lang="en-US" dirty="0">
                <a:solidFill>
                  <a:schemeClr val="bg1"/>
                </a:solidFill>
              </a:rPr>
              <a:t> </a:t>
            </a:r>
            <a:endParaRPr lang="en-US" dirty="0" smtClean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Successfully </a:t>
            </a:r>
            <a:r>
              <a:rPr lang="en-US" dirty="0">
                <a:solidFill>
                  <a:schemeClr val="bg1"/>
                </a:solidFill>
              </a:rPr>
              <a:t>validated in lab environment</a:t>
            </a:r>
          </a:p>
        </p:txBody>
      </p:sp>
      <p:grpSp>
        <p:nvGrpSpPr>
          <p:cNvPr id="62" name="Google Shape;13097;p31"/>
          <p:cNvGrpSpPr/>
          <p:nvPr/>
        </p:nvGrpSpPr>
        <p:grpSpPr>
          <a:xfrm>
            <a:off x="5527000" y="1406960"/>
            <a:ext cx="3431442" cy="3403078"/>
            <a:chOff x="9304175" y="2551300"/>
            <a:chExt cx="1871321" cy="2251926"/>
          </a:xfrm>
        </p:grpSpPr>
        <p:sp>
          <p:nvSpPr>
            <p:cNvPr id="63" name="Google Shape;13098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3099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3100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3101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3102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3103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3104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3105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3106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3107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3108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3109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3110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3111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3112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3113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3114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rgbClr val="2E66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3115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3116;p31"/>
            <p:cNvSpPr/>
            <p:nvPr/>
          </p:nvSpPr>
          <p:spPr>
            <a:xfrm flipH="1">
              <a:off x="9586620" y="2665084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3117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3118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3119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3120;p31"/>
            <p:cNvSpPr/>
            <p:nvPr/>
          </p:nvSpPr>
          <p:spPr>
            <a:xfrm flipH="1">
              <a:off x="10226102" y="3186854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3121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3122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3123;p31"/>
            <p:cNvSpPr/>
            <p:nvPr/>
          </p:nvSpPr>
          <p:spPr>
            <a:xfrm flipH="1">
              <a:off x="10347713" y="3308461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3124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3125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3126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13127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13128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13129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13130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13131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13132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13133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13134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3135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3136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3137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3138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3139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3140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3141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3142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3143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3144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3145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3146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3147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3148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3149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3150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3151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3152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3153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3154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3155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3156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3157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3158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3159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3160;p31"/>
            <p:cNvSpPr/>
            <p:nvPr/>
          </p:nvSpPr>
          <p:spPr>
            <a:xfrm flipH="1">
              <a:off x="9304175" y="2551300"/>
              <a:ext cx="125590" cy="415957"/>
            </a:xfrm>
            <a:custGeom>
              <a:avLst/>
              <a:gdLst/>
              <a:ahLst/>
              <a:cxnLst/>
              <a:rect l="l" t="t" r="r" b="b"/>
              <a:pathLst>
                <a:path w="1798" h="5955" extrusionOk="0">
                  <a:moveTo>
                    <a:pt x="1797" y="1"/>
                  </a:moveTo>
                  <a:lnTo>
                    <a:pt x="1797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3161;p31"/>
            <p:cNvSpPr/>
            <p:nvPr/>
          </p:nvSpPr>
          <p:spPr>
            <a:xfrm flipH="1">
              <a:off x="9304176" y="2551300"/>
              <a:ext cx="43237" cy="415957"/>
            </a:xfrm>
            <a:custGeom>
              <a:avLst/>
              <a:gdLst/>
              <a:ahLst/>
              <a:cxnLst/>
              <a:rect l="l" t="t" r="r" b="b"/>
              <a:pathLst>
                <a:path w="619" h="5955" extrusionOk="0">
                  <a:moveTo>
                    <a:pt x="618" y="1"/>
                  </a:moveTo>
                  <a:lnTo>
                    <a:pt x="618" y="5954"/>
                  </a:lnTo>
                  <a:lnTo>
                    <a:pt x="1" y="59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3162;p31"/>
            <p:cNvSpPr/>
            <p:nvPr/>
          </p:nvSpPr>
          <p:spPr>
            <a:xfrm flipH="1">
              <a:off x="9378705" y="2551300"/>
              <a:ext cx="27521" cy="415957"/>
            </a:xfrm>
            <a:custGeom>
              <a:avLst/>
              <a:gdLst/>
              <a:ahLst/>
              <a:cxnLst/>
              <a:rect l="l" t="t" r="r" b="b"/>
              <a:pathLst>
                <a:path w="394" h="5955" extrusionOk="0">
                  <a:moveTo>
                    <a:pt x="393" y="1"/>
                  </a:moveTo>
                  <a:lnTo>
                    <a:pt x="39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3163;p31"/>
            <p:cNvSpPr/>
            <p:nvPr/>
          </p:nvSpPr>
          <p:spPr>
            <a:xfrm flipH="1">
              <a:off x="9304175" y="2967180"/>
              <a:ext cx="125590" cy="215837"/>
            </a:xfrm>
            <a:custGeom>
              <a:avLst/>
              <a:gdLst/>
              <a:ahLst/>
              <a:cxnLst/>
              <a:rect l="l" t="t" r="r" b="b"/>
              <a:pathLst>
                <a:path w="1798" h="3090" extrusionOk="0">
                  <a:moveTo>
                    <a:pt x="899" y="3089"/>
                  </a:moveTo>
                  <a:lnTo>
                    <a:pt x="1348" y="1573"/>
                  </a:lnTo>
                  <a:lnTo>
                    <a:pt x="1797" y="0"/>
                  </a:lnTo>
                  <a:lnTo>
                    <a:pt x="899" y="0"/>
                  </a:lnTo>
                  <a:lnTo>
                    <a:pt x="0" y="0"/>
                  </a:lnTo>
                  <a:lnTo>
                    <a:pt x="450" y="157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3164;p31"/>
            <p:cNvSpPr/>
            <p:nvPr/>
          </p:nvSpPr>
          <p:spPr>
            <a:xfrm flipH="1">
              <a:off x="9429693" y="2676818"/>
              <a:ext cx="125660" cy="153111"/>
            </a:xfrm>
            <a:custGeom>
              <a:avLst/>
              <a:gdLst/>
              <a:ahLst/>
              <a:cxnLst/>
              <a:rect l="l" t="t" r="r" b="b"/>
              <a:pathLst>
                <a:path w="1799" h="2192" extrusionOk="0">
                  <a:moveTo>
                    <a:pt x="1798" y="1"/>
                  </a:moveTo>
                  <a:lnTo>
                    <a:pt x="1798" y="2191"/>
                  </a:lnTo>
                  <a:lnTo>
                    <a:pt x="1" y="219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165;p31"/>
            <p:cNvSpPr/>
            <p:nvPr/>
          </p:nvSpPr>
          <p:spPr>
            <a:xfrm flipH="1">
              <a:off x="9716065" y="3143688"/>
              <a:ext cx="588556" cy="521849"/>
            </a:xfrm>
            <a:custGeom>
              <a:avLst/>
              <a:gdLst/>
              <a:ahLst/>
              <a:cxnLst/>
              <a:rect l="l" t="t" r="r" b="b"/>
              <a:pathLst>
                <a:path w="8426" h="7471" extrusionOk="0">
                  <a:moveTo>
                    <a:pt x="1" y="6740"/>
                  </a:moveTo>
                  <a:lnTo>
                    <a:pt x="7807" y="0"/>
                  </a:lnTo>
                  <a:lnTo>
                    <a:pt x="8425" y="731"/>
                  </a:lnTo>
                  <a:lnTo>
                    <a:pt x="562" y="747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66;p31"/>
            <p:cNvSpPr/>
            <p:nvPr/>
          </p:nvSpPr>
          <p:spPr>
            <a:xfrm flipH="1">
              <a:off x="9716075" y="3143688"/>
              <a:ext cx="55042" cy="58884"/>
            </a:xfrm>
            <a:custGeom>
              <a:avLst/>
              <a:gdLst/>
              <a:ahLst/>
              <a:cxnLst/>
              <a:rect l="l" t="t" r="r" b="b"/>
              <a:pathLst>
                <a:path w="788" h="843" extrusionOk="0">
                  <a:moveTo>
                    <a:pt x="1" y="169"/>
                  </a:moveTo>
                  <a:lnTo>
                    <a:pt x="169" y="0"/>
                  </a:lnTo>
                  <a:lnTo>
                    <a:pt x="787" y="731"/>
                  </a:lnTo>
                  <a:lnTo>
                    <a:pt x="619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167;p31"/>
            <p:cNvSpPr/>
            <p:nvPr/>
          </p:nvSpPr>
          <p:spPr>
            <a:xfrm flipH="1">
              <a:off x="10179031" y="3508508"/>
              <a:ext cx="125590" cy="157023"/>
            </a:xfrm>
            <a:custGeom>
              <a:avLst/>
              <a:gdLst/>
              <a:ahLst/>
              <a:cxnLst/>
              <a:rect l="l" t="t" r="r" b="b"/>
              <a:pathLst>
                <a:path w="1798" h="2248" extrusionOk="0">
                  <a:moveTo>
                    <a:pt x="1" y="1517"/>
                  </a:moveTo>
                  <a:lnTo>
                    <a:pt x="1798" y="1"/>
                  </a:lnTo>
                  <a:lnTo>
                    <a:pt x="1798" y="57"/>
                  </a:lnTo>
                  <a:cubicBezTo>
                    <a:pt x="1742" y="506"/>
                    <a:pt x="1685" y="956"/>
                    <a:pt x="1573" y="1349"/>
                  </a:cubicBezTo>
                  <a:lnTo>
                    <a:pt x="562" y="2247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168;p31"/>
            <p:cNvSpPr/>
            <p:nvPr/>
          </p:nvSpPr>
          <p:spPr>
            <a:xfrm flipH="1">
              <a:off x="9543474" y="2971091"/>
              <a:ext cx="278632" cy="286455"/>
            </a:xfrm>
            <a:custGeom>
              <a:avLst/>
              <a:gdLst/>
              <a:ahLst/>
              <a:cxnLst/>
              <a:rect l="l" t="t" r="r" b="b"/>
              <a:pathLst>
                <a:path w="3989" h="4101" extrusionOk="0">
                  <a:moveTo>
                    <a:pt x="1" y="1460"/>
                  </a:moveTo>
                  <a:lnTo>
                    <a:pt x="1686" y="0"/>
                  </a:lnTo>
                  <a:lnTo>
                    <a:pt x="3258" y="1854"/>
                  </a:lnTo>
                  <a:cubicBezTo>
                    <a:pt x="3988" y="2696"/>
                    <a:pt x="2303" y="4100"/>
                    <a:pt x="1630" y="3258"/>
                  </a:cubicBezTo>
                  <a:lnTo>
                    <a:pt x="1" y="140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169;p31"/>
            <p:cNvSpPr/>
            <p:nvPr/>
          </p:nvSpPr>
          <p:spPr>
            <a:xfrm flipH="1">
              <a:off x="9665083" y="2971091"/>
              <a:ext cx="157023" cy="145218"/>
            </a:xfrm>
            <a:custGeom>
              <a:avLst/>
              <a:gdLst/>
              <a:ahLst/>
              <a:cxnLst/>
              <a:rect l="l" t="t" r="r" b="b"/>
              <a:pathLst>
                <a:path w="2248" h="2079" extrusionOk="0">
                  <a:moveTo>
                    <a:pt x="1" y="1460"/>
                  </a:moveTo>
                  <a:lnTo>
                    <a:pt x="1686" y="0"/>
                  </a:lnTo>
                  <a:lnTo>
                    <a:pt x="2247" y="674"/>
                  </a:lnTo>
                  <a:lnTo>
                    <a:pt x="562" y="207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170;p31"/>
            <p:cNvSpPr/>
            <p:nvPr/>
          </p:nvSpPr>
          <p:spPr>
            <a:xfrm flipH="1">
              <a:off x="10253553" y="3477146"/>
              <a:ext cx="525761" cy="1153433"/>
            </a:xfrm>
            <a:custGeom>
              <a:avLst/>
              <a:gdLst/>
              <a:ahLst/>
              <a:cxnLst/>
              <a:rect l="l" t="t" r="r" b="b"/>
              <a:pathLst>
                <a:path w="7527" h="16513" extrusionOk="0">
                  <a:moveTo>
                    <a:pt x="1" y="0"/>
                  </a:moveTo>
                  <a:lnTo>
                    <a:pt x="7527" y="0"/>
                  </a:lnTo>
                  <a:lnTo>
                    <a:pt x="7527" y="16513"/>
                  </a:lnTo>
                  <a:lnTo>
                    <a:pt x="1" y="1651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171;p31"/>
            <p:cNvSpPr/>
            <p:nvPr/>
          </p:nvSpPr>
          <p:spPr>
            <a:xfrm flipH="1">
              <a:off x="10253554" y="3532047"/>
              <a:ext cx="466877" cy="1098531"/>
            </a:xfrm>
            <a:custGeom>
              <a:avLst/>
              <a:gdLst/>
              <a:ahLst/>
              <a:cxnLst/>
              <a:rect l="l" t="t" r="r" b="b"/>
              <a:pathLst>
                <a:path w="6684" h="15727" extrusionOk="0">
                  <a:moveTo>
                    <a:pt x="6684" y="1"/>
                  </a:moveTo>
                  <a:lnTo>
                    <a:pt x="6684" y="15727"/>
                  </a:lnTo>
                  <a:lnTo>
                    <a:pt x="0" y="157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172;p31"/>
            <p:cNvSpPr/>
            <p:nvPr/>
          </p:nvSpPr>
          <p:spPr>
            <a:xfrm flipH="1">
              <a:off x="10308456" y="3532047"/>
              <a:ext cx="411975" cy="1098531"/>
            </a:xfrm>
            <a:custGeom>
              <a:avLst/>
              <a:gdLst/>
              <a:ahLst/>
              <a:cxnLst/>
              <a:rect l="l" t="t" r="r" b="b"/>
              <a:pathLst>
                <a:path w="5898" h="15727" extrusionOk="0">
                  <a:moveTo>
                    <a:pt x="5897" y="15727"/>
                  </a:moveTo>
                  <a:lnTo>
                    <a:pt x="0" y="15727"/>
                  </a:lnTo>
                  <a:lnTo>
                    <a:pt x="0" y="1"/>
                  </a:lnTo>
                  <a:lnTo>
                    <a:pt x="58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173;p31"/>
            <p:cNvSpPr/>
            <p:nvPr/>
          </p:nvSpPr>
          <p:spPr>
            <a:xfrm flipH="1">
              <a:off x="10084862" y="4579499"/>
              <a:ext cx="863136" cy="153111"/>
            </a:xfrm>
            <a:custGeom>
              <a:avLst/>
              <a:gdLst/>
              <a:ahLst/>
              <a:cxnLst/>
              <a:rect l="l" t="t" r="r" b="b"/>
              <a:pathLst>
                <a:path w="12357" h="2192" extrusionOk="0">
                  <a:moveTo>
                    <a:pt x="6179" y="1"/>
                  </a:moveTo>
                  <a:cubicBezTo>
                    <a:pt x="9268" y="1"/>
                    <a:pt x="11795" y="955"/>
                    <a:pt x="12357" y="2191"/>
                  </a:cubicBezTo>
                  <a:lnTo>
                    <a:pt x="1" y="2191"/>
                  </a:lnTo>
                  <a:cubicBezTo>
                    <a:pt x="562" y="955"/>
                    <a:pt x="3090" y="1"/>
                    <a:pt x="61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174;p31"/>
            <p:cNvSpPr/>
            <p:nvPr/>
          </p:nvSpPr>
          <p:spPr>
            <a:xfrm flipH="1">
              <a:off x="10084864" y="4618754"/>
              <a:ext cx="761155" cy="113856"/>
            </a:xfrm>
            <a:custGeom>
              <a:avLst/>
              <a:gdLst/>
              <a:ahLst/>
              <a:cxnLst/>
              <a:rect l="l" t="t" r="r" b="b"/>
              <a:pathLst>
                <a:path w="10897" h="1630" extrusionOk="0">
                  <a:moveTo>
                    <a:pt x="10279" y="843"/>
                  </a:moveTo>
                  <a:cubicBezTo>
                    <a:pt x="10560" y="1067"/>
                    <a:pt x="10728" y="1348"/>
                    <a:pt x="10897" y="1629"/>
                  </a:cubicBezTo>
                  <a:lnTo>
                    <a:pt x="1" y="1629"/>
                  </a:lnTo>
                  <a:cubicBezTo>
                    <a:pt x="956" y="674"/>
                    <a:pt x="3146" y="56"/>
                    <a:pt x="5730" y="56"/>
                  </a:cubicBezTo>
                  <a:cubicBezTo>
                    <a:pt x="7302" y="0"/>
                    <a:pt x="8819" y="281"/>
                    <a:pt x="10279" y="8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3175;p31"/>
            <p:cNvSpPr/>
            <p:nvPr/>
          </p:nvSpPr>
          <p:spPr>
            <a:xfrm flipH="1">
              <a:off x="10084862" y="4732538"/>
              <a:ext cx="863136" cy="70688"/>
            </a:xfrm>
            <a:custGeom>
              <a:avLst/>
              <a:gdLst/>
              <a:ahLst/>
              <a:cxnLst/>
              <a:rect l="l" t="t" r="r" b="b"/>
              <a:pathLst>
                <a:path w="12357" h="1012" extrusionOk="0">
                  <a:moveTo>
                    <a:pt x="1" y="1011"/>
                  </a:moveTo>
                  <a:lnTo>
                    <a:pt x="12357" y="1011"/>
                  </a:lnTo>
                  <a:lnTo>
                    <a:pt x="12357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3176;p31"/>
            <p:cNvSpPr/>
            <p:nvPr/>
          </p:nvSpPr>
          <p:spPr>
            <a:xfrm flipH="1">
              <a:off x="10155483" y="2982826"/>
              <a:ext cx="643458" cy="404152"/>
            </a:xfrm>
            <a:custGeom>
              <a:avLst/>
              <a:gdLst/>
              <a:ahLst/>
              <a:cxnLst/>
              <a:rect l="l" t="t" r="r" b="b"/>
              <a:pathLst>
                <a:path w="9212" h="5786" extrusionOk="0">
                  <a:moveTo>
                    <a:pt x="9043" y="1"/>
                  </a:moveTo>
                  <a:cubicBezTo>
                    <a:pt x="7583" y="675"/>
                    <a:pt x="6010" y="1012"/>
                    <a:pt x="4382" y="1012"/>
                  </a:cubicBezTo>
                  <a:cubicBezTo>
                    <a:pt x="2865" y="1068"/>
                    <a:pt x="1573" y="1124"/>
                    <a:pt x="843" y="2023"/>
                  </a:cubicBezTo>
                  <a:cubicBezTo>
                    <a:pt x="225" y="2753"/>
                    <a:pt x="1" y="3932"/>
                    <a:pt x="225" y="5786"/>
                  </a:cubicBezTo>
                  <a:lnTo>
                    <a:pt x="619" y="5729"/>
                  </a:lnTo>
                  <a:cubicBezTo>
                    <a:pt x="450" y="4045"/>
                    <a:pt x="562" y="2921"/>
                    <a:pt x="1124" y="2303"/>
                  </a:cubicBezTo>
                  <a:cubicBezTo>
                    <a:pt x="1798" y="1517"/>
                    <a:pt x="3034" y="1461"/>
                    <a:pt x="4438" y="1405"/>
                  </a:cubicBezTo>
                  <a:cubicBezTo>
                    <a:pt x="6067" y="1405"/>
                    <a:pt x="7695" y="1068"/>
                    <a:pt x="9212" y="394"/>
                  </a:cubicBezTo>
                  <a:lnTo>
                    <a:pt x="904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3177;p31"/>
            <p:cNvSpPr/>
            <p:nvPr/>
          </p:nvSpPr>
          <p:spPr>
            <a:xfrm flipH="1">
              <a:off x="9578797" y="2618006"/>
              <a:ext cx="1498632" cy="1353553"/>
            </a:xfrm>
            <a:custGeom>
              <a:avLst/>
              <a:gdLst/>
              <a:ahLst/>
              <a:cxnLst/>
              <a:rect l="l" t="t" r="r" b="b"/>
              <a:pathLst>
                <a:path w="21455" h="19378" extrusionOk="0">
                  <a:moveTo>
                    <a:pt x="21455" y="3707"/>
                  </a:moveTo>
                  <a:lnTo>
                    <a:pt x="18310" y="0"/>
                  </a:lnTo>
                  <a:lnTo>
                    <a:pt x="0" y="15670"/>
                  </a:lnTo>
                  <a:lnTo>
                    <a:pt x="3201" y="193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3178;p31"/>
            <p:cNvSpPr/>
            <p:nvPr/>
          </p:nvSpPr>
          <p:spPr>
            <a:xfrm flipH="1">
              <a:off x="9586620" y="2666786"/>
              <a:ext cx="1459446" cy="1306474"/>
            </a:xfrm>
            <a:custGeom>
              <a:avLst/>
              <a:gdLst/>
              <a:ahLst/>
              <a:cxnLst/>
              <a:rect l="l" t="t" r="r" b="b"/>
              <a:pathLst>
                <a:path w="20894" h="18704" extrusionOk="0">
                  <a:moveTo>
                    <a:pt x="0" y="15558"/>
                  </a:moveTo>
                  <a:lnTo>
                    <a:pt x="2752" y="18703"/>
                  </a:lnTo>
                  <a:lnTo>
                    <a:pt x="20894" y="3146"/>
                  </a:lnTo>
                  <a:lnTo>
                    <a:pt x="18198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3179;p31"/>
            <p:cNvSpPr/>
            <p:nvPr/>
          </p:nvSpPr>
          <p:spPr>
            <a:xfrm flipH="1">
              <a:off x="9617983" y="2665084"/>
              <a:ext cx="1424172" cy="1271130"/>
            </a:xfrm>
            <a:custGeom>
              <a:avLst/>
              <a:gdLst/>
              <a:ahLst/>
              <a:cxnLst/>
              <a:rect l="l" t="t" r="r" b="b"/>
              <a:pathLst>
                <a:path w="20389" h="18198" extrusionOk="0">
                  <a:moveTo>
                    <a:pt x="20388" y="2640"/>
                  </a:moveTo>
                  <a:lnTo>
                    <a:pt x="18142" y="0"/>
                  </a:lnTo>
                  <a:lnTo>
                    <a:pt x="1" y="15558"/>
                  </a:lnTo>
                  <a:lnTo>
                    <a:pt x="2247" y="181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3180;p31"/>
            <p:cNvSpPr/>
            <p:nvPr/>
          </p:nvSpPr>
          <p:spPr>
            <a:xfrm flipH="1">
              <a:off x="10253554" y="3473234"/>
              <a:ext cx="466877" cy="329622"/>
            </a:xfrm>
            <a:custGeom>
              <a:avLst/>
              <a:gdLst/>
              <a:ahLst/>
              <a:cxnLst/>
              <a:rect l="l" t="t" r="r" b="b"/>
              <a:pathLst>
                <a:path w="6684" h="4719" extrusionOk="0">
                  <a:moveTo>
                    <a:pt x="6684" y="56"/>
                  </a:moveTo>
                  <a:lnTo>
                    <a:pt x="6684" y="3258"/>
                  </a:lnTo>
                  <a:cubicBezTo>
                    <a:pt x="5897" y="4156"/>
                    <a:pt x="4718" y="4718"/>
                    <a:pt x="3538" y="4718"/>
                  </a:cubicBezTo>
                  <a:cubicBezTo>
                    <a:pt x="2078" y="4718"/>
                    <a:pt x="786" y="3988"/>
                    <a:pt x="0" y="28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3181;p31"/>
            <p:cNvSpPr/>
            <p:nvPr/>
          </p:nvSpPr>
          <p:spPr>
            <a:xfrm flipH="1">
              <a:off x="10222190" y="3151511"/>
              <a:ext cx="588486" cy="588556"/>
            </a:xfrm>
            <a:custGeom>
              <a:avLst/>
              <a:gdLst/>
              <a:ahLst/>
              <a:cxnLst/>
              <a:rect l="l" t="t" r="r" b="b"/>
              <a:pathLst>
                <a:path w="8425" h="8426" extrusionOk="0">
                  <a:moveTo>
                    <a:pt x="4213" y="1"/>
                  </a:moveTo>
                  <a:cubicBezTo>
                    <a:pt x="6572" y="1"/>
                    <a:pt x="8425" y="1854"/>
                    <a:pt x="8425" y="4213"/>
                  </a:cubicBezTo>
                  <a:cubicBezTo>
                    <a:pt x="8425" y="6516"/>
                    <a:pt x="6572" y="8425"/>
                    <a:pt x="4213" y="8425"/>
                  </a:cubicBezTo>
                  <a:cubicBezTo>
                    <a:pt x="1910" y="8425"/>
                    <a:pt x="0" y="6516"/>
                    <a:pt x="0" y="4213"/>
                  </a:cubicBezTo>
                  <a:cubicBezTo>
                    <a:pt x="0" y="1854"/>
                    <a:pt x="1910" y="1"/>
                    <a:pt x="421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3182;p31"/>
            <p:cNvSpPr/>
            <p:nvPr/>
          </p:nvSpPr>
          <p:spPr>
            <a:xfrm flipH="1">
              <a:off x="10223549" y="3189407"/>
              <a:ext cx="561035" cy="553212"/>
            </a:xfrm>
            <a:custGeom>
              <a:avLst/>
              <a:gdLst/>
              <a:ahLst/>
              <a:cxnLst/>
              <a:rect l="l" t="t" r="r" b="b"/>
              <a:pathLst>
                <a:path w="8032" h="7920" extrusionOk="0">
                  <a:moveTo>
                    <a:pt x="7526" y="1629"/>
                  </a:moveTo>
                  <a:cubicBezTo>
                    <a:pt x="7863" y="2247"/>
                    <a:pt x="8032" y="2977"/>
                    <a:pt x="8032" y="3707"/>
                  </a:cubicBezTo>
                  <a:cubicBezTo>
                    <a:pt x="8032" y="6010"/>
                    <a:pt x="6178" y="7919"/>
                    <a:pt x="3819" y="7919"/>
                  </a:cubicBezTo>
                  <a:cubicBezTo>
                    <a:pt x="2584" y="7863"/>
                    <a:pt x="1348" y="7302"/>
                    <a:pt x="562" y="6291"/>
                  </a:cubicBezTo>
                  <a:cubicBezTo>
                    <a:pt x="169" y="5673"/>
                    <a:pt x="0" y="4943"/>
                    <a:pt x="0" y="4213"/>
                  </a:cubicBezTo>
                  <a:cubicBezTo>
                    <a:pt x="0" y="1910"/>
                    <a:pt x="1910" y="0"/>
                    <a:pt x="4213" y="0"/>
                  </a:cubicBezTo>
                  <a:cubicBezTo>
                    <a:pt x="5504" y="0"/>
                    <a:pt x="6740" y="618"/>
                    <a:pt x="7526" y="16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3183;p31"/>
            <p:cNvSpPr/>
            <p:nvPr/>
          </p:nvSpPr>
          <p:spPr>
            <a:xfrm flipH="1">
              <a:off x="10316280" y="3300638"/>
              <a:ext cx="341427" cy="341357"/>
            </a:xfrm>
            <a:custGeom>
              <a:avLst/>
              <a:gdLst/>
              <a:ahLst/>
              <a:cxnLst/>
              <a:rect l="l" t="t" r="r" b="b"/>
              <a:pathLst>
                <a:path w="4888" h="4887" extrusionOk="0">
                  <a:moveTo>
                    <a:pt x="2472" y="0"/>
                  </a:moveTo>
                  <a:cubicBezTo>
                    <a:pt x="3820" y="0"/>
                    <a:pt x="4887" y="1123"/>
                    <a:pt x="4887" y="2471"/>
                  </a:cubicBezTo>
                  <a:cubicBezTo>
                    <a:pt x="4887" y="3763"/>
                    <a:pt x="3820" y="4886"/>
                    <a:pt x="2472" y="4886"/>
                  </a:cubicBezTo>
                  <a:cubicBezTo>
                    <a:pt x="1124" y="4886"/>
                    <a:pt x="57" y="3763"/>
                    <a:pt x="1" y="2471"/>
                  </a:cubicBezTo>
                  <a:cubicBezTo>
                    <a:pt x="1" y="1123"/>
                    <a:pt x="1124" y="0"/>
                    <a:pt x="24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3184;p31"/>
            <p:cNvSpPr/>
            <p:nvPr/>
          </p:nvSpPr>
          <p:spPr>
            <a:xfrm flipH="1">
              <a:off x="10343801" y="3273117"/>
              <a:ext cx="341357" cy="341427"/>
            </a:xfrm>
            <a:custGeom>
              <a:avLst/>
              <a:gdLst/>
              <a:ahLst/>
              <a:cxnLst/>
              <a:rect l="l" t="t" r="r" b="b"/>
              <a:pathLst>
                <a:path w="4887" h="4888" extrusionOk="0">
                  <a:moveTo>
                    <a:pt x="2416" y="57"/>
                  </a:moveTo>
                  <a:cubicBezTo>
                    <a:pt x="3764" y="1"/>
                    <a:pt x="4887" y="1124"/>
                    <a:pt x="4887" y="2472"/>
                  </a:cubicBezTo>
                  <a:cubicBezTo>
                    <a:pt x="4887" y="3764"/>
                    <a:pt x="3764" y="4887"/>
                    <a:pt x="2416" y="4887"/>
                  </a:cubicBezTo>
                  <a:cubicBezTo>
                    <a:pt x="1124" y="4887"/>
                    <a:pt x="1" y="3764"/>
                    <a:pt x="1" y="2472"/>
                  </a:cubicBezTo>
                  <a:cubicBezTo>
                    <a:pt x="1" y="1124"/>
                    <a:pt x="1124" y="1"/>
                    <a:pt x="2416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3185;p31"/>
            <p:cNvSpPr/>
            <p:nvPr/>
          </p:nvSpPr>
          <p:spPr>
            <a:xfrm flipH="1">
              <a:off x="10344309" y="3310163"/>
              <a:ext cx="302101" cy="306083"/>
            </a:xfrm>
            <a:custGeom>
              <a:avLst/>
              <a:gdLst/>
              <a:ahLst/>
              <a:cxnLst/>
              <a:rect l="l" t="t" r="r" b="b"/>
              <a:pathLst>
                <a:path w="4325" h="4382" extrusionOk="0">
                  <a:moveTo>
                    <a:pt x="3819" y="450"/>
                  </a:moveTo>
                  <a:cubicBezTo>
                    <a:pt x="4156" y="899"/>
                    <a:pt x="4325" y="1404"/>
                    <a:pt x="4325" y="1966"/>
                  </a:cubicBezTo>
                  <a:cubicBezTo>
                    <a:pt x="4325" y="3258"/>
                    <a:pt x="3258" y="4325"/>
                    <a:pt x="1910" y="4381"/>
                  </a:cubicBezTo>
                  <a:cubicBezTo>
                    <a:pt x="1404" y="4381"/>
                    <a:pt x="899" y="4213"/>
                    <a:pt x="506" y="3876"/>
                  </a:cubicBezTo>
                  <a:cubicBezTo>
                    <a:pt x="169" y="3483"/>
                    <a:pt x="0" y="2921"/>
                    <a:pt x="0" y="2415"/>
                  </a:cubicBezTo>
                  <a:cubicBezTo>
                    <a:pt x="0" y="1067"/>
                    <a:pt x="1067" y="0"/>
                    <a:pt x="2415" y="0"/>
                  </a:cubicBezTo>
                  <a:cubicBezTo>
                    <a:pt x="2921" y="0"/>
                    <a:pt x="3426" y="169"/>
                    <a:pt x="3875" y="45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3186;p31"/>
            <p:cNvSpPr/>
            <p:nvPr/>
          </p:nvSpPr>
          <p:spPr>
            <a:xfrm flipH="1">
              <a:off x="10367341" y="3308461"/>
              <a:ext cx="286455" cy="282543"/>
            </a:xfrm>
            <a:custGeom>
              <a:avLst/>
              <a:gdLst/>
              <a:ahLst/>
              <a:cxnLst/>
              <a:rect l="l" t="t" r="r" b="b"/>
              <a:pathLst>
                <a:path w="4101" h="4045" extrusionOk="0">
                  <a:moveTo>
                    <a:pt x="338" y="3595"/>
                  </a:moveTo>
                  <a:cubicBezTo>
                    <a:pt x="113" y="3258"/>
                    <a:pt x="1" y="2809"/>
                    <a:pt x="1" y="2415"/>
                  </a:cubicBezTo>
                  <a:cubicBezTo>
                    <a:pt x="1" y="1067"/>
                    <a:pt x="1068" y="0"/>
                    <a:pt x="2416" y="0"/>
                  </a:cubicBezTo>
                  <a:cubicBezTo>
                    <a:pt x="2921" y="0"/>
                    <a:pt x="3371" y="113"/>
                    <a:pt x="3764" y="394"/>
                  </a:cubicBezTo>
                  <a:cubicBezTo>
                    <a:pt x="3989" y="730"/>
                    <a:pt x="4101" y="1180"/>
                    <a:pt x="4101" y="1573"/>
                  </a:cubicBezTo>
                  <a:cubicBezTo>
                    <a:pt x="4101" y="2921"/>
                    <a:pt x="2978" y="4044"/>
                    <a:pt x="1686" y="4044"/>
                  </a:cubicBezTo>
                  <a:cubicBezTo>
                    <a:pt x="1180" y="4044"/>
                    <a:pt x="731" y="3876"/>
                    <a:pt x="338" y="359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3187;p31"/>
            <p:cNvSpPr/>
            <p:nvPr/>
          </p:nvSpPr>
          <p:spPr>
            <a:xfrm flipH="1">
              <a:off x="9496395" y="2563104"/>
              <a:ext cx="372789" cy="372720"/>
            </a:xfrm>
            <a:custGeom>
              <a:avLst/>
              <a:gdLst/>
              <a:ahLst/>
              <a:cxnLst/>
              <a:rect l="l" t="t" r="r" b="b"/>
              <a:pathLst>
                <a:path w="5337" h="5336" extrusionOk="0">
                  <a:moveTo>
                    <a:pt x="2697" y="0"/>
                  </a:moveTo>
                  <a:cubicBezTo>
                    <a:pt x="4157" y="0"/>
                    <a:pt x="5336" y="1180"/>
                    <a:pt x="5336" y="2696"/>
                  </a:cubicBezTo>
                  <a:cubicBezTo>
                    <a:pt x="5336" y="4156"/>
                    <a:pt x="4157" y="5336"/>
                    <a:pt x="2697" y="5336"/>
                  </a:cubicBezTo>
                  <a:cubicBezTo>
                    <a:pt x="1236" y="5336"/>
                    <a:pt x="57" y="4156"/>
                    <a:pt x="57" y="2696"/>
                  </a:cubicBezTo>
                  <a:cubicBezTo>
                    <a:pt x="1" y="1180"/>
                    <a:pt x="1236" y="0"/>
                    <a:pt x="26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3188;p31"/>
            <p:cNvSpPr/>
            <p:nvPr/>
          </p:nvSpPr>
          <p:spPr>
            <a:xfrm flipH="1">
              <a:off x="9496395" y="2586643"/>
              <a:ext cx="357073" cy="349180"/>
            </a:xfrm>
            <a:custGeom>
              <a:avLst/>
              <a:gdLst/>
              <a:ahLst/>
              <a:cxnLst/>
              <a:rect l="l" t="t" r="r" b="b"/>
              <a:pathLst>
                <a:path w="5112" h="4999" extrusionOk="0">
                  <a:moveTo>
                    <a:pt x="4774" y="1011"/>
                  </a:moveTo>
                  <a:cubicBezTo>
                    <a:pt x="4999" y="1404"/>
                    <a:pt x="5111" y="1854"/>
                    <a:pt x="5111" y="2359"/>
                  </a:cubicBezTo>
                  <a:cubicBezTo>
                    <a:pt x="5111" y="3763"/>
                    <a:pt x="3932" y="4999"/>
                    <a:pt x="2472" y="4999"/>
                  </a:cubicBezTo>
                  <a:cubicBezTo>
                    <a:pt x="1629" y="4999"/>
                    <a:pt x="843" y="4606"/>
                    <a:pt x="337" y="3988"/>
                  </a:cubicBezTo>
                  <a:cubicBezTo>
                    <a:pt x="113" y="3595"/>
                    <a:pt x="0" y="3145"/>
                    <a:pt x="0" y="2696"/>
                  </a:cubicBezTo>
                  <a:cubicBezTo>
                    <a:pt x="0" y="1180"/>
                    <a:pt x="1236" y="0"/>
                    <a:pt x="2696" y="56"/>
                  </a:cubicBezTo>
                  <a:cubicBezTo>
                    <a:pt x="3483" y="0"/>
                    <a:pt x="4269" y="393"/>
                    <a:pt x="4774" y="106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3189;p31"/>
            <p:cNvSpPr/>
            <p:nvPr/>
          </p:nvSpPr>
          <p:spPr>
            <a:xfrm flipH="1">
              <a:off x="9555280" y="2657261"/>
              <a:ext cx="215837" cy="215837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1573" y="0"/>
                  </a:moveTo>
                  <a:cubicBezTo>
                    <a:pt x="2416" y="0"/>
                    <a:pt x="3090" y="730"/>
                    <a:pt x="3090" y="1573"/>
                  </a:cubicBezTo>
                  <a:cubicBezTo>
                    <a:pt x="3090" y="2415"/>
                    <a:pt x="2416" y="3089"/>
                    <a:pt x="1573" y="3089"/>
                  </a:cubicBezTo>
                  <a:cubicBezTo>
                    <a:pt x="731" y="3089"/>
                    <a:pt x="1" y="2415"/>
                    <a:pt x="1" y="1573"/>
                  </a:cubicBezTo>
                  <a:cubicBezTo>
                    <a:pt x="1" y="730"/>
                    <a:pt x="731" y="0"/>
                    <a:pt x="1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3190;p31"/>
            <p:cNvSpPr/>
            <p:nvPr/>
          </p:nvSpPr>
          <p:spPr>
            <a:xfrm flipH="1">
              <a:off x="9574838" y="2641545"/>
              <a:ext cx="211925" cy="215837"/>
            </a:xfrm>
            <a:custGeom>
              <a:avLst/>
              <a:gdLst/>
              <a:ahLst/>
              <a:cxnLst/>
              <a:rect l="l" t="t" r="r" b="b"/>
              <a:pathLst>
                <a:path w="3034" h="3090" extrusionOk="0">
                  <a:moveTo>
                    <a:pt x="1517" y="0"/>
                  </a:moveTo>
                  <a:cubicBezTo>
                    <a:pt x="2359" y="0"/>
                    <a:pt x="3033" y="674"/>
                    <a:pt x="3033" y="1573"/>
                  </a:cubicBezTo>
                  <a:cubicBezTo>
                    <a:pt x="3033" y="2415"/>
                    <a:pt x="2359" y="3089"/>
                    <a:pt x="1517" y="3089"/>
                  </a:cubicBezTo>
                  <a:cubicBezTo>
                    <a:pt x="674" y="3089"/>
                    <a:pt x="0" y="2415"/>
                    <a:pt x="0" y="1573"/>
                  </a:cubicBezTo>
                  <a:cubicBezTo>
                    <a:pt x="0" y="674"/>
                    <a:pt x="674" y="0"/>
                    <a:pt x="15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3191;p31"/>
            <p:cNvSpPr/>
            <p:nvPr/>
          </p:nvSpPr>
          <p:spPr>
            <a:xfrm flipH="1">
              <a:off x="9574838" y="2661172"/>
              <a:ext cx="192297" cy="196209"/>
            </a:xfrm>
            <a:custGeom>
              <a:avLst/>
              <a:gdLst/>
              <a:ahLst/>
              <a:cxnLst/>
              <a:rect l="l" t="t" r="r" b="b"/>
              <a:pathLst>
                <a:path w="2753" h="2809" extrusionOk="0">
                  <a:moveTo>
                    <a:pt x="2415" y="393"/>
                  </a:moveTo>
                  <a:cubicBezTo>
                    <a:pt x="2640" y="618"/>
                    <a:pt x="2752" y="955"/>
                    <a:pt x="2752" y="1292"/>
                  </a:cubicBezTo>
                  <a:cubicBezTo>
                    <a:pt x="2752" y="2134"/>
                    <a:pt x="2078" y="2808"/>
                    <a:pt x="1236" y="2808"/>
                  </a:cubicBezTo>
                  <a:cubicBezTo>
                    <a:pt x="899" y="2808"/>
                    <a:pt x="562" y="2696"/>
                    <a:pt x="281" y="2471"/>
                  </a:cubicBezTo>
                  <a:cubicBezTo>
                    <a:pt x="112" y="2191"/>
                    <a:pt x="0" y="1854"/>
                    <a:pt x="0" y="1517"/>
                  </a:cubicBezTo>
                  <a:cubicBezTo>
                    <a:pt x="0" y="674"/>
                    <a:pt x="674" y="0"/>
                    <a:pt x="1516" y="0"/>
                  </a:cubicBezTo>
                  <a:cubicBezTo>
                    <a:pt x="1853" y="0"/>
                    <a:pt x="2190" y="113"/>
                    <a:pt x="2415" y="3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3192;p31"/>
            <p:cNvSpPr/>
            <p:nvPr/>
          </p:nvSpPr>
          <p:spPr>
            <a:xfrm flipH="1">
              <a:off x="9586643" y="2661172"/>
              <a:ext cx="180492" cy="180492"/>
            </a:xfrm>
            <a:custGeom>
              <a:avLst/>
              <a:gdLst/>
              <a:ahLst/>
              <a:cxnLst/>
              <a:rect l="l" t="t" r="r" b="b"/>
              <a:pathLst>
                <a:path w="2584" h="2584" extrusionOk="0">
                  <a:moveTo>
                    <a:pt x="169" y="2303"/>
                  </a:moveTo>
                  <a:cubicBezTo>
                    <a:pt x="56" y="2078"/>
                    <a:pt x="0" y="1797"/>
                    <a:pt x="0" y="1573"/>
                  </a:cubicBezTo>
                  <a:cubicBezTo>
                    <a:pt x="0" y="730"/>
                    <a:pt x="674" y="0"/>
                    <a:pt x="1516" y="0"/>
                  </a:cubicBezTo>
                  <a:cubicBezTo>
                    <a:pt x="1797" y="0"/>
                    <a:pt x="2134" y="113"/>
                    <a:pt x="2359" y="281"/>
                  </a:cubicBezTo>
                  <a:cubicBezTo>
                    <a:pt x="2527" y="506"/>
                    <a:pt x="2584" y="787"/>
                    <a:pt x="2584" y="1067"/>
                  </a:cubicBezTo>
                  <a:cubicBezTo>
                    <a:pt x="2584" y="1910"/>
                    <a:pt x="1853" y="2584"/>
                    <a:pt x="1011" y="2584"/>
                  </a:cubicBezTo>
                  <a:cubicBezTo>
                    <a:pt x="730" y="2584"/>
                    <a:pt x="449" y="2528"/>
                    <a:pt x="169" y="235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3193;p31"/>
            <p:cNvSpPr/>
            <p:nvPr/>
          </p:nvSpPr>
          <p:spPr>
            <a:xfrm flipH="1">
              <a:off x="9629810" y="3069159"/>
              <a:ext cx="105962" cy="109874"/>
            </a:xfrm>
            <a:custGeom>
              <a:avLst/>
              <a:gdLst/>
              <a:ahLst/>
              <a:cxnLst/>
              <a:rect l="l" t="t" r="r" b="b"/>
              <a:pathLst>
                <a:path w="1517" h="1573" extrusionOk="0">
                  <a:moveTo>
                    <a:pt x="787" y="56"/>
                  </a:moveTo>
                  <a:cubicBezTo>
                    <a:pt x="1180" y="56"/>
                    <a:pt x="1517" y="337"/>
                    <a:pt x="1517" y="787"/>
                  </a:cubicBezTo>
                  <a:cubicBezTo>
                    <a:pt x="1517" y="1180"/>
                    <a:pt x="1180" y="1517"/>
                    <a:pt x="787" y="1573"/>
                  </a:cubicBezTo>
                  <a:cubicBezTo>
                    <a:pt x="337" y="1517"/>
                    <a:pt x="0" y="1180"/>
                    <a:pt x="57" y="787"/>
                  </a:cubicBezTo>
                  <a:cubicBezTo>
                    <a:pt x="0" y="393"/>
                    <a:pt x="337" y="0"/>
                    <a:pt x="787" y="5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3194;p31"/>
            <p:cNvSpPr/>
            <p:nvPr/>
          </p:nvSpPr>
          <p:spPr>
            <a:xfrm flipH="1">
              <a:off x="9629811" y="3080894"/>
              <a:ext cx="94228" cy="98139"/>
            </a:xfrm>
            <a:custGeom>
              <a:avLst/>
              <a:gdLst/>
              <a:ahLst/>
              <a:cxnLst/>
              <a:rect l="l" t="t" r="r" b="b"/>
              <a:pathLst>
                <a:path w="1349" h="1405" extrusionOk="0">
                  <a:moveTo>
                    <a:pt x="1236" y="169"/>
                  </a:moveTo>
                  <a:cubicBezTo>
                    <a:pt x="1293" y="282"/>
                    <a:pt x="1349" y="450"/>
                    <a:pt x="1349" y="619"/>
                  </a:cubicBezTo>
                  <a:cubicBezTo>
                    <a:pt x="1349" y="1012"/>
                    <a:pt x="1012" y="1405"/>
                    <a:pt x="619" y="1405"/>
                  </a:cubicBezTo>
                  <a:cubicBezTo>
                    <a:pt x="450" y="1405"/>
                    <a:pt x="282" y="1349"/>
                    <a:pt x="169" y="1236"/>
                  </a:cubicBezTo>
                  <a:cubicBezTo>
                    <a:pt x="57" y="1068"/>
                    <a:pt x="1" y="956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236" y="16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3195;p31"/>
            <p:cNvSpPr/>
            <p:nvPr/>
          </p:nvSpPr>
          <p:spPr>
            <a:xfrm flipH="1">
              <a:off x="9633722" y="3080894"/>
              <a:ext cx="90316" cy="86404"/>
            </a:xfrm>
            <a:custGeom>
              <a:avLst/>
              <a:gdLst/>
              <a:ahLst/>
              <a:cxnLst/>
              <a:rect l="l" t="t" r="r" b="b"/>
              <a:pathLst>
                <a:path w="1293" h="1237" extrusionOk="0">
                  <a:moveTo>
                    <a:pt x="113" y="1124"/>
                  </a:moveTo>
                  <a:cubicBezTo>
                    <a:pt x="57" y="1012"/>
                    <a:pt x="1" y="899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ubicBezTo>
                    <a:pt x="899" y="1"/>
                    <a:pt x="1068" y="57"/>
                    <a:pt x="1180" y="113"/>
                  </a:cubicBezTo>
                  <a:cubicBezTo>
                    <a:pt x="1236" y="225"/>
                    <a:pt x="1293" y="394"/>
                    <a:pt x="1293" y="506"/>
                  </a:cubicBezTo>
                  <a:cubicBezTo>
                    <a:pt x="1293" y="899"/>
                    <a:pt x="956" y="1236"/>
                    <a:pt x="506" y="1236"/>
                  </a:cubicBezTo>
                  <a:cubicBezTo>
                    <a:pt x="394" y="1236"/>
                    <a:pt x="226" y="1236"/>
                    <a:pt x="113" y="11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3196;p31"/>
            <p:cNvSpPr/>
            <p:nvPr/>
          </p:nvSpPr>
          <p:spPr>
            <a:xfrm flipH="1">
              <a:off x="10936123" y="3685086"/>
              <a:ext cx="62865" cy="721900"/>
            </a:xfrm>
            <a:custGeom>
              <a:avLst/>
              <a:gdLst/>
              <a:ahLst/>
              <a:cxnLst/>
              <a:rect l="l" t="t" r="r" b="b"/>
              <a:pathLst>
                <a:path w="900" h="10335" extrusionOk="0">
                  <a:moveTo>
                    <a:pt x="899" y="0"/>
                  </a:moveTo>
                  <a:lnTo>
                    <a:pt x="899" y="10334"/>
                  </a:lnTo>
                  <a:lnTo>
                    <a:pt x="0" y="103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3197;p31"/>
            <p:cNvSpPr/>
            <p:nvPr/>
          </p:nvSpPr>
          <p:spPr>
            <a:xfrm flipH="1">
              <a:off x="10936123" y="3696820"/>
              <a:ext cx="62865" cy="388436"/>
            </a:xfrm>
            <a:custGeom>
              <a:avLst/>
              <a:gdLst/>
              <a:ahLst/>
              <a:cxnLst/>
              <a:rect l="l" t="t" r="r" b="b"/>
              <a:pathLst>
                <a:path w="900" h="5561" extrusionOk="0">
                  <a:moveTo>
                    <a:pt x="899" y="1"/>
                  </a:moveTo>
                  <a:lnTo>
                    <a:pt x="899" y="5561"/>
                  </a:lnTo>
                  <a:lnTo>
                    <a:pt x="618" y="5561"/>
                  </a:lnTo>
                  <a:cubicBezTo>
                    <a:pt x="450" y="5505"/>
                    <a:pt x="225" y="5505"/>
                    <a:pt x="0" y="5449"/>
                  </a:cubicBezTo>
                  <a:lnTo>
                    <a:pt x="0" y="169"/>
                  </a:lnTo>
                  <a:cubicBezTo>
                    <a:pt x="281" y="57"/>
                    <a:pt x="562" y="1"/>
                    <a:pt x="899" y="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3198;p31"/>
            <p:cNvSpPr/>
            <p:nvPr/>
          </p:nvSpPr>
          <p:spPr>
            <a:xfrm flipH="1">
              <a:off x="10779239" y="4406903"/>
              <a:ext cx="309994" cy="153041"/>
            </a:xfrm>
            <a:custGeom>
              <a:avLst/>
              <a:gdLst/>
              <a:ahLst/>
              <a:cxnLst/>
              <a:rect l="l" t="t" r="r" b="b"/>
              <a:pathLst>
                <a:path w="4438" h="2191" extrusionOk="0">
                  <a:moveTo>
                    <a:pt x="4438" y="0"/>
                  </a:moveTo>
                  <a:lnTo>
                    <a:pt x="4438" y="2191"/>
                  </a:lnTo>
                  <a:lnTo>
                    <a:pt x="1124" y="2191"/>
                  </a:lnTo>
                  <a:cubicBezTo>
                    <a:pt x="1" y="2191"/>
                    <a:pt x="57" y="0"/>
                    <a:pt x="11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3199;p31"/>
            <p:cNvSpPr/>
            <p:nvPr/>
          </p:nvSpPr>
          <p:spPr>
            <a:xfrm flipH="1">
              <a:off x="10779239" y="4414726"/>
              <a:ext cx="294278" cy="149200"/>
            </a:xfrm>
            <a:custGeom>
              <a:avLst/>
              <a:gdLst/>
              <a:ahLst/>
              <a:cxnLst/>
              <a:rect l="l" t="t" r="r" b="b"/>
              <a:pathLst>
                <a:path w="4213" h="2136" extrusionOk="0">
                  <a:moveTo>
                    <a:pt x="4213" y="1"/>
                  </a:moveTo>
                  <a:lnTo>
                    <a:pt x="4213" y="2135"/>
                  </a:lnTo>
                  <a:lnTo>
                    <a:pt x="899" y="2135"/>
                  </a:lnTo>
                  <a:cubicBezTo>
                    <a:pt x="674" y="2135"/>
                    <a:pt x="506" y="2023"/>
                    <a:pt x="337" y="1910"/>
                  </a:cubicBezTo>
                  <a:cubicBezTo>
                    <a:pt x="0" y="1236"/>
                    <a:pt x="225" y="57"/>
                    <a:pt x="1011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3200;p31"/>
            <p:cNvSpPr/>
            <p:nvPr/>
          </p:nvSpPr>
          <p:spPr>
            <a:xfrm flipH="1">
              <a:off x="10763521" y="3638007"/>
              <a:ext cx="411975" cy="411975"/>
            </a:xfrm>
            <a:custGeom>
              <a:avLst/>
              <a:gdLst/>
              <a:ahLst/>
              <a:cxnLst/>
              <a:rect l="l" t="t" r="r" b="b"/>
              <a:pathLst>
                <a:path w="5898" h="5898" extrusionOk="0">
                  <a:moveTo>
                    <a:pt x="2977" y="0"/>
                  </a:moveTo>
                  <a:cubicBezTo>
                    <a:pt x="4605" y="0"/>
                    <a:pt x="5897" y="1348"/>
                    <a:pt x="5897" y="2977"/>
                  </a:cubicBezTo>
                  <a:cubicBezTo>
                    <a:pt x="5897" y="4606"/>
                    <a:pt x="4605" y="5897"/>
                    <a:pt x="2977" y="5897"/>
                  </a:cubicBezTo>
                  <a:cubicBezTo>
                    <a:pt x="1348" y="5897"/>
                    <a:pt x="0" y="4606"/>
                    <a:pt x="0" y="2977"/>
                  </a:cubicBezTo>
                  <a:cubicBezTo>
                    <a:pt x="0" y="1348"/>
                    <a:pt x="1348" y="0"/>
                    <a:pt x="29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3201;p31"/>
            <p:cNvSpPr/>
            <p:nvPr/>
          </p:nvSpPr>
          <p:spPr>
            <a:xfrm flipH="1">
              <a:off x="10763521" y="3665458"/>
              <a:ext cx="396329" cy="384524"/>
            </a:xfrm>
            <a:custGeom>
              <a:avLst/>
              <a:gdLst/>
              <a:ahLst/>
              <a:cxnLst/>
              <a:rect l="l" t="t" r="r" b="b"/>
              <a:pathLst>
                <a:path w="5674" h="5505" extrusionOk="0">
                  <a:moveTo>
                    <a:pt x="5280" y="1124"/>
                  </a:moveTo>
                  <a:cubicBezTo>
                    <a:pt x="5561" y="1573"/>
                    <a:pt x="5673" y="2078"/>
                    <a:pt x="5673" y="2584"/>
                  </a:cubicBezTo>
                  <a:cubicBezTo>
                    <a:pt x="5673" y="4213"/>
                    <a:pt x="4381" y="5504"/>
                    <a:pt x="2753" y="5504"/>
                  </a:cubicBezTo>
                  <a:cubicBezTo>
                    <a:pt x="1798" y="5504"/>
                    <a:pt x="955" y="5111"/>
                    <a:pt x="394" y="4381"/>
                  </a:cubicBezTo>
                  <a:cubicBezTo>
                    <a:pt x="169" y="3932"/>
                    <a:pt x="57" y="3483"/>
                    <a:pt x="1" y="2921"/>
                  </a:cubicBezTo>
                  <a:cubicBezTo>
                    <a:pt x="57" y="1348"/>
                    <a:pt x="1349" y="0"/>
                    <a:pt x="2977" y="0"/>
                  </a:cubicBezTo>
                  <a:cubicBezTo>
                    <a:pt x="3876" y="0"/>
                    <a:pt x="4718" y="393"/>
                    <a:pt x="5280" y="112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3202;p31"/>
            <p:cNvSpPr/>
            <p:nvPr/>
          </p:nvSpPr>
          <p:spPr>
            <a:xfrm flipH="1">
              <a:off x="10826318" y="3743898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686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40"/>
                    <a:pt x="2640" y="3427"/>
                    <a:pt x="1686" y="3427"/>
                  </a:cubicBezTo>
                  <a:cubicBezTo>
                    <a:pt x="731" y="3427"/>
                    <a:pt x="1" y="2640"/>
                    <a:pt x="1" y="1742"/>
                  </a:cubicBezTo>
                  <a:cubicBezTo>
                    <a:pt x="1" y="787"/>
                    <a:pt x="731" y="1"/>
                    <a:pt x="168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3203;p31"/>
            <p:cNvSpPr/>
            <p:nvPr/>
          </p:nvSpPr>
          <p:spPr>
            <a:xfrm flipH="1">
              <a:off x="10849857" y="3724271"/>
              <a:ext cx="239376" cy="239376"/>
            </a:xfrm>
            <a:custGeom>
              <a:avLst/>
              <a:gdLst/>
              <a:ahLst/>
              <a:cxnLst/>
              <a:rect l="l" t="t" r="r" b="b"/>
              <a:pathLst>
                <a:path w="3427" h="3427" extrusionOk="0">
                  <a:moveTo>
                    <a:pt x="1742" y="1"/>
                  </a:moveTo>
                  <a:cubicBezTo>
                    <a:pt x="2640" y="1"/>
                    <a:pt x="3427" y="787"/>
                    <a:pt x="3427" y="1742"/>
                  </a:cubicBezTo>
                  <a:cubicBezTo>
                    <a:pt x="3427" y="2697"/>
                    <a:pt x="2640" y="3427"/>
                    <a:pt x="1742" y="3427"/>
                  </a:cubicBezTo>
                  <a:cubicBezTo>
                    <a:pt x="787" y="3427"/>
                    <a:pt x="1" y="2697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3204;p31"/>
            <p:cNvSpPr/>
            <p:nvPr/>
          </p:nvSpPr>
          <p:spPr>
            <a:xfrm flipH="1">
              <a:off x="10849857" y="3747810"/>
              <a:ext cx="215837" cy="215836"/>
            </a:xfrm>
            <a:custGeom>
              <a:avLst/>
              <a:gdLst/>
              <a:ahLst/>
              <a:cxnLst/>
              <a:rect l="l" t="t" r="r" b="b"/>
              <a:pathLst>
                <a:path w="3090" h="3090" extrusionOk="0">
                  <a:moveTo>
                    <a:pt x="2753" y="338"/>
                  </a:moveTo>
                  <a:cubicBezTo>
                    <a:pt x="2977" y="675"/>
                    <a:pt x="3090" y="1012"/>
                    <a:pt x="3090" y="1405"/>
                  </a:cubicBezTo>
                  <a:cubicBezTo>
                    <a:pt x="3090" y="2360"/>
                    <a:pt x="2303" y="3090"/>
                    <a:pt x="1405" y="3090"/>
                  </a:cubicBezTo>
                  <a:cubicBezTo>
                    <a:pt x="1012" y="3090"/>
                    <a:pt x="675" y="2978"/>
                    <a:pt x="338" y="2753"/>
                  </a:cubicBezTo>
                  <a:cubicBezTo>
                    <a:pt x="113" y="2472"/>
                    <a:pt x="1" y="2079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79" y="1"/>
                    <a:pt x="2416" y="113"/>
                    <a:pt x="2753" y="33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3205;p31"/>
            <p:cNvSpPr/>
            <p:nvPr/>
          </p:nvSpPr>
          <p:spPr>
            <a:xfrm flipH="1">
              <a:off x="10865574" y="3747810"/>
              <a:ext cx="200120" cy="200190"/>
            </a:xfrm>
            <a:custGeom>
              <a:avLst/>
              <a:gdLst/>
              <a:ahLst/>
              <a:cxnLst/>
              <a:rect l="l" t="t" r="r" b="b"/>
              <a:pathLst>
                <a:path w="2865" h="2866" extrusionOk="0">
                  <a:moveTo>
                    <a:pt x="225" y="2584"/>
                  </a:moveTo>
                  <a:cubicBezTo>
                    <a:pt x="113" y="2304"/>
                    <a:pt x="1" y="2023"/>
                    <a:pt x="1" y="1742"/>
                  </a:cubicBezTo>
                  <a:cubicBezTo>
                    <a:pt x="1" y="787"/>
                    <a:pt x="787" y="1"/>
                    <a:pt x="1742" y="1"/>
                  </a:cubicBezTo>
                  <a:cubicBezTo>
                    <a:pt x="2023" y="1"/>
                    <a:pt x="2360" y="113"/>
                    <a:pt x="2640" y="282"/>
                  </a:cubicBezTo>
                  <a:cubicBezTo>
                    <a:pt x="2809" y="562"/>
                    <a:pt x="2865" y="843"/>
                    <a:pt x="2865" y="1124"/>
                  </a:cubicBezTo>
                  <a:cubicBezTo>
                    <a:pt x="2865" y="2079"/>
                    <a:pt x="2135" y="2865"/>
                    <a:pt x="1180" y="2865"/>
                  </a:cubicBezTo>
                  <a:cubicBezTo>
                    <a:pt x="843" y="2865"/>
                    <a:pt x="506" y="2753"/>
                    <a:pt x="225" y="258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3206;p31"/>
            <p:cNvSpPr/>
            <p:nvPr/>
          </p:nvSpPr>
          <p:spPr>
            <a:xfrm flipH="1">
              <a:off x="10912583" y="4434354"/>
              <a:ext cx="106032" cy="106032"/>
            </a:xfrm>
            <a:custGeom>
              <a:avLst/>
              <a:gdLst/>
              <a:ahLst/>
              <a:cxnLst/>
              <a:rect l="l" t="t" r="r" b="b"/>
              <a:pathLst>
                <a:path w="1518" h="1518" extrusionOk="0">
                  <a:moveTo>
                    <a:pt x="787" y="1"/>
                  </a:moveTo>
                  <a:cubicBezTo>
                    <a:pt x="1180" y="1"/>
                    <a:pt x="1517" y="338"/>
                    <a:pt x="1517" y="787"/>
                  </a:cubicBezTo>
                  <a:cubicBezTo>
                    <a:pt x="1517" y="1180"/>
                    <a:pt x="1180" y="1517"/>
                    <a:pt x="787" y="1517"/>
                  </a:cubicBezTo>
                  <a:cubicBezTo>
                    <a:pt x="338" y="1517"/>
                    <a:pt x="1" y="1180"/>
                    <a:pt x="1" y="787"/>
                  </a:cubicBezTo>
                  <a:cubicBezTo>
                    <a:pt x="1" y="338"/>
                    <a:pt x="338" y="1"/>
                    <a:pt x="7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3207;p31"/>
            <p:cNvSpPr/>
            <p:nvPr/>
          </p:nvSpPr>
          <p:spPr>
            <a:xfrm flipH="1">
              <a:off x="10912584" y="4446158"/>
              <a:ext cx="94228" cy="94228"/>
            </a:xfrm>
            <a:custGeom>
              <a:avLst/>
              <a:gdLst/>
              <a:ahLst/>
              <a:cxnLst/>
              <a:rect l="l" t="t" r="r" b="b"/>
              <a:pathLst>
                <a:path w="1349" h="1349" extrusionOk="0">
                  <a:moveTo>
                    <a:pt x="1180" y="112"/>
                  </a:moveTo>
                  <a:cubicBezTo>
                    <a:pt x="1292" y="281"/>
                    <a:pt x="1348" y="449"/>
                    <a:pt x="1348" y="618"/>
                  </a:cubicBezTo>
                  <a:cubicBezTo>
                    <a:pt x="1348" y="1011"/>
                    <a:pt x="1011" y="1348"/>
                    <a:pt x="618" y="1348"/>
                  </a:cubicBezTo>
                  <a:cubicBezTo>
                    <a:pt x="449" y="1348"/>
                    <a:pt x="281" y="1292"/>
                    <a:pt x="112" y="1180"/>
                  </a:cubicBezTo>
                  <a:cubicBezTo>
                    <a:pt x="56" y="1067"/>
                    <a:pt x="0" y="899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99" y="0"/>
                    <a:pt x="1067" y="56"/>
                    <a:pt x="1180" y="11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3208;p31"/>
            <p:cNvSpPr/>
            <p:nvPr/>
          </p:nvSpPr>
          <p:spPr>
            <a:xfrm flipH="1">
              <a:off x="10920477" y="4446158"/>
              <a:ext cx="86335" cy="86335"/>
            </a:xfrm>
            <a:custGeom>
              <a:avLst/>
              <a:gdLst/>
              <a:ahLst/>
              <a:cxnLst/>
              <a:rect l="l" t="t" r="r" b="b"/>
              <a:pathLst>
                <a:path w="1236" h="1236" extrusionOk="0">
                  <a:moveTo>
                    <a:pt x="56" y="1123"/>
                  </a:moveTo>
                  <a:cubicBezTo>
                    <a:pt x="0" y="1011"/>
                    <a:pt x="0" y="843"/>
                    <a:pt x="0" y="730"/>
                  </a:cubicBezTo>
                  <a:cubicBezTo>
                    <a:pt x="0" y="337"/>
                    <a:pt x="337" y="0"/>
                    <a:pt x="730" y="0"/>
                  </a:cubicBezTo>
                  <a:cubicBezTo>
                    <a:pt x="843" y="0"/>
                    <a:pt x="1011" y="56"/>
                    <a:pt x="1123" y="112"/>
                  </a:cubicBezTo>
                  <a:cubicBezTo>
                    <a:pt x="1180" y="225"/>
                    <a:pt x="1236" y="337"/>
                    <a:pt x="1236" y="506"/>
                  </a:cubicBezTo>
                  <a:cubicBezTo>
                    <a:pt x="1236" y="899"/>
                    <a:pt x="899" y="1236"/>
                    <a:pt x="506" y="1236"/>
                  </a:cubicBezTo>
                  <a:cubicBezTo>
                    <a:pt x="337" y="1236"/>
                    <a:pt x="169" y="1180"/>
                    <a:pt x="56" y="1123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3209;p31"/>
            <p:cNvSpPr/>
            <p:nvPr/>
          </p:nvSpPr>
          <p:spPr>
            <a:xfrm flipH="1">
              <a:off x="10351625" y="3861593"/>
              <a:ext cx="274650" cy="431603"/>
            </a:xfrm>
            <a:custGeom>
              <a:avLst/>
              <a:gdLst/>
              <a:ahLst/>
              <a:cxnLst/>
              <a:rect l="l" t="t" r="r" b="b"/>
              <a:pathLst>
                <a:path w="3932" h="6179" extrusionOk="0">
                  <a:moveTo>
                    <a:pt x="3819" y="57"/>
                  </a:moveTo>
                  <a:lnTo>
                    <a:pt x="3819" y="6123"/>
                  </a:lnTo>
                  <a:lnTo>
                    <a:pt x="112" y="6123"/>
                  </a:lnTo>
                  <a:lnTo>
                    <a:pt x="112" y="57"/>
                  </a:lnTo>
                  <a:close/>
                  <a:moveTo>
                    <a:pt x="0" y="1"/>
                  </a:moveTo>
                  <a:lnTo>
                    <a:pt x="0" y="6179"/>
                  </a:lnTo>
                  <a:lnTo>
                    <a:pt x="3932" y="6179"/>
                  </a:lnTo>
                  <a:lnTo>
                    <a:pt x="393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3210;p31"/>
            <p:cNvSpPr/>
            <p:nvPr/>
          </p:nvSpPr>
          <p:spPr>
            <a:xfrm flipH="1">
              <a:off x="10532118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3211;p31"/>
            <p:cNvSpPr/>
            <p:nvPr/>
          </p:nvSpPr>
          <p:spPr>
            <a:xfrm flipH="1">
              <a:off x="10461501" y="4124434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3212;p31"/>
            <p:cNvSpPr/>
            <p:nvPr/>
          </p:nvSpPr>
          <p:spPr>
            <a:xfrm flipH="1">
              <a:off x="10394795" y="4124434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3213;p31"/>
            <p:cNvSpPr/>
            <p:nvPr/>
          </p:nvSpPr>
          <p:spPr>
            <a:xfrm flipH="1">
              <a:off x="10532118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3214;p31"/>
            <p:cNvSpPr/>
            <p:nvPr/>
          </p:nvSpPr>
          <p:spPr>
            <a:xfrm flipH="1">
              <a:off x="10461501" y="419505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3215;p31"/>
            <p:cNvSpPr/>
            <p:nvPr/>
          </p:nvSpPr>
          <p:spPr>
            <a:xfrm flipH="1">
              <a:off x="10394795" y="419505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3216;p31"/>
            <p:cNvSpPr/>
            <p:nvPr/>
          </p:nvSpPr>
          <p:spPr>
            <a:xfrm flipH="1">
              <a:off x="10532118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3217;p31"/>
            <p:cNvSpPr/>
            <p:nvPr/>
          </p:nvSpPr>
          <p:spPr>
            <a:xfrm flipH="1">
              <a:off x="10461501" y="3987112"/>
              <a:ext cx="51060" cy="47149"/>
            </a:xfrm>
            <a:custGeom>
              <a:avLst/>
              <a:gdLst/>
              <a:ahLst/>
              <a:cxnLst/>
              <a:rect l="l" t="t" r="r" b="b"/>
              <a:pathLst>
                <a:path w="731" h="675" extrusionOk="0">
                  <a:moveTo>
                    <a:pt x="1" y="1"/>
                  </a:moveTo>
                  <a:lnTo>
                    <a:pt x="731" y="1"/>
                  </a:lnTo>
                  <a:lnTo>
                    <a:pt x="731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3218;p31"/>
            <p:cNvSpPr/>
            <p:nvPr/>
          </p:nvSpPr>
          <p:spPr>
            <a:xfrm flipH="1">
              <a:off x="10394795" y="3987112"/>
              <a:ext cx="47149" cy="47149"/>
            </a:xfrm>
            <a:custGeom>
              <a:avLst/>
              <a:gdLst/>
              <a:ahLst/>
              <a:cxnLst/>
              <a:rect l="l" t="t" r="r" b="b"/>
              <a:pathLst>
                <a:path w="675" h="675" extrusionOk="0">
                  <a:moveTo>
                    <a:pt x="1" y="1"/>
                  </a:moveTo>
                  <a:lnTo>
                    <a:pt x="675" y="1"/>
                  </a:lnTo>
                  <a:lnTo>
                    <a:pt x="675" y="675"/>
                  </a:lnTo>
                  <a:lnTo>
                    <a:pt x="1" y="67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3219;p31"/>
            <p:cNvSpPr/>
            <p:nvPr/>
          </p:nvSpPr>
          <p:spPr>
            <a:xfrm flipH="1">
              <a:off x="10532118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3220;p31"/>
            <p:cNvSpPr/>
            <p:nvPr/>
          </p:nvSpPr>
          <p:spPr>
            <a:xfrm flipH="1">
              <a:off x="10461501" y="4053817"/>
              <a:ext cx="51060" cy="51060"/>
            </a:xfrm>
            <a:custGeom>
              <a:avLst/>
              <a:gdLst/>
              <a:ahLst/>
              <a:cxnLst/>
              <a:rect l="l" t="t" r="r" b="b"/>
              <a:pathLst>
                <a:path w="731" h="731" extrusionOk="0">
                  <a:moveTo>
                    <a:pt x="1" y="1"/>
                  </a:moveTo>
                  <a:lnTo>
                    <a:pt x="731" y="1"/>
                  </a:lnTo>
                  <a:lnTo>
                    <a:pt x="731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3221;p31"/>
            <p:cNvSpPr/>
            <p:nvPr/>
          </p:nvSpPr>
          <p:spPr>
            <a:xfrm flipH="1">
              <a:off x="10394795" y="4053817"/>
              <a:ext cx="47149" cy="51060"/>
            </a:xfrm>
            <a:custGeom>
              <a:avLst/>
              <a:gdLst/>
              <a:ahLst/>
              <a:cxnLst/>
              <a:rect l="l" t="t" r="r" b="b"/>
              <a:pathLst>
                <a:path w="675" h="731" extrusionOk="0">
                  <a:moveTo>
                    <a:pt x="1" y="1"/>
                  </a:moveTo>
                  <a:lnTo>
                    <a:pt x="675" y="1"/>
                  </a:lnTo>
                  <a:lnTo>
                    <a:pt x="675" y="731"/>
                  </a:lnTo>
                  <a:lnTo>
                    <a:pt x="1" y="73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027450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B3F37C0B-B38B-D80E-FDEC-AA976D6A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037F6486-53F4-E210-FDCC-90B63B7D610B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4FD6DF61-70D6-FD39-8216-B434ECEB5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-US" dirty="0"/>
              <a:t>Integration Ideas</a:t>
            </a:r>
            <a:br>
              <a:rPr lang="en-US" dirty="0"/>
            </a:b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7802BB11-32CA-BDCE-4977-96D694DA09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07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F7E4BA7C-16CD-AD79-010A-1D522689A62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55D80DD4-8BD9-ECC5-527B-AC58F22A765B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889DD988-09CC-EB4E-5ED3-C7A0FBC1B133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72F2A12C-7A1D-9C95-194F-994524CB7692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98483AB0-FAED-473B-7B9C-7310FC977A83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9C59409F-8A4E-E368-7BA6-29AF681218C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9604AF1-BA50-B618-2D25-4CE2C1CEEF03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0986E1AE-CBB5-5329-1457-639614E4799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022FEDA0-E932-B1BF-E139-B2F64CA9F793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01A0C1E-C18D-4D69-F003-B18999DAA2AA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BCBE03BF-B26E-84FE-EF61-FA0C2263D1F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5EBFF1C1-3AD0-6797-9456-A9B35823E759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6DD76C79-F6D2-F177-2B07-CF59124F84B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B2ACE85B-DF1A-0C2A-C772-7B3A9FB76030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03B67BB4-7FC1-4946-13CF-3E215D005619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7C0A269B-4891-76F4-2040-3F86030D664A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F851B57E-E0EA-500B-8346-B330FACB0043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33BA6F6B-9668-A825-977E-7B171AF9A24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90B8CA80-5E62-4B5F-9E15-0297EBD56093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46D07CF3-2AF3-003A-15C7-AA99A0216BD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E9F4DEA4-F343-57BA-2C62-E9ECB6716832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7E59282A-4130-211F-9AB0-C609B67F4D6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F473C7D0-6D61-8578-A9F4-617C9229A40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754DCECB-8A9D-AF31-0409-58E9F65A878F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B6BFDF60-74EF-AEA7-8E5B-27AD340E751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51BDB5B7-9595-8029-098C-F8432D9935C5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8DE4F3E1-390C-BEC3-2765-D6DFEB7A3C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975BCE4C-D871-3828-F9A1-82CE2E0304D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C11CD86D-6CA1-270A-A693-0A7CF0F51BB0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07991EE5-9BD8-6AA3-5FA1-DEDCBAD5DC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361468D9-EA88-6B82-72EB-E6C3DCA18B13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81676CB-E260-21B1-7B5C-AEDC58A8E30C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626524C-BF95-1787-07EE-2E90F81A775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C3D6042F-29F0-DD5C-B4C9-FC5BB3CFCC5B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3B89A10E-3284-6BC1-1EA4-87F13CD148D6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13D0154A-6D98-0AEE-2638-6EAA503FE9A2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25169F19-26AA-74D1-7D76-2B5118D360EE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B9ABA8A9-5CE8-D03F-D62E-DEA4691C30A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744F3832-70AF-7759-68FD-D6ED7EA49E4E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5B323FBD-4F3E-0512-B1CE-3543FD25D8D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FA5B1D23-8AC5-1A7E-7810-9E9481873A07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111C4B31-E646-C52A-25F5-8472F22FF4B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3F403B6-1EE6-5E80-F37A-54533AB0F34E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79A8696B-C63C-0EBE-A6FB-C34BF7137082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1C9D164-5DED-9209-1A9A-52E40959453E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9CECA775-51DA-113C-2D87-62664D19EE20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A05BAF2-3D9E-9A6A-6354-5571F11B655C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DD208326-612F-9876-B647-661710DD36D7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807E6DB5-B496-02BC-DE65-ADFAEC537075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A70322DC-C589-9723-8CEC-1219CE7113DD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E3A5FB5E-972A-B918-A148-FBE433A9EF92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F3650CCD-E98D-7F45-7586-4F6B0CF43928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9B0413A5-CEBB-4C58-098F-E44DD3DC904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F83F5716-E07A-28F1-54B1-7A3D0046F006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44E6FF2-1798-7EC6-9ACE-548506EEF7E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B3D31CD1-1F18-9B2E-9BF0-114AEBA4CFA1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51236955-0109-7C5D-CD42-15F5A73174D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1F5BF66D-2474-05F6-0209-A1E094D89452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7F6AAD9B-5D85-0D46-1582-15F578DFB2E0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AD619BCD-FA55-F439-CE2F-DD32581C9AEC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E39D404F-7399-BA81-109C-319487879C9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02A65886-CC73-C93C-5901-EE02C4BCEF6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DA65458C-721E-555C-AADA-3D83F57D1B72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7762085F-F13D-3524-BF68-029E77145F85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7BEA88A0-0E8E-37FD-3C7D-837911B1DA1A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B1710A1B-40F2-BD8A-79BC-888AD7D22BCE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4A325FD2-8D4B-7905-33A7-693C79F9FDD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E3591664-EBAE-E6B8-4633-1B5B7F1C4FD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2D652CFC-12A4-6C93-F8A1-9D41A72BF04B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B3119A30-5908-3D00-642D-43BAD41C90F9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027D8A8-B915-9F29-D90D-4E9F0514BE95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ABB020FA-1DEB-3D8C-4170-2B5B0DF01876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467B8949-19B4-7B16-2525-9FD9D0F39C7A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8F4211BD-32ED-4E6F-96BC-F30E4D9F8B97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C6F48E72-A862-A335-04E9-BE3EAF851BDA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98A8097B-A456-AC41-4B34-0F7D26ABE3B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1A1AF5-18F1-F6D4-3ACF-26F7146D84F2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22B44887-D292-F7C4-219C-602CAB21F1A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8E57599D-DE6D-8088-F3CF-2F83454E0754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F111C00A-420F-1B15-81A2-CE0C675CDEC6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98C8FCE9-180C-F890-C192-2525D2F2E91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28CA9B19-E91B-E075-08DB-D5D37251DB53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991D77DB-6BBE-DC3B-7AB8-C2E2F23B7253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E2D8095-592F-8EF6-D316-21541DA1C470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113DCD85-599A-98E4-8781-D9E8891AE2D7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082673FD-6AF9-88E9-BE99-6974D42A932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823180B-1AE7-D301-251C-D296D63188DD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A80E408B-DB9F-7AB7-60F0-C01E73CA3D81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B2C8DBF3-5E73-C2C8-07E9-E6FEA354BD7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A5B9F4BB-5DAF-98D5-CADC-72F3B61E9399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C0BB7D7E-ADC3-9629-1E39-23CB0E6C9BE6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041D22A-DF75-1D6F-469A-09B7E488F33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D7988D00-7CE5-CF37-85BE-E0C1D68486D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66E5F44A-1EA9-D451-C7B4-317F0A36758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2722F40D-6A98-6996-AD81-7176142B6E63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B2115463-D083-28F9-FDEE-9D7F75598AA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64E7AA8A-35A0-B103-899F-75493A9FCDE4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4754F205-F12B-97CA-2856-743741B5AA46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A4A5E727-1ADF-1340-6D86-36C927ECB45C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CF295C4D-203A-0672-E8AA-03717F59423A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239E236-26D5-53EB-A904-77F3967B4AC8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941372EC-94AF-6511-AB8C-3460A09A28B6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41DFA0F1-80A4-9177-8777-31338251B8D4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250CA829-5EDA-3A17-C277-FF043BBD5DF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B31DF583-21A8-EBC9-43AF-1BFCBB8EAA0A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C7649D0-8459-5591-C7A0-CFC33ECBE93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1A05B4EC-D856-5CF8-BAEB-086FFB8303A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97742C27-54F1-8E7E-4F46-C1D095BA4BE9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73030D24-BF94-AB9E-5C2C-2FD7C64E2A8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2E7F426-6349-8032-BF37-BB07A1D144EE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27BB46C1-A944-FB01-759F-E11D197DC9E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3BC4E71-676B-49A3-E69F-05ECFAA5831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4ADF6730-C84C-1AF5-8773-723C6A79CDE3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443B5F4E-CE6B-A17A-2129-444629199D12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63BC1F4-D881-E83D-7064-D7D98DBC02E9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A9CA4E0D-AD0A-464E-65CC-5917F8218AFD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D2092ABF-321A-088B-0546-70E2EACDA2C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26A28D1-E825-9B7D-11A3-31B34FF16FA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EDD92624-14EA-D93D-5D7A-A6D602E75826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C6A96D35-880B-8DF8-45BF-E62976D66EF6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0CA1BC6A-1A3E-E07B-4C26-C6ED99E3E9F6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78980000-8531-CCE8-F2BD-B788B76377F4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8026B58-818E-EA57-85CE-AE8427A6F04C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5B514502-9717-41D1-5ED9-70613487D66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5AD7CDB0-D07D-FBA7-46FF-CC5B4A8CA74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E853AB51-A8ED-11C0-CF48-59A88B839C67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E7FC8666-CB8C-698A-7695-30DAE1E411D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BF983BF0-2BC1-1BF1-CC30-824B67E773CB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AB2B7AC6-659C-2AC4-C380-8604E8CF55AB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8AB98458-13BA-8151-D5DD-42EDE5977190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7EC92FAD-844F-693B-2F83-F36278779DEF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44FECC24-92C7-AF81-5D32-253007082840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A22432FD-D420-994F-B81D-80EB7E5EF0E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DF9D0857-99BD-F41C-9D7D-3E4C5A0371EC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F77DB6D-4A20-C042-7F51-0A2460F7898F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66E2C035-4AFE-65ED-66CF-9AF0125C24EC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0C15EB27-D3B4-C235-A5C9-0DA0CE434A8E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F2ECE2C8-7773-638D-E3F4-141E0E91C53E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BD803DDA-157C-41D2-E738-179288C439E1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9C30B80C-EA7F-41C2-68FE-73BCF3B0EADE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69458A7E-918B-A13B-7987-A8643D423EE9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80EE5749-1001-4914-C08B-24420E26174C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BE3B5147-F3A0-2B4A-E7B4-A2AC08E70FA3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CE8D9B35-C6E9-02F3-BA8D-3320A5964EB8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8B913E70-F13B-BE55-0972-0A461B17DB28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C8D8541E-5F8A-15B7-9884-0CB2A8C75638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CDFC21E3-B309-BFFA-BD53-84B4CFFE7FA7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89B61DDD-A437-5F9B-3318-CACA03FDE7B4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9AEEC8BA-F696-94E6-B773-E2556325AA29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967DF0A6-1AF0-F973-AD34-7A5188A408BB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559B90DD-734A-88E9-FB69-B1E3EB6D5E1F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94625F1-5982-89DF-2215-2E95D17FCEA2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66559E09-5480-8629-CC2D-2F836A8EFCFC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1E430D84-6BB5-FA92-F262-6829AC9DC18A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B50C5FC2-F73D-25AA-82D0-0BB98E72FE63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7C9D83B0-DFC0-F257-929B-377E2376D61A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2682FBAE-8EF8-3ED3-2F30-9D847484FB4B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3BFC89DB-BD8D-E0D9-8A7C-7B48B51FA87C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2F8742AE-1668-50E7-09BC-3335FF4B2859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C22022E1-DC7B-22E9-7360-EF460B7BB41E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5DE13DF3-30AC-A90A-5E1A-ADFA281C857F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C0E0D05-78EC-9B2B-AD25-9E663F72F401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4B8E0F60-5BF2-60B1-7B67-85C791CB5B5D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575EF00-3D07-F543-D29D-EFB8D37100C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22882161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33">
          <a:extLst>
            <a:ext uri="{FF2B5EF4-FFF2-40B4-BE49-F238E27FC236}">
              <a16:creationId xmlns:a16="http://schemas.microsoft.com/office/drawing/2014/main" xmlns="" id="{620939DD-E442-0635-6C5D-DA9ED692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4" name="Google Shape;14134;p44">
            <a:extLst>
              <a:ext uri="{FF2B5EF4-FFF2-40B4-BE49-F238E27FC236}">
                <a16:creationId xmlns:a16="http://schemas.microsoft.com/office/drawing/2014/main" xmlns="" id="{DD8EF9AF-8372-EB7C-2F10-8F4310A51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794075"/>
            <a:ext cx="4238400" cy="111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Integration Ideas</a:t>
            </a:r>
            <a:endParaRPr dirty="0"/>
          </a:p>
        </p:txBody>
      </p:sp>
      <p:sp>
        <p:nvSpPr>
          <p:cNvPr id="14135" name="Google Shape;14135;p44">
            <a:extLst>
              <a:ext uri="{FF2B5EF4-FFF2-40B4-BE49-F238E27FC236}">
                <a16:creationId xmlns:a16="http://schemas.microsoft.com/office/drawing/2014/main" xmlns="" id="{99BE0C80-7C83-CADA-55F6-A689D5740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4675" y="1980025"/>
            <a:ext cx="4238400" cy="22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/>
              <a:t>Vision system: provides real-time object position, improving picking accuracy</a:t>
            </a:r>
            <a:endParaRPr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/>
              <a:t>Free motion commands: precise joints movements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/>
              <a:t>S</a:t>
            </a:r>
            <a:r>
              <a:rPr lang="en" dirty="0"/>
              <a:t>ystem: integration with conveyor belt speed control and connecting to factory monitoring system</a:t>
            </a:r>
            <a:endParaRPr dirty="0"/>
          </a:p>
        </p:txBody>
      </p:sp>
      <p:grpSp>
        <p:nvGrpSpPr>
          <p:cNvPr id="14136" name="Google Shape;14136;p44">
            <a:extLst>
              <a:ext uri="{FF2B5EF4-FFF2-40B4-BE49-F238E27FC236}">
                <a16:creationId xmlns:a16="http://schemas.microsoft.com/office/drawing/2014/main" xmlns="" id="{974A8C2C-AEB7-57E5-949A-234DD8C8D4C2}"/>
              </a:ext>
            </a:extLst>
          </p:cNvPr>
          <p:cNvGrpSpPr/>
          <p:nvPr/>
        </p:nvGrpSpPr>
        <p:grpSpPr>
          <a:xfrm>
            <a:off x="5956050" y="1643075"/>
            <a:ext cx="1730205" cy="3157550"/>
            <a:chOff x="5861053" y="1577864"/>
            <a:chExt cx="1614600" cy="2946300"/>
          </a:xfrm>
        </p:grpSpPr>
        <p:sp>
          <p:nvSpPr>
            <p:cNvPr id="14137" name="Google Shape;14137;p44">
              <a:extLst>
                <a:ext uri="{FF2B5EF4-FFF2-40B4-BE49-F238E27FC236}">
                  <a16:creationId xmlns:a16="http://schemas.microsoft.com/office/drawing/2014/main" xmlns="" id="{9264E0D6-FE6C-8978-D95E-B8CFEAA35572}"/>
                </a:ext>
              </a:extLst>
            </p:cNvPr>
            <p:cNvSpPr/>
            <p:nvPr/>
          </p:nvSpPr>
          <p:spPr>
            <a:xfrm>
              <a:off x="5861053" y="1577864"/>
              <a:ext cx="1614600" cy="2946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8" name="Google Shape;14138;p44">
              <a:extLst>
                <a:ext uri="{FF2B5EF4-FFF2-40B4-BE49-F238E27FC236}">
                  <a16:creationId xmlns:a16="http://schemas.microsoft.com/office/drawing/2014/main" xmlns="" id="{8196FD77-A886-A5C4-4DD4-C32FAA8A9F79}"/>
                </a:ext>
              </a:extLst>
            </p:cNvPr>
            <p:cNvSpPr/>
            <p:nvPr/>
          </p:nvSpPr>
          <p:spPr>
            <a:xfrm>
              <a:off x="6427900" y="4333875"/>
              <a:ext cx="480900" cy="120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139" name="Google Shape;14139;p44">
            <a:extLst>
              <a:ext uri="{FF2B5EF4-FFF2-40B4-BE49-F238E27FC236}">
                <a16:creationId xmlns:a16="http://schemas.microsoft.com/office/drawing/2014/main" xmlns="" id="{790B7485-6F05-A8D3-4E23-C2D96381E3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5285" t="7037" r="15234"/>
          <a:stretch/>
        </p:blipFill>
        <p:spPr>
          <a:xfrm>
            <a:off x="6062975" y="1816101"/>
            <a:ext cx="1516925" cy="2690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40" name="Google Shape;14140;p44">
            <a:extLst>
              <a:ext uri="{FF2B5EF4-FFF2-40B4-BE49-F238E27FC236}">
                <a16:creationId xmlns:a16="http://schemas.microsoft.com/office/drawing/2014/main" xmlns="" id="{62CBFD64-C07B-404F-5659-088C216C5527}"/>
              </a:ext>
            </a:extLst>
          </p:cNvPr>
          <p:cNvGrpSpPr/>
          <p:nvPr/>
        </p:nvGrpSpPr>
        <p:grpSpPr>
          <a:xfrm>
            <a:off x="1292105" y="4511988"/>
            <a:ext cx="300558" cy="283271"/>
            <a:chOff x="1292105" y="4511988"/>
            <a:chExt cx="300558" cy="283271"/>
          </a:xfrm>
        </p:grpSpPr>
        <p:sp>
          <p:nvSpPr>
            <p:cNvPr id="14141" name="Google Shape;14141;p44">
              <a:extLst>
                <a:ext uri="{FF2B5EF4-FFF2-40B4-BE49-F238E27FC236}">
                  <a16:creationId xmlns:a16="http://schemas.microsoft.com/office/drawing/2014/main" xmlns="" id="{1692413D-0EF7-EEE4-637F-CC68E6378A4D}"/>
                </a:ext>
              </a:extLst>
            </p:cNvPr>
            <p:cNvSpPr/>
            <p:nvPr/>
          </p:nvSpPr>
          <p:spPr>
            <a:xfrm>
              <a:off x="1292105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2" name="Google Shape;14142;p44">
              <a:extLst>
                <a:ext uri="{FF2B5EF4-FFF2-40B4-BE49-F238E27FC236}">
                  <a16:creationId xmlns:a16="http://schemas.microsoft.com/office/drawing/2014/main" xmlns="" id="{FAB81C49-1DB4-10A7-5475-467A5A9A5A34}"/>
                </a:ext>
              </a:extLst>
            </p:cNvPr>
            <p:cNvSpPr/>
            <p:nvPr/>
          </p:nvSpPr>
          <p:spPr>
            <a:xfrm>
              <a:off x="1349830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3" name="Google Shape;14143;p44">
              <a:extLst>
                <a:ext uri="{FF2B5EF4-FFF2-40B4-BE49-F238E27FC236}">
                  <a16:creationId xmlns:a16="http://schemas.microsoft.com/office/drawing/2014/main" xmlns="" id="{9E0154FF-90C3-DF70-EFCD-ED031C3092AE}"/>
                </a:ext>
              </a:extLst>
            </p:cNvPr>
            <p:cNvSpPr/>
            <p:nvPr/>
          </p:nvSpPr>
          <p:spPr>
            <a:xfrm>
              <a:off x="1355695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4" name="Google Shape;14144;p44">
              <a:extLst>
                <a:ext uri="{FF2B5EF4-FFF2-40B4-BE49-F238E27FC236}">
                  <a16:creationId xmlns:a16="http://schemas.microsoft.com/office/drawing/2014/main" xmlns="" id="{9B589EAA-8CC2-7798-88D0-377B873D2ED6}"/>
                </a:ext>
              </a:extLst>
            </p:cNvPr>
            <p:cNvSpPr/>
            <p:nvPr/>
          </p:nvSpPr>
          <p:spPr>
            <a:xfrm>
              <a:off x="1384506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45" name="Google Shape;14145;p44">
            <a:extLst>
              <a:ext uri="{FF2B5EF4-FFF2-40B4-BE49-F238E27FC236}">
                <a16:creationId xmlns:a16="http://schemas.microsoft.com/office/drawing/2014/main" xmlns="" id="{C2A8C1CA-9126-6835-EC95-2B78FB43C7E9}"/>
              </a:ext>
            </a:extLst>
          </p:cNvPr>
          <p:cNvGrpSpPr/>
          <p:nvPr/>
        </p:nvGrpSpPr>
        <p:grpSpPr>
          <a:xfrm>
            <a:off x="1823769" y="4475313"/>
            <a:ext cx="156092" cy="306422"/>
            <a:chOff x="474406" y="2974600"/>
            <a:chExt cx="106759" cy="209577"/>
          </a:xfrm>
        </p:grpSpPr>
        <p:sp>
          <p:nvSpPr>
            <p:cNvPr id="14146" name="Google Shape;14146;p44">
              <a:extLst>
                <a:ext uri="{FF2B5EF4-FFF2-40B4-BE49-F238E27FC236}">
                  <a16:creationId xmlns:a16="http://schemas.microsoft.com/office/drawing/2014/main" xmlns="" id="{0434EC60-495B-3DBF-803D-71524026BE9D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7" name="Google Shape;14147;p44">
              <a:extLst>
                <a:ext uri="{FF2B5EF4-FFF2-40B4-BE49-F238E27FC236}">
                  <a16:creationId xmlns:a16="http://schemas.microsoft.com/office/drawing/2014/main" xmlns="" id="{5E203055-F1B1-19C3-4821-255098FB3810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8" name="Google Shape;14148;p44">
              <a:extLst>
                <a:ext uri="{FF2B5EF4-FFF2-40B4-BE49-F238E27FC236}">
                  <a16:creationId xmlns:a16="http://schemas.microsoft.com/office/drawing/2014/main" xmlns="" id="{78F3E862-6F88-A05F-E4CE-77A7B38B4E94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9" name="Google Shape;14149;p44">
              <a:extLst>
                <a:ext uri="{FF2B5EF4-FFF2-40B4-BE49-F238E27FC236}">
                  <a16:creationId xmlns:a16="http://schemas.microsoft.com/office/drawing/2014/main" xmlns="" id="{50884A4D-BEB0-C73F-ACC3-8C666E6C0427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50" name="Google Shape;14150;p44">
            <a:extLst>
              <a:ext uri="{FF2B5EF4-FFF2-40B4-BE49-F238E27FC236}">
                <a16:creationId xmlns:a16="http://schemas.microsoft.com/office/drawing/2014/main" xmlns="" id="{B83A830D-1CF9-8FE6-22DE-CBA86517D7C4}"/>
              </a:ext>
            </a:extLst>
          </p:cNvPr>
          <p:cNvGrpSpPr/>
          <p:nvPr/>
        </p:nvGrpSpPr>
        <p:grpSpPr>
          <a:xfrm>
            <a:off x="8231129" y="4410538"/>
            <a:ext cx="230087" cy="393387"/>
            <a:chOff x="1267792" y="5309150"/>
            <a:chExt cx="230087" cy="393387"/>
          </a:xfrm>
        </p:grpSpPr>
        <p:sp>
          <p:nvSpPr>
            <p:cNvPr id="14151" name="Google Shape;14151;p44">
              <a:extLst>
                <a:ext uri="{FF2B5EF4-FFF2-40B4-BE49-F238E27FC236}">
                  <a16:creationId xmlns:a16="http://schemas.microsoft.com/office/drawing/2014/main" xmlns="" id="{7442E14E-D2B9-2B48-B968-70FBA45C45FB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2" name="Google Shape;14152;p44">
              <a:extLst>
                <a:ext uri="{FF2B5EF4-FFF2-40B4-BE49-F238E27FC236}">
                  <a16:creationId xmlns:a16="http://schemas.microsoft.com/office/drawing/2014/main" xmlns="" id="{8988F3B8-ADCC-BCFA-745C-E69F1652DF6D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3" name="Google Shape;14153;p44">
              <a:extLst>
                <a:ext uri="{FF2B5EF4-FFF2-40B4-BE49-F238E27FC236}">
                  <a16:creationId xmlns:a16="http://schemas.microsoft.com/office/drawing/2014/main" xmlns="" id="{EBC4A972-9D9F-E6A6-AA38-AFFD589F601D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54" name="Google Shape;14154;p44">
            <a:extLst>
              <a:ext uri="{FF2B5EF4-FFF2-40B4-BE49-F238E27FC236}">
                <a16:creationId xmlns:a16="http://schemas.microsoft.com/office/drawing/2014/main" xmlns="" id="{3AA8270E-EE12-9E81-052D-AE110821A8C0}"/>
              </a:ext>
            </a:extLst>
          </p:cNvPr>
          <p:cNvGrpSpPr/>
          <p:nvPr/>
        </p:nvGrpSpPr>
        <p:grpSpPr>
          <a:xfrm>
            <a:off x="5904950" y="12813"/>
            <a:ext cx="1826977" cy="1978320"/>
            <a:chOff x="6900550" y="0"/>
            <a:chExt cx="1826977" cy="1978320"/>
          </a:xfrm>
        </p:grpSpPr>
        <p:sp>
          <p:nvSpPr>
            <p:cNvPr id="14155" name="Google Shape;14155;p44">
              <a:extLst>
                <a:ext uri="{FF2B5EF4-FFF2-40B4-BE49-F238E27FC236}">
                  <a16:creationId xmlns:a16="http://schemas.microsoft.com/office/drawing/2014/main" xmlns="" id="{93D99533-99FE-B61A-C778-2CC6F8CF2618}"/>
                </a:ext>
              </a:extLst>
            </p:cNvPr>
            <p:cNvSpPr/>
            <p:nvPr/>
          </p:nvSpPr>
          <p:spPr>
            <a:xfrm>
              <a:off x="7560428" y="392485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69" y="0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6" name="Google Shape;14156;p44">
              <a:extLst>
                <a:ext uri="{FF2B5EF4-FFF2-40B4-BE49-F238E27FC236}">
                  <a16:creationId xmlns:a16="http://schemas.microsoft.com/office/drawing/2014/main" xmlns="" id="{6474F264-668F-7431-D15D-2E0A711BE8DF}"/>
                </a:ext>
              </a:extLst>
            </p:cNvPr>
            <p:cNvSpPr/>
            <p:nvPr/>
          </p:nvSpPr>
          <p:spPr>
            <a:xfrm>
              <a:off x="7560428" y="240983"/>
              <a:ext cx="241041" cy="36942"/>
            </a:xfrm>
            <a:custGeom>
              <a:avLst/>
              <a:gdLst/>
              <a:ahLst/>
              <a:cxnLst/>
              <a:rect l="l" t="t" r="r" b="b"/>
              <a:pathLst>
                <a:path w="3941" h="604" extrusionOk="0">
                  <a:moveTo>
                    <a:pt x="0" y="604"/>
                  </a:moveTo>
                  <a:lnTo>
                    <a:pt x="3941" y="604"/>
                  </a:lnTo>
                  <a:lnTo>
                    <a:pt x="3769" y="1"/>
                  </a:lnTo>
                  <a:lnTo>
                    <a:pt x="17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7" name="Google Shape;14157;p44">
              <a:extLst>
                <a:ext uri="{FF2B5EF4-FFF2-40B4-BE49-F238E27FC236}">
                  <a16:creationId xmlns:a16="http://schemas.microsoft.com/office/drawing/2014/main" xmlns="" id="{E77D6C54-31E3-F14A-9034-D9B9C04F1DA5}"/>
                </a:ext>
              </a:extLst>
            </p:cNvPr>
            <p:cNvSpPr/>
            <p:nvPr/>
          </p:nvSpPr>
          <p:spPr>
            <a:xfrm>
              <a:off x="7560428" y="354257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8" name="Google Shape;14158;p44">
              <a:extLst>
                <a:ext uri="{FF2B5EF4-FFF2-40B4-BE49-F238E27FC236}">
                  <a16:creationId xmlns:a16="http://schemas.microsoft.com/office/drawing/2014/main" xmlns="" id="{A8A2E559-4E5F-85E3-5E04-BB660019F6DA}"/>
                </a:ext>
              </a:extLst>
            </p:cNvPr>
            <p:cNvSpPr/>
            <p:nvPr/>
          </p:nvSpPr>
          <p:spPr>
            <a:xfrm>
              <a:off x="7560428" y="277865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9" name="Google Shape;14159;p44">
              <a:extLst>
                <a:ext uri="{FF2B5EF4-FFF2-40B4-BE49-F238E27FC236}">
                  <a16:creationId xmlns:a16="http://schemas.microsoft.com/office/drawing/2014/main" xmlns="" id="{1BFF28C3-AC46-961E-6DB4-E33E03131F35}"/>
                </a:ext>
              </a:extLst>
            </p:cNvPr>
            <p:cNvSpPr/>
            <p:nvPr/>
          </p:nvSpPr>
          <p:spPr>
            <a:xfrm>
              <a:off x="7560428" y="202817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0"/>
                  </a:moveTo>
                  <a:lnTo>
                    <a:pt x="3941" y="0"/>
                  </a:lnTo>
                  <a:lnTo>
                    <a:pt x="3769" y="625"/>
                  </a:lnTo>
                  <a:lnTo>
                    <a:pt x="172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0" name="Google Shape;14160;p44">
              <a:extLst>
                <a:ext uri="{FF2B5EF4-FFF2-40B4-BE49-F238E27FC236}">
                  <a16:creationId xmlns:a16="http://schemas.microsoft.com/office/drawing/2014/main" xmlns="" id="{360B98D0-602A-CA70-B40C-F3035CBDCA4D}"/>
                </a:ext>
              </a:extLst>
            </p:cNvPr>
            <p:cNvSpPr/>
            <p:nvPr/>
          </p:nvSpPr>
          <p:spPr>
            <a:xfrm>
              <a:off x="7560428" y="316092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69" y="0"/>
                  </a:lnTo>
                  <a:lnTo>
                    <a:pt x="17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1" name="Google Shape;14161;p44">
              <a:extLst>
                <a:ext uri="{FF2B5EF4-FFF2-40B4-BE49-F238E27FC236}">
                  <a16:creationId xmlns:a16="http://schemas.microsoft.com/office/drawing/2014/main" xmlns="" id="{D9952F79-B4C0-A829-20C9-57309F78529D}"/>
                </a:ext>
              </a:extLst>
            </p:cNvPr>
            <p:cNvSpPr/>
            <p:nvPr/>
          </p:nvSpPr>
          <p:spPr>
            <a:xfrm>
              <a:off x="7913401" y="392485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625"/>
                  </a:moveTo>
                  <a:lnTo>
                    <a:pt x="3941" y="625"/>
                  </a:lnTo>
                  <a:lnTo>
                    <a:pt x="3790" y="0"/>
                  </a:lnTo>
                  <a:lnTo>
                    <a:pt x="1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2" name="Google Shape;14162;p44">
              <a:extLst>
                <a:ext uri="{FF2B5EF4-FFF2-40B4-BE49-F238E27FC236}">
                  <a16:creationId xmlns:a16="http://schemas.microsoft.com/office/drawing/2014/main" xmlns="" id="{D55C0981-F3FB-B46F-FFFE-1A549A56C795}"/>
                </a:ext>
              </a:extLst>
            </p:cNvPr>
            <p:cNvSpPr/>
            <p:nvPr/>
          </p:nvSpPr>
          <p:spPr>
            <a:xfrm>
              <a:off x="7913401" y="240983"/>
              <a:ext cx="241041" cy="36942"/>
            </a:xfrm>
            <a:custGeom>
              <a:avLst/>
              <a:gdLst/>
              <a:ahLst/>
              <a:cxnLst/>
              <a:rect l="l" t="t" r="r" b="b"/>
              <a:pathLst>
                <a:path w="3941" h="604" extrusionOk="0">
                  <a:moveTo>
                    <a:pt x="0" y="604"/>
                  </a:moveTo>
                  <a:lnTo>
                    <a:pt x="3941" y="604"/>
                  </a:lnTo>
                  <a:lnTo>
                    <a:pt x="3790" y="1"/>
                  </a:lnTo>
                  <a:lnTo>
                    <a:pt x="19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3" name="Google Shape;14163;p44">
              <a:extLst>
                <a:ext uri="{FF2B5EF4-FFF2-40B4-BE49-F238E27FC236}">
                  <a16:creationId xmlns:a16="http://schemas.microsoft.com/office/drawing/2014/main" xmlns="" id="{6194BEEE-792B-B3DE-48F7-1EE8BBB68351}"/>
                </a:ext>
              </a:extLst>
            </p:cNvPr>
            <p:cNvSpPr/>
            <p:nvPr/>
          </p:nvSpPr>
          <p:spPr>
            <a:xfrm>
              <a:off x="7913401" y="354257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4" name="Google Shape;14164;p44">
              <a:extLst>
                <a:ext uri="{FF2B5EF4-FFF2-40B4-BE49-F238E27FC236}">
                  <a16:creationId xmlns:a16="http://schemas.microsoft.com/office/drawing/2014/main" xmlns="" id="{C8A24FFB-CB73-E27D-01E2-02DFAA129508}"/>
                </a:ext>
              </a:extLst>
            </p:cNvPr>
            <p:cNvSpPr/>
            <p:nvPr/>
          </p:nvSpPr>
          <p:spPr>
            <a:xfrm>
              <a:off x="7913401" y="277865"/>
              <a:ext cx="241041" cy="38288"/>
            </a:xfrm>
            <a:custGeom>
              <a:avLst/>
              <a:gdLst/>
              <a:ahLst/>
              <a:cxnLst/>
              <a:rect l="l" t="t" r="r" b="b"/>
              <a:pathLst>
                <a:path w="3941" h="626" extrusionOk="0">
                  <a:moveTo>
                    <a:pt x="0" y="1"/>
                  </a:moveTo>
                  <a:lnTo>
                    <a:pt x="3941" y="1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5" name="Google Shape;14165;p44">
              <a:extLst>
                <a:ext uri="{FF2B5EF4-FFF2-40B4-BE49-F238E27FC236}">
                  <a16:creationId xmlns:a16="http://schemas.microsoft.com/office/drawing/2014/main" xmlns="" id="{E85F5C3B-F9C5-5668-95CA-724DC261A96F}"/>
                </a:ext>
              </a:extLst>
            </p:cNvPr>
            <p:cNvSpPr/>
            <p:nvPr/>
          </p:nvSpPr>
          <p:spPr>
            <a:xfrm>
              <a:off x="7913401" y="202817"/>
              <a:ext cx="241041" cy="38227"/>
            </a:xfrm>
            <a:custGeom>
              <a:avLst/>
              <a:gdLst/>
              <a:ahLst/>
              <a:cxnLst/>
              <a:rect l="l" t="t" r="r" b="b"/>
              <a:pathLst>
                <a:path w="3941" h="625" extrusionOk="0">
                  <a:moveTo>
                    <a:pt x="0" y="0"/>
                  </a:moveTo>
                  <a:lnTo>
                    <a:pt x="3941" y="0"/>
                  </a:lnTo>
                  <a:lnTo>
                    <a:pt x="3790" y="625"/>
                  </a:lnTo>
                  <a:lnTo>
                    <a:pt x="194" y="62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6" name="Google Shape;14166;p44">
              <a:extLst>
                <a:ext uri="{FF2B5EF4-FFF2-40B4-BE49-F238E27FC236}">
                  <a16:creationId xmlns:a16="http://schemas.microsoft.com/office/drawing/2014/main" xmlns="" id="{823025FF-9ACB-6CCD-F773-08EA740329F4}"/>
                </a:ext>
              </a:extLst>
            </p:cNvPr>
            <p:cNvSpPr/>
            <p:nvPr/>
          </p:nvSpPr>
          <p:spPr>
            <a:xfrm>
              <a:off x="7914686" y="316092"/>
              <a:ext cx="241103" cy="38227"/>
            </a:xfrm>
            <a:custGeom>
              <a:avLst/>
              <a:gdLst/>
              <a:ahLst/>
              <a:cxnLst/>
              <a:rect l="l" t="t" r="r" b="b"/>
              <a:pathLst>
                <a:path w="3942" h="625" extrusionOk="0">
                  <a:moveTo>
                    <a:pt x="1" y="625"/>
                  </a:moveTo>
                  <a:lnTo>
                    <a:pt x="3941" y="625"/>
                  </a:lnTo>
                  <a:lnTo>
                    <a:pt x="3791" y="0"/>
                  </a:lnTo>
                  <a:lnTo>
                    <a:pt x="1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7" name="Google Shape;14167;p44">
              <a:extLst>
                <a:ext uri="{FF2B5EF4-FFF2-40B4-BE49-F238E27FC236}">
                  <a16:creationId xmlns:a16="http://schemas.microsoft.com/office/drawing/2014/main" xmlns="" id="{3A4BD074-DF86-1CAB-DACD-5D31EA448A70}"/>
                </a:ext>
              </a:extLst>
            </p:cNvPr>
            <p:cNvSpPr/>
            <p:nvPr/>
          </p:nvSpPr>
          <p:spPr>
            <a:xfrm>
              <a:off x="7310148" y="68442"/>
              <a:ext cx="1102454" cy="163426"/>
            </a:xfrm>
            <a:custGeom>
              <a:avLst/>
              <a:gdLst/>
              <a:ahLst/>
              <a:cxnLst/>
              <a:rect l="l" t="t" r="r" b="b"/>
              <a:pathLst>
                <a:path w="18025" h="2672" extrusionOk="0">
                  <a:moveTo>
                    <a:pt x="9023" y="2671"/>
                  </a:moveTo>
                  <a:cubicBezTo>
                    <a:pt x="4523" y="2671"/>
                    <a:pt x="776" y="1530"/>
                    <a:pt x="1" y="1"/>
                  </a:cubicBezTo>
                  <a:lnTo>
                    <a:pt x="18025" y="1"/>
                  </a:lnTo>
                  <a:cubicBezTo>
                    <a:pt x="17249" y="1530"/>
                    <a:pt x="13502" y="2671"/>
                    <a:pt x="9023" y="267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8" name="Google Shape;14168;p44">
              <a:extLst>
                <a:ext uri="{FF2B5EF4-FFF2-40B4-BE49-F238E27FC236}">
                  <a16:creationId xmlns:a16="http://schemas.microsoft.com/office/drawing/2014/main" xmlns="" id="{CB7118E0-B182-57A1-52E6-63CA55857F70}"/>
                </a:ext>
              </a:extLst>
            </p:cNvPr>
            <p:cNvSpPr/>
            <p:nvPr/>
          </p:nvSpPr>
          <p:spPr>
            <a:xfrm>
              <a:off x="7310148" y="68442"/>
              <a:ext cx="974686" cy="118594"/>
            </a:xfrm>
            <a:custGeom>
              <a:avLst/>
              <a:gdLst/>
              <a:ahLst/>
              <a:cxnLst/>
              <a:rect l="l" t="t" r="r" b="b"/>
              <a:pathLst>
                <a:path w="15936" h="1939" extrusionOk="0">
                  <a:moveTo>
                    <a:pt x="905" y="927"/>
                  </a:moveTo>
                  <a:cubicBezTo>
                    <a:pt x="517" y="690"/>
                    <a:pt x="216" y="388"/>
                    <a:pt x="1" y="1"/>
                  </a:cubicBezTo>
                  <a:lnTo>
                    <a:pt x="15936" y="1"/>
                  </a:lnTo>
                  <a:cubicBezTo>
                    <a:pt x="14493" y="1142"/>
                    <a:pt x="11284" y="1939"/>
                    <a:pt x="7537" y="1939"/>
                  </a:cubicBezTo>
                  <a:cubicBezTo>
                    <a:pt x="4932" y="1939"/>
                    <a:pt x="2563" y="1551"/>
                    <a:pt x="905" y="9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9" name="Google Shape;14169;p44">
              <a:extLst>
                <a:ext uri="{FF2B5EF4-FFF2-40B4-BE49-F238E27FC236}">
                  <a16:creationId xmlns:a16="http://schemas.microsoft.com/office/drawing/2014/main" xmlns="" id="{F59F035B-AB3B-9381-312A-F19096E789DB}"/>
                </a:ext>
              </a:extLst>
            </p:cNvPr>
            <p:cNvSpPr/>
            <p:nvPr/>
          </p:nvSpPr>
          <p:spPr>
            <a:xfrm>
              <a:off x="7308803" y="0"/>
              <a:ext cx="1103800" cy="68502"/>
            </a:xfrm>
            <a:custGeom>
              <a:avLst/>
              <a:gdLst/>
              <a:ahLst/>
              <a:cxnLst/>
              <a:rect l="l" t="t" r="r" b="b"/>
              <a:pathLst>
                <a:path w="18047" h="1120" extrusionOk="0">
                  <a:moveTo>
                    <a:pt x="1" y="0"/>
                  </a:moveTo>
                  <a:lnTo>
                    <a:pt x="1" y="1120"/>
                  </a:lnTo>
                  <a:lnTo>
                    <a:pt x="18047" y="1120"/>
                  </a:lnTo>
                  <a:lnTo>
                    <a:pt x="1804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0" name="Google Shape;14170;p44">
              <a:extLst>
                <a:ext uri="{FF2B5EF4-FFF2-40B4-BE49-F238E27FC236}">
                  <a16:creationId xmlns:a16="http://schemas.microsoft.com/office/drawing/2014/main" xmlns="" id="{18D325D0-FB86-F027-7D82-A793E9C30026}"/>
                </a:ext>
              </a:extLst>
            </p:cNvPr>
            <p:cNvSpPr/>
            <p:nvPr/>
          </p:nvSpPr>
          <p:spPr>
            <a:xfrm>
              <a:off x="7462934" y="429366"/>
              <a:ext cx="795602" cy="359636"/>
            </a:xfrm>
            <a:custGeom>
              <a:avLst/>
              <a:gdLst/>
              <a:ahLst/>
              <a:cxnLst/>
              <a:rect l="l" t="t" r="r" b="b"/>
              <a:pathLst>
                <a:path w="13008" h="5880" extrusionOk="0">
                  <a:moveTo>
                    <a:pt x="1357" y="0"/>
                  </a:moveTo>
                  <a:lnTo>
                    <a:pt x="11672" y="0"/>
                  </a:lnTo>
                  <a:cubicBezTo>
                    <a:pt x="12404" y="0"/>
                    <a:pt x="13007" y="1314"/>
                    <a:pt x="13007" y="2950"/>
                  </a:cubicBezTo>
                  <a:lnTo>
                    <a:pt x="13007" y="2950"/>
                  </a:lnTo>
                  <a:cubicBezTo>
                    <a:pt x="13007" y="4565"/>
                    <a:pt x="12404" y="5879"/>
                    <a:pt x="11672" y="5879"/>
                  </a:cubicBezTo>
                  <a:lnTo>
                    <a:pt x="1357" y="5879"/>
                  </a:lnTo>
                  <a:cubicBezTo>
                    <a:pt x="625" y="5879"/>
                    <a:pt x="0" y="4565"/>
                    <a:pt x="0" y="2950"/>
                  </a:cubicBezTo>
                  <a:lnTo>
                    <a:pt x="0" y="2950"/>
                  </a:lnTo>
                  <a:cubicBezTo>
                    <a:pt x="0" y="1335"/>
                    <a:pt x="603" y="0"/>
                    <a:pt x="13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1" name="Google Shape;14171;p44">
              <a:extLst>
                <a:ext uri="{FF2B5EF4-FFF2-40B4-BE49-F238E27FC236}">
                  <a16:creationId xmlns:a16="http://schemas.microsoft.com/office/drawing/2014/main" xmlns="" id="{8A6AA24E-224B-5FE2-2A9E-6249220F2871}"/>
                </a:ext>
              </a:extLst>
            </p:cNvPr>
            <p:cNvSpPr/>
            <p:nvPr/>
          </p:nvSpPr>
          <p:spPr>
            <a:xfrm>
              <a:off x="7506421" y="476767"/>
              <a:ext cx="752115" cy="312235"/>
            </a:xfrm>
            <a:custGeom>
              <a:avLst/>
              <a:gdLst/>
              <a:ahLst/>
              <a:cxnLst/>
              <a:rect l="l" t="t" r="r" b="b"/>
              <a:pathLst>
                <a:path w="12297" h="5105" extrusionOk="0">
                  <a:moveTo>
                    <a:pt x="11865" y="22"/>
                  </a:moveTo>
                  <a:cubicBezTo>
                    <a:pt x="12167" y="711"/>
                    <a:pt x="12296" y="1422"/>
                    <a:pt x="12296" y="2154"/>
                  </a:cubicBezTo>
                  <a:lnTo>
                    <a:pt x="12296" y="2154"/>
                  </a:lnTo>
                  <a:cubicBezTo>
                    <a:pt x="12296" y="3769"/>
                    <a:pt x="11693" y="5104"/>
                    <a:pt x="10939" y="5104"/>
                  </a:cubicBezTo>
                  <a:lnTo>
                    <a:pt x="646" y="5104"/>
                  </a:lnTo>
                  <a:cubicBezTo>
                    <a:pt x="560" y="5104"/>
                    <a:pt x="495" y="5104"/>
                    <a:pt x="431" y="5061"/>
                  </a:cubicBezTo>
                  <a:cubicBezTo>
                    <a:pt x="129" y="4393"/>
                    <a:pt x="0" y="3661"/>
                    <a:pt x="22" y="2929"/>
                  </a:cubicBezTo>
                  <a:lnTo>
                    <a:pt x="22" y="2929"/>
                  </a:lnTo>
                  <a:cubicBezTo>
                    <a:pt x="22" y="1314"/>
                    <a:pt x="603" y="0"/>
                    <a:pt x="1357" y="0"/>
                  </a:cubicBezTo>
                  <a:lnTo>
                    <a:pt x="11672" y="0"/>
                  </a:lnTo>
                  <a:cubicBezTo>
                    <a:pt x="11736" y="0"/>
                    <a:pt x="11822" y="0"/>
                    <a:pt x="11887" y="2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2" name="Google Shape;14172;p44">
              <a:extLst>
                <a:ext uri="{FF2B5EF4-FFF2-40B4-BE49-F238E27FC236}">
                  <a16:creationId xmlns:a16="http://schemas.microsoft.com/office/drawing/2014/main" xmlns="" id="{3985C2FD-4840-3599-D79D-DF803B870BAA}"/>
                </a:ext>
              </a:extLst>
            </p:cNvPr>
            <p:cNvSpPr/>
            <p:nvPr/>
          </p:nvSpPr>
          <p:spPr>
            <a:xfrm>
              <a:off x="7506421" y="476767"/>
              <a:ext cx="729730" cy="280614"/>
            </a:xfrm>
            <a:custGeom>
              <a:avLst/>
              <a:gdLst/>
              <a:ahLst/>
              <a:cxnLst/>
              <a:rect l="l" t="t" r="r" b="b"/>
              <a:pathLst>
                <a:path w="11931" h="4588" extrusionOk="0">
                  <a:moveTo>
                    <a:pt x="237" y="4587"/>
                  </a:moveTo>
                  <a:cubicBezTo>
                    <a:pt x="86" y="4049"/>
                    <a:pt x="0" y="3489"/>
                    <a:pt x="22" y="2929"/>
                  </a:cubicBezTo>
                  <a:lnTo>
                    <a:pt x="22" y="2929"/>
                  </a:lnTo>
                  <a:cubicBezTo>
                    <a:pt x="22" y="1314"/>
                    <a:pt x="603" y="0"/>
                    <a:pt x="1357" y="0"/>
                  </a:cubicBezTo>
                  <a:lnTo>
                    <a:pt x="11693" y="0"/>
                  </a:lnTo>
                  <a:cubicBezTo>
                    <a:pt x="11844" y="539"/>
                    <a:pt x="11930" y="1077"/>
                    <a:pt x="11930" y="1637"/>
                  </a:cubicBezTo>
                  <a:lnTo>
                    <a:pt x="11930" y="1637"/>
                  </a:lnTo>
                  <a:cubicBezTo>
                    <a:pt x="11930" y="3252"/>
                    <a:pt x="11327" y="4587"/>
                    <a:pt x="10573" y="4587"/>
                  </a:cubicBezTo>
                  <a:lnTo>
                    <a:pt x="237" y="458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3" name="Google Shape;14173;p44">
              <a:extLst>
                <a:ext uri="{FF2B5EF4-FFF2-40B4-BE49-F238E27FC236}">
                  <a16:creationId xmlns:a16="http://schemas.microsoft.com/office/drawing/2014/main" xmlns="" id="{FACCBE2D-4D01-DE9D-C9C0-C3271F40178E}"/>
                </a:ext>
              </a:extLst>
            </p:cNvPr>
            <p:cNvSpPr/>
            <p:nvPr/>
          </p:nvSpPr>
          <p:spPr>
            <a:xfrm>
              <a:off x="6900550" y="1552813"/>
              <a:ext cx="795612" cy="425508"/>
            </a:xfrm>
            <a:custGeom>
              <a:avLst/>
              <a:gdLst/>
              <a:ahLst/>
              <a:cxnLst/>
              <a:rect l="l" t="t" r="r" b="b"/>
              <a:pathLst>
                <a:path w="10424" h="6957" extrusionOk="0">
                  <a:moveTo>
                    <a:pt x="10423" y="1"/>
                  </a:moveTo>
                  <a:lnTo>
                    <a:pt x="0" y="3834"/>
                  </a:lnTo>
                  <a:lnTo>
                    <a:pt x="0" y="6181"/>
                  </a:lnTo>
                  <a:lnTo>
                    <a:pt x="1056" y="6913"/>
                  </a:lnTo>
                  <a:cubicBezTo>
                    <a:pt x="1099" y="6956"/>
                    <a:pt x="1185" y="6956"/>
                    <a:pt x="1228" y="6913"/>
                  </a:cubicBezTo>
                  <a:cubicBezTo>
                    <a:pt x="1293" y="6870"/>
                    <a:pt x="1293" y="6806"/>
                    <a:pt x="1271" y="6741"/>
                  </a:cubicBezTo>
                  <a:lnTo>
                    <a:pt x="819" y="6009"/>
                  </a:lnTo>
                  <a:lnTo>
                    <a:pt x="819" y="4932"/>
                  </a:lnTo>
                  <a:lnTo>
                    <a:pt x="10402" y="2090"/>
                  </a:lnTo>
                  <a:lnTo>
                    <a:pt x="10402" y="2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4" name="Google Shape;14174;p44">
              <a:extLst>
                <a:ext uri="{FF2B5EF4-FFF2-40B4-BE49-F238E27FC236}">
                  <a16:creationId xmlns:a16="http://schemas.microsoft.com/office/drawing/2014/main" xmlns="" id="{B2BD8921-28E0-BF2C-E1CB-09434440463E}"/>
                </a:ext>
              </a:extLst>
            </p:cNvPr>
            <p:cNvSpPr/>
            <p:nvPr/>
          </p:nvSpPr>
          <p:spPr>
            <a:xfrm>
              <a:off x="6925204" y="1577888"/>
              <a:ext cx="770959" cy="400431"/>
            </a:xfrm>
            <a:custGeom>
              <a:avLst/>
              <a:gdLst/>
              <a:ahLst/>
              <a:cxnLst/>
              <a:rect l="l" t="t" r="r" b="b"/>
              <a:pathLst>
                <a:path w="10101" h="6547" extrusionOk="0">
                  <a:moveTo>
                    <a:pt x="1" y="5987"/>
                  </a:moveTo>
                  <a:lnTo>
                    <a:pt x="733" y="6503"/>
                  </a:lnTo>
                  <a:cubicBezTo>
                    <a:pt x="797" y="6546"/>
                    <a:pt x="862" y="6546"/>
                    <a:pt x="926" y="6503"/>
                  </a:cubicBezTo>
                  <a:cubicBezTo>
                    <a:pt x="970" y="6460"/>
                    <a:pt x="991" y="6396"/>
                    <a:pt x="948" y="6331"/>
                  </a:cubicBezTo>
                  <a:lnTo>
                    <a:pt x="517" y="5599"/>
                  </a:lnTo>
                  <a:lnTo>
                    <a:pt x="517" y="4522"/>
                  </a:lnTo>
                  <a:lnTo>
                    <a:pt x="10100" y="1680"/>
                  </a:lnTo>
                  <a:lnTo>
                    <a:pt x="10100" y="0"/>
                  </a:lnTo>
                  <a:lnTo>
                    <a:pt x="1" y="370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5" name="Google Shape;14175;p44">
              <a:extLst>
                <a:ext uri="{FF2B5EF4-FFF2-40B4-BE49-F238E27FC236}">
                  <a16:creationId xmlns:a16="http://schemas.microsoft.com/office/drawing/2014/main" xmlns="" id="{D4D4C70E-F16F-7F7E-AF56-32838F5E7034}"/>
                </a:ext>
              </a:extLst>
            </p:cNvPr>
            <p:cNvSpPr/>
            <p:nvPr/>
          </p:nvSpPr>
          <p:spPr>
            <a:xfrm>
              <a:off x="8010825" y="1552813"/>
              <a:ext cx="716702" cy="425508"/>
            </a:xfrm>
            <a:custGeom>
              <a:avLst/>
              <a:gdLst/>
              <a:ahLst/>
              <a:cxnLst/>
              <a:rect l="l" t="t" r="r" b="b"/>
              <a:pathLst>
                <a:path w="10424" h="6957" extrusionOk="0">
                  <a:moveTo>
                    <a:pt x="1" y="1"/>
                  </a:moveTo>
                  <a:lnTo>
                    <a:pt x="10423" y="3834"/>
                  </a:lnTo>
                  <a:lnTo>
                    <a:pt x="10423" y="6181"/>
                  </a:lnTo>
                  <a:lnTo>
                    <a:pt x="9368" y="6913"/>
                  </a:lnTo>
                  <a:cubicBezTo>
                    <a:pt x="9303" y="6956"/>
                    <a:pt x="9239" y="6956"/>
                    <a:pt x="9174" y="6913"/>
                  </a:cubicBezTo>
                  <a:cubicBezTo>
                    <a:pt x="9131" y="6870"/>
                    <a:pt x="9110" y="6806"/>
                    <a:pt x="9153" y="6741"/>
                  </a:cubicBezTo>
                  <a:lnTo>
                    <a:pt x="9583" y="6009"/>
                  </a:lnTo>
                  <a:lnTo>
                    <a:pt x="9583" y="4932"/>
                  </a:lnTo>
                  <a:lnTo>
                    <a:pt x="1" y="20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6" name="Google Shape;14176;p44">
              <a:extLst>
                <a:ext uri="{FF2B5EF4-FFF2-40B4-BE49-F238E27FC236}">
                  <a16:creationId xmlns:a16="http://schemas.microsoft.com/office/drawing/2014/main" xmlns="" id="{EF307CF9-AA89-8738-8022-899D0D73123B}"/>
                </a:ext>
              </a:extLst>
            </p:cNvPr>
            <p:cNvSpPr/>
            <p:nvPr/>
          </p:nvSpPr>
          <p:spPr>
            <a:xfrm>
              <a:off x="8010825" y="1579172"/>
              <a:ext cx="716702" cy="396516"/>
            </a:xfrm>
            <a:custGeom>
              <a:avLst/>
              <a:gdLst/>
              <a:ahLst/>
              <a:cxnLst/>
              <a:rect l="l" t="t" r="r" b="b"/>
              <a:pathLst>
                <a:path w="10424" h="6483" extrusionOk="0">
                  <a:moveTo>
                    <a:pt x="10423" y="3726"/>
                  </a:moveTo>
                  <a:lnTo>
                    <a:pt x="10423" y="5750"/>
                  </a:lnTo>
                  <a:lnTo>
                    <a:pt x="9368" y="6482"/>
                  </a:lnTo>
                  <a:lnTo>
                    <a:pt x="9777" y="5793"/>
                  </a:lnTo>
                  <a:lnTo>
                    <a:pt x="9777" y="4889"/>
                  </a:lnTo>
                  <a:lnTo>
                    <a:pt x="9583" y="4738"/>
                  </a:lnTo>
                  <a:lnTo>
                    <a:pt x="9583" y="4480"/>
                  </a:lnTo>
                  <a:lnTo>
                    <a:pt x="1" y="1637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7" name="Google Shape;14177;p44">
              <a:extLst>
                <a:ext uri="{FF2B5EF4-FFF2-40B4-BE49-F238E27FC236}">
                  <a16:creationId xmlns:a16="http://schemas.microsoft.com/office/drawing/2014/main" xmlns="" id="{96FF5691-6500-A2FD-4DEA-C87E3ED80A71}"/>
                </a:ext>
              </a:extLst>
            </p:cNvPr>
            <p:cNvSpPr/>
            <p:nvPr/>
          </p:nvSpPr>
          <p:spPr>
            <a:xfrm>
              <a:off x="7694743" y="1521252"/>
              <a:ext cx="317495" cy="172601"/>
            </a:xfrm>
            <a:custGeom>
              <a:avLst/>
              <a:gdLst/>
              <a:ahLst/>
              <a:cxnLst/>
              <a:rect l="l" t="t" r="r" b="b"/>
              <a:pathLst>
                <a:path w="5191" h="2822" extrusionOk="0">
                  <a:moveTo>
                    <a:pt x="1" y="0"/>
                  </a:moveTo>
                  <a:lnTo>
                    <a:pt x="5190" y="0"/>
                  </a:lnTo>
                  <a:lnTo>
                    <a:pt x="5190" y="2821"/>
                  </a:lnTo>
                  <a:lnTo>
                    <a:pt x="1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8" name="Google Shape;14178;p44">
              <a:extLst>
                <a:ext uri="{FF2B5EF4-FFF2-40B4-BE49-F238E27FC236}">
                  <a16:creationId xmlns:a16="http://schemas.microsoft.com/office/drawing/2014/main" xmlns="" id="{E81CCB37-6E56-C62B-314E-0A3E0F44A20A}"/>
                </a:ext>
              </a:extLst>
            </p:cNvPr>
            <p:cNvSpPr/>
            <p:nvPr/>
          </p:nvSpPr>
          <p:spPr>
            <a:xfrm>
              <a:off x="7709238" y="1533057"/>
              <a:ext cx="302999" cy="160796"/>
            </a:xfrm>
            <a:custGeom>
              <a:avLst/>
              <a:gdLst/>
              <a:ahLst/>
              <a:cxnLst/>
              <a:rect l="l" t="t" r="r" b="b"/>
              <a:pathLst>
                <a:path w="4954" h="2629" extrusionOk="0">
                  <a:moveTo>
                    <a:pt x="4953" y="1"/>
                  </a:moveTo>
                  <a:lnTo>
                    <a:pt x="4953" y="2628"/>
                  </a:lnTo>
                  <a:lnTo>
                    <a:pt x="0" y="262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9" name="Google Shape;14179;p44">
              <a:extLst>
                <a:ext uri="{FF2B5EF4-FFF2-40B4-BE49-F238E27FC236}">
                  <a16:creationId xmlns:a16="http://schemas.microsoft.com/office/drawing/2014/main" xmlns="" id="{F4EDA2E4-C44F-38FD-D6AF-2182EB654CD3}"/>
                </a:ext>
              </a:extLst>
            </p:cNvPr>
            <p:cNvSpPr/>
            <p:nvPr/>
          </p:nvSpPr>
          <p:spPr>
            <a:xfrm>
              <a:off x="7748750" y="1293358"/>
              <a:ext cx="210766" cy="227953"/>
            </a:xfrm>
            <a:custGeom>
              <a:avLst/>
              <a:gdLst/>
              <a:ahLst/>
              <a:cxnLst/>
              <a:rect l="l" t="t" r="r" b="b"/>
              <a:pathLst>
                <a:path w="3446" h="3727" extrusionOk="0">
                  <a:moveTo>
                    <a:pt x="0" y="1"/>
                  </a:moveTo>
                  <a:lnTo>
                    <a:pt x="3446" y="1"/>
                  </a:lnTo>
                  <a:lnTo>
                    <a:pt x="3446" y="3726"/>
                  </a:lnTo>
                  <a:lnTo>
                    <a:pt x="0" y="372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0" name="Google Shape;14180;p44">
              <a:extLst>
                <a:ext uri="{FF2B5EF4-FFF2-40B4-BE49-F238E27FC236}">
                  <a16:creationId xmlns:a16="http://schemas.microsoft.com/office/drawing/2014/main" xmlns="" id="{D6236BB6-758D-CB7D-E669-DC007D0A0C70}"/>
                </a:ext>
              </a:extLst>
            </p:cNvPr>
            <p:cNvSpPr/>
            <p:nvPr/>
          </p:nvSpPr>
          <p:spPr>
            <a:xfrm>
              <a:off x="7804041" y="770473"/>
              <a:ext cx="100184" cy="522939"/>
            </a:xfrm>
            <a:custGeom>
              <a:avLst/>
              <a:gdLst/>
              <a:ahLst/>
              <a:cxnLst/>
              <a:rect l="l" t="t" r="r" b="b"/>
              <a:pathLst>
                <a:path w="1638" h="8550" extrusionOk="0">
                  <a:moveTo>
                    <a:pt x="1" y="1"/>
                  </a:moveTo>
                  <a:lnTo>
                    <a:pt x="1637" y="1"/>
                  </a:lnTo>
                  <a:lnTo>
                    <a:pt x="1637" y="8550"/>
                  </a:lnTo>
                  <a:lnTo>
                    <a:pt x="1" y="85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1" name="Google Shape;14181;p44">
              <a:extLst>
                <a:ext uri="{FF2B5EF4-FFF2-40B4-BE49-F238E27FC236}">
                  <a16:creationId xmlns:a16="http://schemas.microsoft.com/office/drawing/2014/main" xmlns="" id="{77E7B5F5-8875-EE9B-7E2B-5C10431EAE53}"/>
                </a:ext>
              </a:extLst>
            </p:cNvPr>
            <p:cNvSpPr/>
            <p:nvPr/>
          </p:nvSpPr>
          <p:spPr>
            <a:xfrm>
              <a:off x="7804041" y="770473"/>
              <a:ext cx="100184" cy="425508"/>
            </a:xfrm>
            <a:custGeom>
              <a:avLst/>
              <a:gdLst/>
              <a:ahLst/>
              <a:cxnLst/>
              <a:rect l="l" t="t" r="r" b="b"/>
              <a:pathLst>
                <a:path w="1638" h="6957" extrusionOk="0">
                  <a:moveTo>
                    <a:pt x="1" y="1"/>
                  </a:moveTo>
                  <a:lnTo>
                    <a:pt x="1637" y="1"/>
                  </a:lnTo>
                  <a:lnTo>
                    <a:pt x="1637" y="6956"/>
                  </a:lnTo>
                  <a:cubicBezTo>
                    <a:pt x="1551" y="6956"/>
                    <a:pt x="1465" y="6956"/>
                    <a:pt x="1379" y="6956"/>
                  </a:cubicBezTo>
                  <a:lnTo>
                    <a:pt x="1379" y="6956"/>
                  </a:lnTo>
                  <a:cubicBezTo>
                    <a:pt x="884" y="6956"/>
                    <a:pt x="388" y="6762"/>
                    <a:pt x="1" y="643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2" name="Google Shape;14182;p44">
              <a:extLst>
                <a:ext uri="{FF2B5EF4-FFF2-40B4-BE49-F238E27FC236}">
                  <a16:creationId xmlns:a16="http://schemas.microsoft.com/office/drawing/2014/main" xmlns="" id="{D978D115-745C-F73E-8D55-4879F8D6392D}"/>
                </a:ext>
              </a:extLst>
            </p:cNvPr>
            <p:cNvSpPr/>
            <p:nvPr/>
          </p:nvSpPr>
          <p:spPr>
            <a:xfrm>
              <a:off x="7680247" y="412240"/>
              <a:ext cx="384651" cy="734990"/>
            </a:xfrm>
            <a:custGeom>
              <a:avLst/>
              <a:gdLst/>
              <a:ahLst/>
              <a:cxnLst/>
              <a:rect l="l" t="t" r="r" b="b"/>
              <a:pathLst>
                <a:path w="6289" h="12017" extrusionOk="0">
                  <a:moveTo>
                    <a:pt x="6267" y="3166"/>
                  </a:moveTo>
                  <a:lnTo>
                    <a:pt x="5427" y="9691"/>
                  </a:lnTo>
                  <a:cubicBezTo>
                    <a:pt x="5277" y="10961"/>
                    <a:pt x="4351" y="12016"/>
                    <a:pt x="3080" y="12016"/>
                  </a:cubicBezTo>
                  <a:lnTo>
                    <a:pt x="3080" y="12016"/>
                  </a:lnTo>
                  <a:cubicBezTo>
                    <a:pt x="1788" y="12016"/>
                    <a:pt x="905" y="10940"/>
                    <a:pt x="754" y="9669"/>
                  </a:cubicBezTo>
                  <a:lnTo>
                    <a:pt x="1" y="3123"/>
                  </a:lnTo>
                  <a:cubicBezTo>
                    <a:pt x="22" y="1400"/>
                    <a:pt x="1443" y="0"/>
                    <a:pt x="3166" y="0"/>
                  </a:cubicBezTo>
                  <a:lnTo>
                    <a:pt x="3166" y="0"/>
                  </a:lnTo>
                  <a:cubicBezTo>
                    <a:pt x="4889" y="22"/>
                    <a:pt x="6289" y="1443"/>
                    <a:pt x="6267" y="3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3" name="Google Shape;14183;p44">
              <a:extLst>
                <a:ext uri="{FF2B5EF4-FFF2-40B4-BE49-F238E27FC236}">
                  <a16:creationId xmlns:a16="http://schemas.microsoft.com/office/drawing/2014/main" xmlns="" id="{C1F14C4D-7B33-53B4-B702-122B85F1FA58}"/>
                </a:ext>
              </a:extLst>
            </p:cNvPr>
            <p:cNvSpPr/>
            <p:nvPr/>
          </p:nvSpPr>
          <p:spPr>
            <a:xfrm>
              <a:off x="7663121" y="417500"/>
              <a:ext cx="383367" cy="734990"/>
            </a:xfrm>
            <a:custGeom>
              <a:avLst/>
              <a:gdLst/>
              <a:ahLst/>
              <a:cxnLst/>
              <a:rect l="l" t="t" r="r" b="b"/>
              <a:pathLst>
                <a:path w="6268" h="12017" extrusionOk="0">
                  <a:moveTo>
                    <a:pt x="6267" y="3166"/>
                  </a:moveTo>
                  <a:lnTo>
                    <a:pt x="5427" y="9691"/>
                  </a:lnTo>
                  <a:cubicBezTo>
                    <a:pt x="5255" y="10961"/>
                    <a:pt x="4351" y="12016"/>
                    <a:pt x="3059" y="12016"/>
                  </a:cubicBezTo>
                  <a:lnTo>
                    <a:pt x="3059" y="12016"/>
                  </a:lnTo>
                  <a:cubicBezTo>
                    <a:pt x="1788" y="12016"/>
                    <a:pt x="884" y="10940"/>
                    <a:pt x="754" y="9669"/>
                  </a:cubicBezTo>
                  <a:lnTo>
                    <a:pt x="1" y="3123"/>
                  </a:lnTo>
                  <a:cubicBezTo>
                    <a:pt x="22" y="1400"/>
                    <a:pt x="1422" y="0"/>
                    <a:pt x="3145" y="0"/>
                  </a:cubicBezTo>
                  <a:lnTo>
                    <a:pt x="3145" y="0"/>
                  </a:lnTo>
                  <a:cubicBezTo>
                    <a:pt x="4889" y="22"/>
                    <a:pt x="6267" y="1443"/>
                    <a:pt x="6267" y="31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4" name="Google Shape;14184;p44">
              <a:extLst>
                <a:ext uri="{FF2B5EF4-FFF2-40B4-BE49-F238E27FC236}">
                  <a16:creationId xmlns:a16="http://schemas.microsoft.com/office/drawing/2014/main" xmlns="" id="{FE5E05A9-13FA-C05B-4A45-1A92427B2ED4}"/>
                </a:ext>
              </a:extLst>
            </p:cNvPr>
            <p:cNvSpPr/>
            <p:nvPr/>
          </p:nvSpPr>
          <p:spPr>
            <a:xfrm>
              <a:off x="7680247" y="428020"/>
              <a:ext cx="366241" cy="724470"/>
            </a:xfrm>
            <a:custGeom>
              <a:avLst/>
              <a:gdLst/>
              <a:ahLst/>
              <a:cxnLst/>
              <a:rect l="l" t="t" r="r" b="b"/>
              <a:pathLst>
                <a:path w="5988" h="11845" extrusionOk="0">
                  <a:moveTo>
                    <a:pt x="5987" y="2994"/>
                  </a:moveTo>
                  <a:lnTo>
                    <a:pt x="5147" y="9519"/>
                  </a:lnTo>
                  <a:cubicBezTo>
                    <a:pt x="4975" y="10789"/>
                    <a:pt x="4071" y="11844"/>
                    <a:pt x="2779" y="11844"/>
                  </a:cubicBezTo>
                  <a:lnTo>
                    <a:pt x="2779" y="11844"/>
                  </a:lnTo>
                  <a:cubicBezTo>
                    <a:pt x="2434" y="11844"/>
                    <a:pt x="2111" y="11758"/>
                    <a:pt x="1810" y="11608"/>
                  </a:cubicBezTo>
                  <a:cubicBezTo>
                    <a:pt x="1207" y="11134"/>
                    <a:pt x="819" y="10423"/>
                    <a:pt x="754" y="9670"/>
                  </a:cubicBezTo>
                  <a:lnTo>
                    <a:pt x="1" y="3123"/>
                  </a:lnTo>
                  <a:cubicBezTo>
                    <a:pt x="22" y="1400"/>
                    <a:pt x="1443" y="1"/>
                    <a:pt x="3166" y="22"/>
                  </a:cubicBezTo>
                  <a:lnTo>
                    <a:pt x="3166" y="22"/>
                  </a:lnTo>
                  <a:cubicBezTo>
                    <a:pt x="3683" y="22"/>
                    <a:pt x="4200" y="151"/>
                    <a:pt x="4652" y="410"/>
                  </a:cubicBezTo>
                  <a:cubicBezTo>
                    <a:pt x="5492" y="991"/>
                    <a:pt x="5987" y="1960"/>
                    <a:pt x="5987" y="299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5" name="Google Shape;14185;p44">
              <a:extLst>
                <a:ext uri="{FF2B5EF4-FFF2-40B4-BE49-F238E27FC236}">
                  <a16:creationId xmlns:a16="http://schemas.microsoft.com/office/drawing/2014/main" xmlns="" id="{7A8C9A42-B264-8577-0916-1D7311D0B69B}"/>
                </a:ext>
              </a:extLst>
            </p:cNvPr>
            <p:cNvSpPr/>
            <p:nvPr/>
          </p:nvSpPr>
          <p:spPr>
            <a:xfrm>
              <a:off x="7731624" y="479397"/>
              <a:ext cx="293763" cy="293763"/>
            </a:xfrm>
            <a:custGeom>
              <a:avLst/>
              <a:gdLst/>
              <a:ahLst/>
              <a:cxnLst/>
              <a:rect l="l" t="t" r="r" b="b"/>
              <a:pathLst>
                <a:path w="4803" h="4803" extrusionOk="0">
                  <a:moveTo>
                    <a:pt x="539" y="3360"/>
                  </a:moveTo>
                  <a:cubicBezTo>
                    <a:pt x="1056" y="4393"/>
                    <a:pt x="2326" y="4803"/>
                    <a:pt x="3360" y="4286"/>
                  </a:cubicBezTo>
                  <a:cubicBezTo>
                    <a:pt x="4393" y="3747"/>
                    <a:pt x="4803" y="2477"/>
                    <a:pt x="4264" y="1443"/>
                  </a:cubicBezTo>
                  <a:cubicBezTo>
                    <a:pt x="3747" y="410"/>
                    <a:pt x="2477" y="0"/>
                    <a:pt x="1443" y="539"/>
                  </a:cubicBezTo>
                  <a:cubicBezTo>
                    <a:pt x="410" y="1056"/>
                    <a:pt x="0" y="2326"/>
                    <a:pt x="539" y="336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6" name="Google Shape;14186;p44">
              <a:extLst>
                <a:ext uri="{FF2B5EF4-FFF2-40B4-BE49-F238E27FC236}">
                  <a16:creationId xmlns:a16="http://schemas.microsoft.com/office/drawing/2014/main" xmlns="" id="{02D0E77E-E26A-C6D9-C697-803C2A05BAFC}"/>
                </a:ext>
              </a:extLst>
            </p:cNvPr>
            <p:cNvSpPr/>
            <p:nvPr/>
          </p:nvSpPr>
          <p:spPr>
            <a:xfrm>
              <a:off x="7727649" y="474137"/>
              <a:ext cx="262204" cy="262142"/>
            </a:xfrm>
            <a:custGeom>
              <a:avLst/>
              <a:gdLst/>
              <a:ahLst/>
              <a:cxnLst/>
              <a:rect l="l" t="t" r="r" b="b"/>
              <a:pathLst>
                <a:path w="4287" h="4286" extrusionOk="0">
                  <a:moveTo>
                    <a:pt x="44" y="2068"/>
                  </a:moveTo>
                  <a:cubicBezTo>
                    <a:pt x="1" y="3230"/>
                    <a:pt x="905" y="4200"/>
                    <a:pt x="2068" y="4243"/>
                  </a:cubicBezTo>
                  <a:cubicBezTo>
                    <a:pt x="3231" y="4286"/>
                    <a:pt x="4200" y="3360"/>
                    <a:pt x="4243" y="2218"/>
                  </a:cubicBezTo>
                  <a:cubicBezTo>
                    <a:pt x="4286" y="1056"/>
                    <a:pt x="3360" y="86"/>
                    <a:pt x="2219" y="43"/>
                  </a:cubicBezTo>
                  <a:cubicBezTo>
                    <a:pt x="1056" y="0"/>
                    <a:pt x="87" y="905"/>
                    <a:pt x="44" y="206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7" name="Google Shape;14187;p44">
              <a:extLst>
                <a:ext uri="{FF2B5EF4-FFF2-40B4-BE49-F238E27FC236}">
                  <a16:creationId xmlns:a16="http://schemas.microsoft.com/office/drawing/2014/main" xmlns="" id="{5AA8E9CC-0495-EAE8-DA79-7C4F53BFE797}"/>
                </a:ext>
              </a:extLst>
            </p:cNvPr>
            <p:cNvSpPr/>
            <p:nvPr/>
          </p:nvSpPr>
          <p:spPr>
            <a:xfrm>
              <a:off x="7744774" y="486003"/>
              <a:ext cx="243733" cy="250277"/>
            </a:xfrm>
            <a:custGeom>
              <a:avLst/>
              <a:gdLst/>
              <a:ahLst/>
              <a:cxnLst/>
              <a:rect l="l" t="t" r="r" b="b"/>
              <a:pathLst>
                <a:path w="3985" h="4092" extrusionOk="0">
                  <a:moveTo>
                    <a:pt x="776" y="3747"/>
                  </a:moveTo>
                  <a:cubicBezTo>
                    <a:pt x="1078" y="3919"/>
                    <a:pt x="1422" y="4027"/>
                    <a:pt x="1788" y="4049"/>
                  </a:cubicBezTo>
                  <a:cubicBezTo>
                    <a:pt x="2951" y="4092"/>
                    <a:pt x="3920" y="3166"/>
                    <a:pt x="3963" y="2024"/>
                  </a:cubicBezTo>
                  <a:cubicBezTo>
                    <a:pt x="3985" y="1378"/>
                    <a:pt x="3705" y="754"/>
                    <a:pt x="3209" y="323"/>
                  </a:cubicBezTo>
                  <a:cubicBezTo>
                    <a:pt x="2908" y="151"/>
                    <a:pt x="2542" y="43"/>
                    <a:pt x="2197" y="22"/>
                  </a:cubicBezTo>
                  <a:cubicBezTo>
                    <a:pt x="1034" y="0"/>
                    <a:pt x="65" y="905"/>
                    <a:pt x="22" y="2067"/>
                  </a:cubicBezTo>
                  <a:cubicBezTo>
                    <a:pt x="1" y="2713"/>
                    <a:pt x="281" y="3316"/>
                    <a:pt x="776" y="374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8" name="Google Shape;14188;p44">
              <a:extLst>
                <a:ext uri="{FF2B5EF4-FFF2-40B4-BE49-F238E27FC236}">
                  <a16:creationId xmlns:a16="http://schemas.microsoft.com/office/drawing/2014/main" xmlns="" id="{5B21BF52-4F8C-8A1C-B1A7-F6E6107631AC}"/>
                </a:ext>
              </a:extLst>
            </p:cNvPr>
            <p:cNvSpPr/>
            <p:nvPr/>
          </p:nvSpPr>
          <p:spPr>
            <a:xfrm>
              <a:off x="7783001" y="529429"/>
              <a:ext cx="151500" cy="151561"/>
            </a:xfrm>
            <a:custGeom>
              <a:avLst/>
              <a:gdLst/>
              <a:ahLst/>
              <a:cxnLst/>
              <a:rect l="l" t="t" r="r" b="b"/>
              <a:pathLst>
                <a:path w="2477" h="2478" extrusionOk="0">
                  <a:moveTo>
                    <a:pt x="22" y="1185"/>
                  </a:moveTo>
                  <a:cubicBezTo>
                    <a:pt x="0" y="1853"/>
                    <a:pt x="517" y="2413"/>
                    <a:pt x="1185" y="2456"/>
                  </a:cubicBezTo>
                  <a:cubicBezTo>
                    <a:pt x="1852" y="2477"/>
                    <a:pt x="2434" y="1939"/>
                    <a:pt x="2455" y="1271"/>
                  </a:cubicBezTo>
                  <a:cubicBezTo>
                    <a:pt x="2477" y="604"/>
                    <a:pt x="1938" y="44"/>
                    <a:pt x="1271" y="22"/>
                  </a:cubicBezTo>
                  <a:cubicBezTo>
                    <a:pt x="603" y="1"/>
                    <a:pt x="43" y="518"/>
                    <a:pt x="22" y="11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9" name="Google Shape;14189;p44">
              <a:extLst>
                <a:ext uri="{FF2B5EF4-FFF2-40B4-BE49-F238E27FC236}">
                  <a16:creationId xmlns:a16="http://schemas.microsoft.com/office/drawing/2014/main" xmlns="" id="{0DFCBCAB-3C91-DFCF-A25D-4F084E345D90}"/>
                </a:ext>
              </a:extLst>
            </p:cNvPr>
            <p:cNvSpPr/>
            <p:nvPr/>
          </p:nvSpPr>
          <p:spPr>
            <a:xfrm>
              <a:off x="7797497" y="544520"/>
              <a:ext cx="135720" cy="135720"/>
            </a:xfrm>
            <a:custGeom>
              <a:avLst/>
              <a:gdLst/>
              <a:ahLst/>
              <a:cxnLst/>
              <a:rect l="l" t="t" r="r" b="b"/>
              <a:pathLst>
                <a:path w="2219" h="2219" extrusionOk="0">
                  <a:moveTo>
                    <a:pt x="237" y="1939"/>
                  </a:moveTo>
                  <a:cubicBezTo>
                    <a:pt x="431" y="2111"/>
                    <a:pt x="689" y="2197"/>
                    <a:pt x="948" y="2197"/>
                  </a:cubicBezTo>
                  <a:cubicBezTo>
                    <a:pt x="1615" y="2219"/>
                    <a:pt x="2197" y="1702"/>
                    <a:pt x="2218" y="1034"/>
                  </a:cubicBezTo>
                  <a:cubicBezTo>
                    <a:pt x="2218" y="776"/>
                    <a:pt x="2154" y="517"/>
                    <a:pt x="2003" y="302"/>
                  </a:cubicBezTo>
                  <a:cubicBezTo>
                    <a:pt x="1788" y="130"/>
                    <a:pt x="1529" y="44"/>
                    <a:pt x="1271" y="22"/>
                  </a:cubicBezTo>
                  <a:cubicBezTo>
                    <a:pt x="603" y="1"/>
                    <a:pt x="22" y="539"/>
                    <a:pt x="0" y="1207"/>
                  </a:cubicBezTo>
                  <a:cubicBezTo>
                    <a:pt x="0" y="1465"/>
                    <a:pt x="86" y="1723"/>
                    <a:pt x="237" y="193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0" name="Google Shape;14190;p44">
              <a:extLst>
                <a:ext uri="{FF2B5EF4-FFF2-40B4-BE49-F238E27FC236}">
                  <a16:creationId xmlns:a16="http://schemas.microsoft.com/office/drawing/2014/main" xmlns="" id="{FC923E30-7970-A6A5-0CB8-D0DC07541E3C}"/>
                </a:ext>
              </a:extLst>
            </p:cNvPr>
            <p:cNvSpPr/>
            <p:nvPr/>
          </p:nvSpPr>
          <p:spPr>
            <a:xfrm>
              <a:off x="7797497" y="543925"/>
              <a:ext cx="125138" cy="127830"/>
            </a:xfrm>
            <a:custGeom>
              <a:avLst/>
              <a:gdLst/>
              <a:ahLst/>
              <a:cxnLst/>
              <a:rect l="l" t="t" r="r" b="b"/>
              <a:pathLst>
                <a:path w="2046" h="2090" extrusionOk="0">
                  <a:moveTo>
                    <a:pt x="1852" y="216"/>
                  </a:moveTo>
                  <a:cubicBezTo>
                    <a:pt x="1680" y="87"/>
                    <a:pt x="1486" y="44"/>
                    <a:pt x="1271" y="22"/>
                  </a:cubicBezTo>
                  <a:cubicBezTo>
                    <a:pt x="603" y="1"/>
                    <a:pt x="22" y="539"/>
                    <a:pt x="0" y="1207"/>
                  </a:cubicBezTo>
                  <a:cubicBezTo>
                    <a:pt x="0" y="1443"/>
                    <a:pt x="65" y="1680"/>
                    <a:pt x="194" y="1874"/>
                  </a:cubicBezTo>
                  <a:cubicBezTo>
                    <a:pt x="366" y="1982"/>
                    <a:pt x="582" y="2046"/>
                    <a:pt x="775" y="2068"/>
                  </a:cubicBezTo>
                  <a:cubicBezTo>
                    <a:pt x="1465" y="2089"/>
                    <a:pt x="2024" y="1551"/>
                    <a:pt x="2046" y="884"/>
                  </a:cubicBezTo>
                  <a:cubicBezTo>
                    <a:pt x="2046" y="647"/>
                    <a:pt x="1981" y="410"/>
                    <a:pt x="1852" y="21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1" name="Google Shape;14191;p44">
              <a:extLst>
                <a:ext uri="{FF2B5EF4-FFF2-40B4-BE49-F238E27FC236}">
                  <a16:creationId xmlns:a16="http://schemas.microsoft.com/office/drawing/2014/main" xmlns="" id="{8F7985AD-CBEE-DBDA-8FCE-480975C4A58C}"/>
                </a:ext>
              </a:extLst>
            </p:cNvPr>
            <p:cNvSpPr/>
            <p:nvPr/>
          </p:nvSpPr>
          <p:spPr>
            <a:xfrm>
              <a:off x="7780371" y="941730"/>
              <a:ext cx="185751" cy="185751"/>
            </a:xfrm>
            <a:custGeom>
              <a:avLst/>
              <a:gdLst/>
              <a:ahLst/>
              <a:cxnLst/>
              <a:rect l="l" t="t" r="r" b="b"/>
              <a:pathLst>
                <a:path w="3037" h="3037" extrusionOk="0">
                  <a:moveTo>
                    <a:pt x="323" y="2132"/>
                  </a:moveTo>
                  <a:cubicBezTo>
                    <a:pt x="668" y="2778"/>
                    <a:pt x="1465" y="3036"/>
                    <a:pt x="2132" y="2713"/>
                  </a:cubicBezTo>
                  <a:cubicBezTo>
                    <a:pt x="2778" y="2369"/>
                    <a:pt x="3037" y="1572"/>
                    <a:pt x="2692" y="904"/>
                  </a:cubicBezTo>
                  <a:cubicBezTo>
                    <a:pt x="2369" y="258"/>
                    <a:pt x="1572" y="0"/>
                    <a:pt x="905" y="345"/>
                  </a:cubicBezTo>
                  <a:cubicBezTo>
                    <a:pt x="259" y="668"/>
                    <a:pt x="0" y="1464"/>
                    <a:pt x="323" y="213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2" name="Google Shape;14192;p44">
              <a:extLst>
                <a:ext uri="{FF2B5EF4-FFF2-40B4-BE49-F238E27FC236}">
                  <a16:creationId xmlns:a16="http://schemas.microsoft.com/office/drawing/2014/main" xmlns="" id="{11109CD1-1284-2EF2-1C91-2BF999811C2C}"/>
                </a:ext>
              </a:extLst>
            </p:cNvPr>
            <p:cNvSpPr/>
            <p:nvPr/>
          </p:nvSpPr>
          <p:spPr>
            <a:xfrm>
              <a:off x="7763246" y="924605"/>
              <a:ext cx="189726" cy="188381"/>
            </a:xfrm>
            <a:custGeom>
              <a:avLst/>
              <a:gdLst/>
              <a:ahLst/>
              <a:cxnLst/>
              <a:rect l="l" t="t" r="r" b="b"/>
              <a:pathLst>
                <a:path w="3102" h="3080" extrusionOk="0">
                  <a:moveTo>
                    <a:pt x="237" y="1960"/>
                  </a:moveTo>
                  <a:cubicBezTo>
                    <a:pt x="474" y="2692"/>
                    <a:pt x="1249" y="3079"/>
                    <a:pt x="1981" y="2843"/>
                  </a:cubicBezTo>
                  <a:cubicBezTo>
                    <a:pt x="2692" y="2606"/>
                    <a:pt x="3101" y="1830"/>
                    <a:pt x="2864" y="1120"/>
                  </a:cubicBezTo>
                  <a:cubicBezTo>
                    <a:pt x="2627" y="388"/>
                    <a:pt x="1831" y="0"/>
                    <a:pt x="1120" y="237"/>
                  </a:cubicBezTo>
                  <a:cubicBezTo>
                    <a:pt x="388" y="474"/>
                    <a:pt x="0" y="1249"/>
                    <a:pt x="237" y="19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3" name="Google Shape;14193;p44">
              <a:extLst>
                <a:ext uri="{FF2B5EF4-FFF2-40B4-BE49-F238E27FC236}">
                  <a16:creationId xmlns:a16="http://schemas.microsoft.com/office/drawing/2014/main" xmlns="" id="{1FEF8A34-2EDF-51BD-C43A-06616EF08304}"/>
                </a:ext>
              </a:extLst>
            </p:cNvPr>
            <p:cNvSpPr/>
            <p:nvPr/>
          </p:nvSpPr>
          <p:spPr>
            <a:xfrm>
              <a:off x="7775111" y="936409"/>
              <a:ext cx="177861" cy="168686"/>
            </a:xfrm>
            <a:custGeom>
              <a:avLst/>
              <a:gdLst/>
              <a:ahLst/>
              <a:cxnLst/>
              <a:rect l="l" t="t" r="r" b="b"/>
              <a:pathLst>
                <a:path w="2908" h="2758" extrusionOk="0">
                  <a:moveTo>
                    <a:pt x="1077" y="2693"/>
                  </a:moveTo>
                  <a:cubicBezTo>
                    <a:pt x="1314" y="2757"/>
                    <a:pt x="1551" y="2736"/>
                    <a:pt x="1787" y="2650"/>
                  </a:cubicBezTo>
                  <a:cubicBezTo>
                    <a:pt x="2498" y="2413"/>
                    <a:pt x="2907" y="1637"/>
                    <a:pt x="2670" y="927"/>
                  </a:cubicBezTo>
                  <a:cubicBezTo>
                    <a:pt x="2541" y="518"/>
                    <a:pt x="2218" y="195"/>
                    <a:pt x="1831" y="44"/>
                  </a:cubicBezTo>
                  <a:cubicBezTo>
                    <a:pt x="1594" y="1"/>
                    <a:pt x="1357" y="22"/>
                    <a:pt x="1120" y="87"/>
                  </a:cubicBezTo>
                  <a:cubicBezTo>
                    <a:pt x="409" y="324"/>
                    <a:pt x="0" y="1099"/>
                    <a:pt x="237" y="1831"/>
                  </a:cubicBezTo>
                  <a:cubicBezTo>
                    <a:pt x="366" y="2240"/>
                    <a:pt x="689" y="2563"/>
                    <a:pt x="1077" y="269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4" name="Google Shape;14194;p44">
              <a:extLst>
                <a:ext uri="{FF2B5EF4-FFF2-40B4-BE49-F238E27FC236}">
                  <a16:creationId xmlns:a16="http://schemas.microsoft.com/office/drawing/2014/main" xmlns="" id="{F185B8E8-29FD-E123-9636-D1AEB202D3DC}"/>
                </a:ext>
              </a:extLst>
            </p:cNvPr>
            <p:cNvSpPr/>
            <p:nvPr/>
          </p:nvSpPr>
          <p:spPr>
            <a:xfrm>
              <a:off x="7802757" y="964116"/>
              <a:ext cx="109359" cy="109359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51" y="1141"/>
                  </a:moveTo>
                  <a:cubicBezTo>
                    <a:pt x="280" y="1551"/>
                    <a:pt x="732" y="1787"/>
                    <a:pt x="1142" y="1658"/>
                  </a:cubicBezTo>
                  <a:cubicBezTo>
                    <a:pt x="1572" y="1507"/>
                    <a:pt x="1788" y="1055"/>
                    <a:pt x="1658" y="646"/>
                  </a:cubicBezTo>
                  <a:cubicBezTo>
                    <a:pt x="1508" y="237"/>
                    <a:pt x="1077" y="0"/>
                    <a:pt x="646" y="129"/>
                  </a:cubicBezTo>
                  <a:cubicBezTo>
                    <a:pt x="237" y="280"/>
                    <a:pt x="0" y="732"/>
                    <a:pt x="151" y="114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5" name="Google Shape;14195;p44">
              <a:extLst>
                <a:ext uri="{FF2B5EF4-FFF2-40B4-BE49-F238E27FC236}">
                  <a16:creationId xmlns:a16="http://schemas.microsoft.com/office/drawing/2014/main" xmlns="" id="{A2DF71F3-B9A5-7EF4-E824-B04B2A7B6CF0}"/>
                </a:ext>
              </a:extLst>
            </p:cNvPr>
            <p:cNvSpPr/>
            <p:nvPr/>
          </p:nvSpPr>
          <p:spPr>
            <a:xfrm>
              <a:off x="7815907" y="975921"/>
              <a:ext cx="96209" cy="92294"/>
            </a:xfrm>
            <a:custGeom>
              <a:avLst/>
              <a:gdLst/>
              <a:ahLst/>
              <a:cxnLst/>
              <a:rect l="l" t="t" r="r" b="b"/>
              <a:pathLst>
                <a:path w="1573" h="1509" extrusionOk="0">
                  <a:moveTo>
                    <a:pt x="431" y="1465"/>
                  </a:moveTo>
                  <a:cubicBezTo>
                    <a:pt x="582" y="1508"/>
                    <a:pt x="776" y="1508"/>
                    <a:pt x="927" y="1465"/>
                  </a:cubicBezTo>
                  <a:cubicBezTo>
                    <a:pt x="1357" y="1314"/>
                    <a:pt x="1573" y="862"/>
                    <a:pt x="1443" y="453"/>
                  </a:cubicBezTo>
                  <a:cubicBezTo>
                    <a:pt x="1400" y="281"/>
                    <a:pt x="1293" y="152"/>
                    <a:pt x="1142" y="44"/>
                  </a:cubicBezTo>
                  <a:cubicBezTo>
                    <a:pt x="970" y="1"/>
                    <a:pt x="797" y="1"/>
                    <a:pt x="625" y="44"/>
                  </a:cubicBezTo>
                  <a:cubicBezTo>
                    <a:pt x="216" y="195"/>
                    <a:pt x="1" y="647"/>
                    <a:pt x="130" y="1056"/>
                  </a:cubicBezTo>
                  <a:cubicBezTo>
                    <a:pt x="173" y="1228"/>
                    <a:pt x="281" y="1358"/>
                    <a:pt x="431" y="146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6" name="Google Shape;14196;p44">
              <a:extLst>
                <a:ext uri="{FF2B5EF4-FFF2-40B4-BE49-F238E27FC236}">
                  <a16:creationId xmlns:a16="http://schemas.microsoft.com/office/drawing/2014/main" xmlns="" id="{75560D1F-FB02-57B5-ACAF-1A932570ED83}"/>
                </a:ext>
              </a:extLst>
            </p:cNvPr>
            <p:cNvSpPr/>
            <p:nvPr/>
          </p:nvSpPr>
          <p:spPr>
            <a:xfrm>
              <a:off x="7815907" y="975921"/>
              <a:ext cx="88319" cy="89664"/>
            </a:xfrm>
            <a:custGeom>
              <a:avLst/>
              <a:gdLst/>
              <a:ahLst/>
              <a:cxnLst/>
              <a:rect l="l" t="t" r="r" b="b"/>
              <a:pathLst>
                <a:path w="1444" h="1466" extrusionOk="0">
                  <a:moveTo>
                    <a:pt x="1034" y="22"/>
                  </a:moveTo>
                  <a:cubicBezTo>
                    <a:pt x="905" y="1"/>
                    <a:pt x="754" y="1"/>
                    <a:pt x="625" y="44"/>
                  </a:cubicBezTo>
                  <a:cubicBezTo>
                    <a:pt x="216" y="195"/>
                    <a:pt x="1" y="625"/>
                    <a:pt x="130" y="1056"/>
                  </a:cubicBezTo>
                  <a:cubicBezTo>
                    <a:pt x="173" y="1207"/>
                    <a:pt x="259" y="1336"/>
                    <a:pt x="388" y="1422"/>
                  </a:cubicBezTo>
                  <a:cubicBezTo>
                    <a:pt x="517" y="1465"/>
                    <a:pt x="668" y="1444"/>
                    <a:pt x="797" y="1401"/>
                  </a:cubicBezTo>
                  <a:cubicBezTo>
                    <a:pt x="1207" y="1271"/>
                    <a:pt x="1443" y="819"/>
                    <a:pt x="1314" y="389"/>
                  </a:cubicBezTo>
                  <a:cubicBezTo>
                    <a:pt x="1250" y="238"/>
                    <a:pt x="1164" y="109"/>
                    <a:pt x="1034" y="22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7" name="Google Shape;14197;p44">
              <a:extLst>
                <a:ext uri="{FF2B5EF4-FFF2-40B4-BE49-F238E27FC236}">
                  <a16:creationId xmlns:a16="http://schemas.microsoft.com/office/drawing/2014/main" xmlns="" id="{102DA2B0-A47F-11FD-A318-2A26CC136032}"/>
                </a:ext>
              </a:extLst>
            </p:cNvPr>
            <p:cNvSpPr/>
            <p:nvPr/>
          </p:nvSpPr>
          <p:spPr>
            <a:xfrm>
              <a:off x="7769790" y="1293358"/>
              <a:ext cx="40918" cy="227953"/>
            </a:xfrm>
            <a:custGeom>
              <a:avLst/>
              <a:gdLst/>
              <a:ahLst/>
              <a:cxnLst/>
              <a:rect l="l" t="t" r="r" b="b"/>
              <a:pathLst>
                <a:path w="669" h="3727" extrusionOk="0">
                  <a:moveTo>
                    <a:pt x="1" y="1"/>
                  </a:moveTo>
                  <a:lnTo>
                    <a:pt x="669" y="1"/>
                  </a:lnTo>
                  <a:lnTo>
                    <a:pt x="669" y="3726"/>
                  </a:lnTo>
                  <a:lnTo>
                    <a:pt x="1" y="372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49008261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B3F37C0B-B38B-D80E-FDEC-AA976D6A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037F6486-53F4-E210-FDCC-90B63B7D610B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4FD6DF61-70D6-FD39-8216-B434ECEB58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539" y="3082137"/>
            <a:ext cx="5289575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gsw-FR" b="1" dirty="0"/>
              <a:t>Production Line Integration</a:t>
            </a:r>
            <a:r>
              <a:rPr lang="gsw-FR" dirty="0"/>
              <a:t> </a:t>
            </a: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7802BB11-32CA-BDCE-4977-96D694DA09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08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F7E4BA7C-16CD-AD79-010A-1D522689A623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55D80DD4-8BD9-ECC5-527B-AC58F22A765B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889DD988-09CC-EB4E-5ED3-C7A0FBC1B133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72F2A12C-7A1D-9C95-194F-994524CB7692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98483AB0-FAED-473B-7B9C-7310FC977A83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9C59409F-8A4E-E368-7BA6-29AF681218C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9604AF1-BA50-B618-2D25-4CE2C1CEEF03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0986E1AE-CBB5-5329-1457-639614E4799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022FEDA0-E932-B1BF-E139-B2F64CA9F793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01A0C1E-C18D-4D69-F003-B18999DAA2AA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BCBE03BF-B26E-84FE-EF61-FA0C2263D1F2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5EBFF1C1-3AD0-6797-9456-A9B35823E759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6DD76C79-F6D2-F177-2B07-CF59124F84B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B2ACE85B-DF1A-0C2A-C772-7B3A9FB76030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03B67BB4-7FC1-4946-13CF-3E215D005619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7C0A269B-4891-76F4-2040-3F86030D664A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F851B57E-E0EA-500B-8346-B330FACB0043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33BA6F6B-9668-A825-977E-7B171AF9A249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90B8CA80-5E62-4B5F-9E15-0297EBD56093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46D07CF3-2AF3-003A-15C7-AA99A0216BD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E9F4DEA4-F343-57BA-2C62-E9ECB6716832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7E59282A-4130-211F-9AB0-C609B67F4D6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F473C7D0-6D61-8578-A9F4-617C9229A40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754DCECB-8A9D-AF31-0409-58E9F65A878F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B6BFDF60-74EF-AEA7-8E5B-27AD340E7516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51BDB5B7-9595-8029-098C-F8432D9935C5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8DE4F3E1-390C-BEC3-2765-D6DFEB7A3C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975BCE4C-D871-3828-F9A1-82CE2E0304D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C11CD86D-6CA1-270A-A693-0A7CF0F51BB0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07991EE5-9BD8-6AA3-5FA1-DEDCBAD5DC77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361468D9-EA88-6B82-72EB-E6C3DCA18B13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281676CB-E260-21B1-7B5C-AEDC58A8E30C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626524C-BF95-1787-07EE-2E90F81A7751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C3D6042F-29F0-DD5C-B4C9-FC5BB3CFCC5B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3B89A10E-3284-6BC1-1EA4-87F13CD148D6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13D0154A-6D98-0AEE-2638-6EAA503FE9A2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25169F19-26AA-74D1-7D76-2B5118D360EE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B9ABA8A9-5CE8-D03F-D62E-DEA4691C30A7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744F3832-70AF-7759-68FD-D6ED7EA49E4E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5B323FBD-4F3E-0512-B1CE-3543FD25D8D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FA5B1D23-8AC5-1A7E-7810-9E9481873A07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111C4B31-E646-C52A-25F5-8472F22FF4B9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3F403B6-1EE6-5E80-F37A-54533AB0F34E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79A8696B-C63C-0EBE-A6FB-C34BF7137082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1C9D164-5DED-9209-1A9A-52E40959453E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9CECA775-51DA-113C-2D87-62664D19EE20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A05BAF2-3D9E-9A6A-6354-5571F11B655C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DD208326-612F-9876-B647-661710DD36D7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807E6DB5-B496-02BC-DE65-ADFAEC537075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A70322DC-C589-9723-8CEC-1219CE7113DD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E3A5FB5E-972A-B918-A148-FBE433A9EF92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F3650CCD-E98D-7F45-7586-4F6B0CF43928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9B0413A5-CEBB-4C58-098F-E44DD3DC904F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F83F5716-E07A-28F1-54B1-7A3D0046F006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144E6FF2-1798-7EC6-9ACE-548506EEF7E0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B3D31CD1-1F18-9B2E-9BF0-114AEBA4CFA1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51236955-0109-7C5D-CD42-15F5A73174D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1F5BF66D-2474-05F6-0209-A1E094D89452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7F6AAD9B-5D85-0D46-1582-15F578DFB2E0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AD619BCD-FA55-F439-CE2F-DD32581C9AEC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E39D404F-7399-BA81-109C-319487879C9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02A65886-CC73-C93C-5901-EE02C4BCEF6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DA65458C-721E-555C-AADA-3D83F57D1B72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7762085F-F13D-3524-BF68-029E77145F85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7BEA88A0-0E8E-37FD-3C7D-837911B1DA1A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B1710A1B-40F2-BD8A-79BC-888AD7D22BCE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4A325FD2-8D4B-7905-33A7-693C79F9FDD0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E3591664-EBAE-E6B8-4633-1B5B7F1C4FD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2D652CFC-12A4-6C93-F8A1-9D41A72BF04B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B3119A30-5908-3D00-642D-43BAD41C90F9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A027D8A8-B915-9F29-D90D-4E9F0514BE95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ABB020FA-1DEB-3D8C-4170-2B5B0DF01876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467B8949-19B4-7B16-2525-9FD9D0F39C7A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8F4211BD-32ED-4E6F-96BC-F30E4D9F8B97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C6F48E72-A862-A335-04E9-BE3EAF851BDA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98A8097B-A456-AC41-4B34-0F7D26ABE3B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0A1A1AF5-18F1-F6D4-3ACF-26F7146D84F2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22B44887-D292-F7C4-219C-602CAB21F1AA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8E57599D-DE6D-8088-F3CF-2F83454E0754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F111C00A-420F-1B15-81A2-CE0C675CDEC6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98C8FCE9-180C-F890-C192-2525D2F2E91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28CA9B19-E91B-E075-08DB-D5D37251DB53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991D77DB-6BBE-DC3B-7AB8-C2E2F23B7253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E2D8095-592F-8EF6-D316-21541DA1C470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113DCD85-599A-98E4-8781-D9E8891AE2D7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082673FD-6AF9-88E9-BE99-6974D42A932B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823180B-1AE7-D301-251C-D296D63188DD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A80E408B-DB9F-7AB7-60F0-C01E73CA3D81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B2C8DBF3-5E73-C2C8-07E9-E6FEA354BD71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A5B9F4BB-5DAF-98D5-CADC-72F3B61E9399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C0BB7D7E-ADC3-9629-1E39-23CB0E6C9BE6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041D22A-DF75-1D6F-469A-09B7E488F33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D7988D00-7CE5-CF37-85BE-E0C1D68486D5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66E5F44A-1EA9-D451-C7B4-317F0A367580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2722F40D-6A98-6996-AD81-7176142B6E63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B2115463-D083-28F9-FDEE-9D7F75598AA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64E7AA8A-35A0-B103-899F-75493A9FCDE4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4754F205-F12B-97CA-2856-743741B5AA46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A4A5E727-1ADF-1340-6D86-36C927ECB45C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CF295C4D-203A-0672-E8AA-03717F59423A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4239E236-26D5-53EB-A904-77F3967B4AC8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941372EC-94AF-6511-AB8C-3460A09A28B6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41DFA0F1-80A4-9177-8777-31338251B8D4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250CA829-5EDA-3A17-C277-FF043BBD5DF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B31DF583-21A8-EBC9-43AF-1BFCBB8EAA0A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4C7649D0-8459-5591-C7A0-CFC33ECBE93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1A05B4EC-D856-5CF8-BAEB-086FFB8303A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97742C27-54F1-8E7E-4F46-C1D095BA4BE9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73030D24-BF94-AB9E-5C2C-2FD7C64E2A8A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52E7F426-6349-8032-BF37-BB07A1D144EE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27BB46C1-A944-FB01-759F-E11D197DC9E3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B3BC4E71-676B-49A3-E69F-05ECFAA5831A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4ADF6730-C84C-1AF5-8773-723C6A79CDE3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443B5F4E-CE6B-A17A-2129-444629199D12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63BC1F4-D881-E83D-7064-D7D98DBC02E9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A9CA4E0D-AD0A-464E-65CC-5917F8218AFD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D2092ABF-321A-088B-0546-70E2EACDA2C8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F26A28D1-E825-9B7D-11A3-31B34FF16FAF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EDD92624-14EA-D93D-5D7A-A6D602E75826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C6A96D35-880B-8DF8-45BF-E62976D66EF6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0CA1BC6A-1A3E-E07B-4C26-C6ED99E3E9F6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78980000-8531-CCE8-F2BD-B788B76377F4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58026B58-818E-EA57-85CE-AE8427A6F04C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5B514502-9717-41D1-5ED9-70613487D66A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5AD7CDB0-D07D-FBA7-46FF-CC5B4A8CA748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E853AB51-A8ED-11C0-CF48-59A88B839C67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E7FC8666-CB8C-698A-7695-30DAE1E411D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BF983BF0-2BC1-1BF1-CC30-824B67E773CB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AB2B7AC6-659C-2AC4-C380-8604E8CF55AB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8AB98458-13BA-8151-D5DD-42EDE5977190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7EC92FAD-844F-693B-2F83-F36278779DEF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44FECC24-92C7-AF81-5D32-253007082840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A22432FD-D420-994F-B81D-80EB7E5EF0E8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DF9D0857-99BD-F41C-9D7D-3E4C5A0371EC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EF77DB6D-4A20-C042-7F51-0A2460F7898F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66E2C035-4AFE-65ED-66CF-9AF0125C24EC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0C15EB27-D3B4-C235-A5C9-0DA0CE434A8E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F2ECE2C8-7773-638D-E3F4-141E0E91C53E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BD803DDA-157C-41D2-E738-179288C439E1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9C30B80C-EA7F-41C2-68FE-73BCF3B0EADE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69458A7E-918B-A13B-7987-A8643D423EE9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80EE5749-1001-4914-C08B-24420E26174C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BE3B5147-F3A0-2B4A-E7B4-A2AC08E70FA3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CE8D9B35-C6E9-02F3-BA8D-3320A5964EB8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8B913E70-F13B-BE55-0972-0A461B17DB28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C8D8541E-5F8A-15B7-9884-0CB2A8C75638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CDFC21E3-B309-BFFA-BD53-84B4CFFE7FA7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89B61DDD-A437-5F9B-3318-CACA03FDE7B4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9AEEC8BA-F696-94E6-B773-E2556325AA29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967DF0A6-1AF0-F973-AD34-7A5188A408BB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559B90DD-734A-88E9-FB69-B1E3EB6D5E1F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94625F1-5982-89DF-2215-2E95D17FCEA2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66559E09-5480-8629-CC2D-2F836A8EFCFC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1E430D84-6BB5-FA92-F262-6829AC9DC18A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B50C5FC2-F73D-25AA-82D0-0BB98E72FE63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7C9D83B0-DFC0-F257-929B-377E2376D61A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2682FBAE-8EF8-3ED3-2F30-9D847484FB4B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3BFC89DB-BD8D-E0D9-8A7C-7B48B51FA87C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2F8742AE-1668-50E7-09BC-3335FF4B2859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C22022E1-DC7B-22E9-7360-EF460B7BB41E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5DE13DF3-30AC-A90A-5E1A-ADFA281C857F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4C0E0D05-78EC-9B2B-AD25-9E663F72F401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4B8E0F60-5BF2-60B1-7B67-85C791CB5B5D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575EF00-3D07-F543-D29D-EFB8D37100C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09121255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15">
          <a:extLst>
            <a:ext uri="{FF2B5EF4-FFF2-40B4-BE49-F238E27FC236}">
              <a16:creationId xmlns:a16="http://schemas.microsoft.com/office/drawing/2014/main" xmlns="" id="{14585057-F072-E59B-F230-262919F23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6" name="Google Shape;13816;p39">
            <a:extLst>
              <a:ext uri="{FF2B5EF4-FFF2-40B4-BE49-F238E27FC236}">
                <a16:creationId xmlns:a16="http://schemas.microsoft.com/office/drawing/2014/main" xmlns="" id="{970D5F56-63F3-845B-83B5-7CF2C4030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9075" y="9276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gsw-FR" dirty="0"/>
              <a:t>Key Considerations</a:t>
            </a:r>
            <a:endParaRPr lang="gsw-FR" dirty="0"/>
          </a:p>
        </p:txBody>
      </p:sp>
      <p:sp>
        <p:nvSpPr>
          <p:cNvPr id="13818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42729" y="3031680"/>
            <a:ext cx="4093587" cy="9371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gsw-FR" sz="1600" dirty="0"/>
              <a:t>Predictive motion planning </a:t>
            </a:r>
            <a:endParaRPr lang="gsw-FR" sz="16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/>
              <a:t>Object tracking with unique IDs </a:t>
            </a:r>
            <a:endParaRPr lang="en-US" sz="160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gsw-FR" sz="1600" dirty="0"/>
              <a:t>Real-time monitoring dashboard</a:t>
            </a:r>
          </a:p>
          <a:p>
            <a:pPr marL="0" indent="0"/>
            <a:endParaRPr lang="ar-BH" sz="1600" dirty="0">
              <a:solidFill>
                <a:schemeClr val="bg1"/>
              </a:solidFill>
            </a:endParaRPr>
          </a:p>
        </p:txBody>
      </p:sp>
      <p:grpSp>
        <p:nvGrpSpPr>
          <p:cNvPr id="13829" name="Google Shape;13829;p39">
            <a:extLst>
              <a:ext uri="{FF2B5EF4-FFF2-40B4-BE49-F238E27FC236}">
                <a16:creationId xmlns:a16="http://schemas.microsoft.com/office/drawing/2014/main" xmlns="" id="{45E650B7-0979-7ADD-010C-EE6287C314B7}"/>
              </a:ext>
            </a:extLst>
          </p:cNvPr>
          <p:cNvGrpSpPr/>
          <p:nvPr/>
        </p:nvGrpSpPr>
        <p:grpSpPr>
          <a:xfrm>
            <a:off x="5105110" y="4511988"/>
            <a:ext cx="300558" cy="283271"/>
            <a:chOff x="5105110" y="4511988"/>
            <a:chExt cx="300558" cy="283271"/>
          </a:xfrm>
        </p:grpSpPr>
        <p:sp>
          <p:nvSpPr>
            <p:cNvPr id="13830" name="Google Shape;13830;p39">
              <a:extLst>
                <a:ext uri="{FF2B5EF4-FFF2-40B4-BE49-F238E27FC236}">
                  <a16:creationId xmlns:a16="http://schemas.microsoft.com/office/drawing/2014/main" xmlns="" id="{2D71DE78-A977-86A5-42CB-E38453C5F87B}"/>
                </a:ext>
              </a:extLst>
            </p:cNvPr>
            <p:cNvSpPr/>
            <p:nvPr/>
          </p:nvSpPr>
          <p:spPr>
            <a:xfrm>
              <a:off x="5105110" y="4511988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1" name="Google Shape;13831;p39">
              <a:extLst>
                <a:ext uri="{FF2B5EF4-FFF2-40B4-BE49-F238E27FC236}">
                  <a16:creationId xmlns:a16="http://schemas.microsoft.com/office/drawing/2014/main" xmlns="" id="{7B9377F5-0CCE-B9AE-3A09-08637BA83283}"/>
                </a:ext>
              </a:extLst>
            </p:cNvPr>
            <p:cNvSpPr/>
            <p:nvPr/>
          </p:nvSpPr>
          <p:spPr>
            <a:xfrm>
              <a:off x="5162835" y="4535140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2" name="Google Shape;13832;p39">
              <a:extLst>
                <a:ext uri="{FF2B5EF4-FFF2-40B4-BE49-F238E27FC236}">
                  <a16:creationId xmlns:a16="http://schemas.microsoft.com/office/drawing/2014/main" xmlns="" id="{50E25140-E35C-62EB-209A-C45CCC6FA63B}"/>
                </a:ext>
              </a:extLst>
            </p:cNvPr>
            <p:cNvSpPr/>
            <p:nvPr/>
          </p:nvSpPr>
          <p:spPr>
            <a:xfrm>
              <a:off x="5168700" y="4581340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3" name="Google Shape;13833;p39">
              <a:extLst>
                <a:ext uri="{FF2B5EF4-FFF2-40B4-BE49-F238E27FC236}">
                  <a16:creationId xmlns:a16="http://schemas.microsoft.com/office/drawing/2014/main" xmlns="" id="{E6457D0F-14F2-9DAA-AE1D-F22C7C7A78C9}"/>
                </a:ext>
              </a:extLst>
            </p:cNvPr>
            <p:cNvSpPr/>
            <p:nvPr/>
          </p:nvSpPr>
          <p:spPr>
            <a:xfrm>
              <a:off x="5197511" y="4610254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834" name="Google Shape;13834;p39">
            <a:extLst>
              <a:ext uri="{FF2B5EF4-FFF2-40B4-BE49-F238E27FC236}">
                <a16:creationId xmlns:a16="http://schemas.microsoft.com/office/drawing/2014/main" xmlns="" id="{E1243C4A-C410-54C3-BE70-0C966C47354B}"/>
              </a:ext>
            </a:extLst>
          </p:cNvPr>
          <p:cNvGrpSpPr/>
          <p:nvPr/>
        </p:nvGrpSpPr>
        <p:grpSpPr>
          <a:xfrm>
            <a:off x="5636774" y="4475313"/>
            <a:ext cx="156092" cy="306422"/>
            <a:chOff x="474406" y="2974600"/>
            <a:chExt cx="106759" cy="209577"/>
          </a:xfrm>
        </p:grpSpPr>
        <p:sp>
          <p:nvSpPr>
            <p:cNvPr id="13835" name="Google Shape;13835;p39">
              <a:extLst>
                <a:ext uri="{FF2B5EF4-FFF2-40B4-BE49-F238E27FC236}">
                  <a16:creationId xmlns:a16="http://schemas.microsoft.com/office/drawing/2014/main" xmlns="" id="{9FFEEE83-F05B-1A9F-F14D-AF863766F113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6" name="Google Shape;13836;p39">
              <a:extLst>
                <a:ext uri="{FF2B5EF4-FFF2-40B4-BE49-F238E27FC236}">
                  <a16:creationId xmlns:a16="http://schemas.microsoft.com/office/drawing/2014/main" xmlns="" id="{4E4B0FEC-A37A-A12D-B0B0-2F631D12F13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7" name="Google Shape;13837;p39">
              <a:extLst>
                <a:ext uri="{FF2B5EF4-FFF2-40B4-BE49-F238E27FC236}">
                  <a16:creationId xmlns:a16="http://schemas.microsoft.com/office/drawing/2014/main" xmlns="" id="{E817C8FC-B2AE-C501-EB01-E871C6EC7C85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38" name="Google Shape;13838;p39">
              <a:extLst>
                <a:ext uri="{FF2B5EF4-FFF2-40B4-BE49-F238E27FC236}">
                  <a16:creationId xmlns:a16="http://schemas.microsoft.com/office/drawing/2014/main" xmlns="" id="{3F9F7A2E-5603-30BC-D8AA-74BE9725272A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839" name="Google Shape;13839;p39">
            <a:extLst>
              <a:ext uri="{FF2B5EF4-FFF2-40B4-BE49-F238E27FC236}">
                <a16:creationId xmlns:a16="http://schemas.microsoft.com/office/drawing/2014/main" xmlns="" id="{BF78D7D6-AF50-CAD7-7630-6616B4A150BE}"/>
              </a:ext>
            </a:extLst>
          </p:cNvPr>
          <p:cNvGrpSpPr/>
          <p:nvPr/>
        </p:nvGrpSpPr>
        <p:grpSpPr>
          <a:xfrm flipH="1">
            <a:off x="901650" y="4410538"/>
            <a:ext cx="230087" cy="393387"/>
            <a:chOff x="1267792" y="5309150"/>
            <a:chExt cx="230087" cy="393387"/>
          </a:xfrm>
        </p:grpSpPr>
        <p:sp>
          <p:nvSpPr>
            <p:cNvPr id="13840" name="Google Shape;13840;p39">
              <a:extLst>
                <a:ext uri="{FF2B5EF4-FFF2-40B4-BE49-F238E27FC236}">
                  <a16:creationId xmlns:a16="http://schemas.microsoft.com/office/drawing/2014/main" xmlns="" id="{867BEE1D-AD73-4484-FDF2-74354E3D853E}"/>
                </a:ext>
              </a:extLst>
            </p:cNvPr>
            <p:cNvSpPr/>
            <p:nvPr/>
          </p:nvSpPr>
          <p:spPr>
            <a:xfrm>
              <a:off x="1267792" y="5309150"/>
              <a:ext cx="230087" cy="393387"/>
            </a:xfrm>
            <a:custGeom>
              <a:avLst/>
              <a:gdLst/>
              <a:ahLst/>
              <a:cxnLst/>
              <a:rect l="l" t="t" r="r" b="b"/>
              <a:pathLst>
                <a:path w="3483" h="5955" extrusionOk="0">
                  <a:moveTo>
                    <a:pt x="3483" y="1"/>
                  </a:moveTo>
                  <a:lnTo>
                    <a:pt x="3483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1" name="Google Shape;13841;p39">
              <a:extLst>
                <a:ext uri="{FF2B5EF4-FFF2-40B4-BE49-F238E27FC236}">
                  <a16:creationId xmlns:a16="http://schemas.microsoft.com/office/drawing/2014/main" xmlns="" id="{283B31F6-7B74-E081-AD9F-31FA45F3AD17}"/>
                </a:ext>
              </a:extLst>
            </p:cNvPr>
            <p:cNvSpPr/>
            <p:nvPr/>
          </p:nvSpPr>
          <p:spPr>
            <a:xfrm>
              <a:off x="1416227" y="5309150"/>
              <a:ext cx="81650" cy="393387"/>
            </a:xfrm>
            <a:custGeom>
              <a:avLst/>
              <a:gdLst/>
              <a:ahLst/>
              <a:cxnLst/>
              <a:rect l="l" t="t" r="r" b="b"/>
              <a:pathLst>
                <a:path w="1236" h="5955" extrusionOk="0">
                  <a:moveTo>
                    <a:pt x="1236" y="1"/>
                  </a:moveTo>
                  <a:lnTo>
                    <a:pt x="1236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2" name="Google Shape;13842;p39">
              <a:extLst>
                <a:ext uri="{FF2B5EF4-FFF2-40B4-BE49-F238E27FC236}">
                  <a16:creationId xmlns:a16="http://schemas.microsoft.com/office/drawing/2014/main" xmlns="" id="{EAC15404-CCE1-6E2E-3EB3-C1D875C71DA5}"/>
                </a:ext>
              </a:extLst>
            </p:cNvPr>
            <p:cNvSpPr/>
            <p:nvPr/>
          </p:nvSpPr>
          <p:spPr>
            <a:xfrm>
              <a:off x="1312316" y="5309150"/>
              <a:ext cx="44591" cy="393387"/>
            </a:xfrm>
            <a:custGeom>
              <a:avLst/>
              <a:gdLst/>
              <a:ahLst/>
              <a:cxnLst/>
              <a:rect l="l" t="t" r="r" b="b"/>
              <a:pathLst>
                <a:path w="675" h="5955" extrusionOk="0">
                  <a:moveTo>
                    <a:pt x="674" y="1"/>
                  </a:moveTo>
                  <a:lnTo>
                    <a:pt x="674" y="5954"/>
                  </a:lnTo>
                  <a:lnTo>
                    <a:pt x="0" y="59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843" name="Google Shape;13843;p39">
            <a:extLst>
              <a:ext uri="{FF2B5EF4-FFF2-40B4-BE49-F238E27FC236}">
                <a16:creationId xmlns:a16="http://schemas.microsoft.com/office/drawing/2014/main" xmlns="" id="{467C8B87-5CC9-F53B-3FAF-4FE139B5B3B0}"/>
              </a:ext>
            </a:extLst>
          </p:cNvPr>
          <p:cNvGrpSpPr/>
          <p:nvPr/>
        </p:nvGrpSpPr>
        <p:grpSpPr>
          <a:xfrm rot="2365075">
            <a:off x="4548937" y="2096373"/>
            <a:ext cx="3606201" cy="1661696"/>
            <a:chOff x="5873628" y="-5"/>
            <a:chExt cx="3606354" cy="1661767"/>
          </a:xfrm>
        </p:grpSpPr>
        <p:sp>
          <p:nvSpPr>
            <p:cNvPr id="13844" name="Google Shape;13844;p39">
              <a:extLst>
                <a:ext uri="{FF2B5EF4-FFF2-40B4-BE49-F238E27FC236}">
                  <a16:creationId xmlns:a16="http://schemas.microsoft.com/office/drawing/2014/main" xmlns="" id="{1D7EA2D0-08E1-7245-3EE1-78BA2876EF57}"/>
                </a:ext>
              </a:extLst>
            </p:cNvPr>
            <p:cNvSpPr/>
            <p:nvPr/>
          </p:nvSpPr>
          <p:spPr>
            <a:xfrm rot="1931461">
              <a:off x="8379068" y="925655"/>
              <a:ext cx="1049905" cy="494445"/>
            </a:xfrm>
            <a:custGeom>
              <a:avLst/>
              <a:gdLst/>
              <a:ahLst/>
              <a:cxnLst/>
              <a:rect l="l" t="t" r="r" b="b"/>
              <a:pathLst>
                <a:path w="10617" h="5000" extrusionOk="0">
                  <a:moveTo>
                    <a:pt x="506" y="0"/>
                  </a:moveTo>
                  <a:lnTo>
                    <a:pt x="10616" y="3651"/>
                  </a:lnTo>
                  <a:lnTo>
                    <a:pt x="10111" y="4999"/>
                  </a:lnTo>
                  <a:lnTo>
                    <a:pt x="1" y="13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5" name="Google Shape;13845;p39">
              <a:extLst>
                <a:ext uri="{FF2B5EF4-FFF2-40B4-BE49-F238E27FC236}">
                  <a16:creationId xmlns:a16="http://schemas.microsoft.com/office/drawing/2014/main" xmlns="" id="{E4C0FC8A-03DD-E46B-373E-1A4D58FF5A74}"/>
                </a:ext>
              </a:extLst>
            </p:cNvPr>
            <p:cNvSpPr/>
            <p:nvPr/>
          </p:nvSpPr>
          <p:spPr>
            <a:xfrm rot="1931461">
              <a:off x="8372525" y="948331"/>
              <a:ext cx="1038731" cy="466657"/>
            </a:xfrm>
            <a:custGeom>
              <a:avLst/>
              <a:gdLst/>
              <a:ahLst/>
              <a:cxnLst/>
              <a:rect l="l" t="t" r="r" b="b"/>
              <a:pathLst>
                <a:path w="10504" h="4719" extrusionOk="0">
                  <a:moveTo>
                    <a:pt x="10504" y="3651"/>
                  </a:moveTo>
                  <a:lnTo>
                    <a:pt x="10111" y="4718"/>
                  </a:lnTo>
                  <a:lnTo>
                    <a:pt x="1" y="1067"/>
                  </a:lnTo>
                  <a:lnTo>
                    <a:pt x="394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6" name="Google Shape;13846;p39">
              <a:extLst>
                <a:ext uri="{FF2B5EF4-FFF2-40B4-BE49-F238E27FC236}">
                  <a16:creationId xmlns:a16="http://schemas.microsoft.com/office/drawing/2014/main" xmlns="" id="{CF90996F-A329-79EA-1405-918AFE22B8BA}"/>
                </a:ext>
              </a:extLst>
            </p:cNvPr>
            <p:cNvSpPr/>
            <p:nvPr/>
          </p:nvSpPr>
          <p:spPr>
            <a:xfrm rot="1931461">
              <a:off x="8361975" y="984894"/>
              <a:ext cx="1022117" cy="422256"/>
            </a:xfrm>
            <a:custGeom>
              <a:avLst/>
              <a:gdLst/>
              <a:ahLst/>
              <a:cxnLst/>
              <a:rect l="l" t="t" r="r" b="b"/>
              <a:pathLst>
                <a:path w="10336" h="4270" extrusionOk="0">
                  <a:moveTo>
                    <a:pt x="10335" y="3651"/>
                  </a:moveTo>
                  <a:lnTo>
                    <a:pt x="10111" y="4269"/>
                  </a:lnTo>
                  <a:lnTo>
                    <a:pt x="1" y="618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7" name="Google Shape;13847;p39">
              <a:extLst>
                <a:ext uri="{FF2B5EF4-FFF2-40B4-BE49-F238E27FC236}">
                  <a16:creationId xmlns:a16="http://schemas.microsoft.com/office/drawing/2014/main" xmlns="" id="{4FA6F976-0E45-C7A1-05E3-417C2E166FBB}"/>
                </a:ext>
              </a:extLst>
            </p:cNvPr>
            <p:cNvSpPr/>
            <p:nvPr/>
          </p:nvSpPr>
          <p:spPr>
            <a:xfrm rot="1931461">
              <a:off x="8367329" y="535405"/>
              <a:ext cx="277779" cy="255628"/>
            </a:xfrm>
            <a:custGeom>
              <a:avLst/>
              <a:gdLst/>
              <a:ahLst/>
              <a:cxnLst/>
              <a:rect l="l" t="t" r="r" b="b"/>
              <a:pathLst>
                <a:path w="2809" h="2585" extrusionOk="0">
                  <a:moveTo>
                    <a:pt x="674" y="1"/>
                  </a:moveTo>
                  <a:lnTo>
                    <a:pt x="2809" y="787"/>
                  </a:lnTo>
                  <a:lnTo>
                    <a:pt x="2191" y="2584"/>
                  </a:lnTo>
                  <a:lnTo>
                    <a:pt x="0" y="1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8" name="Google Shape;13848;p39">
              <a:extLst>
                <a:ext uri="{FF2B5EF4-FFF2-40B4-BE49-F238E27FC236}">
                  <a16:creationId xmlns:a16="http://schemas.microsoft.com/office/drawing/2014/main" xmlns="" id="{952631F5-9210-F619-DECD-5E28CCAB119E}"/>
                </a:ext>
              </a:extLst>
            </p:cNvPr>
            <p:cNvSpPr/>
            <p:nvPr/>
          </p:nvSpPr>
          <p:spPr>
            <a:xfrm rot="1931461">
              <a:off x="8348371" y="620296"/>
              <a:ext cx="238916" cy="155651"/>
            </a:xfrm>
            <a:custGeom>
              <a:avLst/>
              <a:gdLst/>
              <a:ahLst/>
              <a:cxnLst/>
              <a:rect l="l" t="t" r="r" b="b"/>
              <a:pathLst>
                <a:path w="2416" h="1574" extrusionOk="0">
                  <a:moveTo>
                    <a:pt x="2416" y="731"/>
                  </a:moveTo>
                  <a:lnTo>
                    <a:pt x="2135" y="1573"/>
                  </a:lnTo>
                  <a:lnTo>
                    <a:pt x="1" y="787"/>
                  </a:lnTo>
                  <a:lnTo>
                    <a:pt x="2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49" name="Google Shape;13849;p39">
              <a:extLst>
                <a:ext uri="{FF2B5EF4-FFF2-40B4-BE49-F238E27FC236}">
                  <a16:creationId xmlns:a16="http://schemas.microsoft.com/office/drawing/2014/main" xmlns="" id="{D54246B8-AC62-73CB-91C4-3A9E566957C5}"/>
                </a:ext>
              </a:extLst>
            </p:cNvPr>
            <p:cNvSpPr/>
            <p:nvPr/>
          </p:nvSpPr>
          <p:spPr>
            <a:xfrm rot="1931461">
              <a:off x="8338870" y="653222"/>
              <a:ext cx="227840" cy="116788"/>
            </a:xfrm>
            <a:custGeom>
              <a:avLst/>
              <a:gdLst/>
              <a:ahLst/>
              <a:cxnLst/>
              <a:rect l="l" t="t" r="r" b="b"/>
              <a:pathLst>
                <a:path w="2304" h="1181" extrusionOk="0">
                  <a:moveTo>
                    <a:pt x="2303" y="731"/>
                  </a:moveTo>
                  <a:lnTo>
                    <a:pt x="2135" y="1180"/>
                  </a:lnTo>
                  <a:lnTo>
                    <a:pt x="1" y="39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0" name="Google Shape;13850;p39">
              <a:extLst>
                <a:ext uri="{FF2B5EF4-FFF2-40B4-BE49-F238E27FC236}">
                  <a16:creationId xmlns:a16="http://schemas.microsoft.com/office/drawing/2014/main" xmlns="" id="{4C858929-CF42-1C34-A51B-5D56547F41AB}"/>
                </a:ext>
              </a:extLst>
            </p:cNvPr>
            <p:cNvSpPr/>
            <p:nvPr/>
          </p:nvSpPr>
          <p:spPr>
            <a:xfrm rot="1931461">
              <a:off x="7084295" y="199395"/>
              <a:ext cx="955367" cy="716649"/>
            </a:xfrm>
            <a:custGeom>
              <a:avLst/>
              <a:gdLst/>
              <a:ahLst/>
              <a:cxnLst/>
              <a:rect l="l" t="t" r="r" b="b"/>
              <a:pathLst>
                <a:path w="9661" h="7247" extrusionOk="0">
                  <a:moveTo>
                    <a:pt x="0" y="6067"/>
                  </a:moveTo>
                  <a:lnTo>
                    <a:pt x="8874" y="1"/>
                  </a:lnTo>
                  <a:lnTo>
                    <a:pt x="9660" y="1180"/>
                  </a:lnTo>
                  <a:lnTo>
                    <a:pt x="786" y="7246"/>
                  </a:lnTo>
                  <a:close/>
                </a:path>
              </a:pathLst>
            </a:custGeom>
            <a:solidFill>
              <a:srgbClr val="EAA7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1" name="Google Shape;13851;p39">
              <a:extLst>
                <a:ext uri="{FF2B5EF4-FFF2-40B4-BE49-F238E27FC236}">
                  <a16:creationId xmlns:a16="http://schemas.microsoft.com/office/drawing/2014/main" xmlns="" id="{26CCFD37-D00C-A222-1C11-C175C8CAC832}"/>
                </a:ext>
              </a:extLst>
            </p:cNvPr>
            <p:cNvSpPr/>
            <p:nvPr/>
          </p:nvSpPr>
          <p:spPr>
            <a:xfrm rot="1931461">
              <a:off x="6774586" y="442229"/>
              <a:ext cx="288855" cy="283317"/>
            </a:xfrm>
            <a:custGeom>
              <a:avLst/>
              <a:gdLst/>
              <a:ahLst/>
              <a:cxnLst/>
              <a:rect l="l" t="t" r="r" b="b"/>
              <a:pathLst>
                <a:path w="2921" h="2865" extrusionOk="0">
                  <a:moveTo>
                    <a:pt x="0" y="1292"/>
                  </a:moveTo>
                  <a:lnTo>
                    <a:pt x="1854" y="0"/>
                  </a:lnTo>
                  <a:lnTo>
                    <a:pt x="2921" y="1517"/>
                  </a:lnTo>
                  <a:lnTo>
                    <a:pt x="1067" y="2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2" name="Google Shape;13852;p39">
              <a:extLst>
                <a:ext uri="{FF2B5EF4-FFF2-40B4-BE49-F238E27FC236}">
                  <a16:creationId xmlns:a16="http://schemas.microsoft.com/office/drawing/2014/main" xmlns="" id="{9CED9207-6AAF-880A-E20C-9322AB3D8AA6}"/>
                </a:ext>
              </a:extLst>
            </p:cNvPr>
            <p:cNvSpPr/>
            <p:nvPr/>
          </p:nvSpPr>
          <p:spPr>
            <a:xfrm rot="1931461">
              <a:off x="6813028" y="547589"/>
              <a:ext cx="222204" cy="183340"/>
            </a:xfrm>
            <a:custGeom>
              <a:avLst/>
              <a:gdLst/>
              <a:ahLst/>
              <a:cxnLst/>
              <a:rect l="l" t="t" r="r" b="b"/>
              <a:pathLst>
                <a:path w="2247" h="1854" extrusionOk="0">
                  <a:moveTo>
                    <a:pt x="1854" y="0"/>
                  </a:moveTo>
                  <a:lnTo>
                    <a:pt x="2247" y="562"/>
                  </a:lnTo>
                  <a:lnTo>
                    <a:pt x="393" y="1853"/>
                  </a:lnTo>
                  <a:lnTo>
                    <a:pt x="0" y="1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3" name="Google Shape;13853;p39">
              <a:extLst>
                <a:ext uri="{FF2B5EF4-FFF2-40B4-BE49-F238E27FC236}">
                  <a16:creationId xmlns:a16="http://schemas.microsoft.com/office/drawing/2014/main" xmlns="" id="{D56F538B-AC12-FB13-0B72-C62E29B3295E}"/>
                </a:ext>
              </a:extLst>
            </p:cNvPr>
            <p:cNvSpPr/>
            <p:nvPr/>
          </p:nvSpPr>
          <p:spPr>
            <a:xfrm rot="1931461">
              <a:off x="6827047" y="590841"/>
              <a:ext cx="194515" cy="144477"/>
            </a:xfrm>
            <a:custGeom>
              <a:avLst/>
              <a:gdLst/>
              <a:ahLst/>
              <a:cxnLst/>
              <a:rect l="l" t="t" r="r" b="b"/>
              <a:pathLst>
                <a:path w="1967" h="1461" extrusionOk="0">
                  <a:moveTo>
                    <a:pt x="1854" y="0"/>
                  </a:moveTo>
                  <a:lnTo>
                    <a:pt x="1967" y="169"/>
                  </a:lnTo>
                  <a:lnTo>
                    <a:pt x="169" y="1460"/>
                  </a:lnTo>
                  <a:lnTo>
                    <a:pt x="1" y="123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4" name="Google Shape;13854;p39">
              <a:extLst>
                <a:ext uri="{FF2B5EF4-FFF2-40B4-BE49-F238E27FC236}">
                  <a16:creationId xmlns:a16="http://schemas.microsoft.com/office/drawing/2014/main" xmlns="" id="{0243F10A-90F6-184A-BEB4-1BC88CB5F204}"/>
                </a:ext>
              </a:extLst>
            </p:cNvPr>
            <p:cNvSpPr/>
            <p:nvPr/>
          </p:nvSpPr>
          <p:spPr>
            <a:xfrm rot="1931461">
              <a:off x="8060077" y="388392"/>
              <a:ext cx="294492" cy="283317"/>
            </a:xfrm>
            <a:custGeom>
              <a:avLst/>
              <a:gdLst/>
              <a:ahLst/>
              <a:cxnLst/>
              <a:rect l="l" t="t" r="r" b="b"/>
              <a:pathLst>
                <a:path w="2978" h="2865" extrusionOk="0">
                  <a:moveTo>
                    <a:pt x="1" y="1292"/>
                  </a:moveTo>
                  <a:lnTo>
                    <a:pt x="1910" y="1"/>
                  </a:lnTo>
                  <a:lnTo>
                    <a:pt x="2977" y="1573"/>
                  </a:lnTo>
                  <a:lnTo>
                    <a:pt x="1068" y="286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5" name="Google Shape;13855;p39">
              <a:extLst>
                <a:ext uri="{FF2B5EF4-FFF2-40B4-BE49-F238E27FC236}">
                  <a16:creationId xmlns:a16="http://schemas.microsoft.com/office/drawing/2014/main" xmlns="" id="{11CE5291-86B2-AA88-9B95-C9FC85952E91}"/>
                </a:ext>
              </a:extLst>
            </p:cNvPr>
            <p:cNvSpPr/>
            <p:nvPr/>
          </p:nvSpPr>
          <p:spPr>
            <a:xfrm rot="1931461">
              <a:off x="8097421" y="505026"/>
              <a:ext cx="222303" cy="177803"/>
            </a:xfrm>
            <a:custGeom>
              <a:avLst/>
              <a:gdLst/>
              <a:ahLst/>
              <a:cxnLst/>
              <a:rect l="l" t="t" r="r" b="b"/>
              <a:pathLst>
                <a:path w="2248" h="1798" extrusionOk="0">
                  <a:moveTo>
                    <a:pt x="1910" y="1"/>
                  </a:moveTo>
                  <a:lnTo>
                    <a:pt x="2247" y="506"/>
                  </a:lnTo>
                  <a:lnTo>
                    <a:pt x="338" y="1798"/>
                  </a:lnTo>
                  <a:lnTo>
                    <a:pt x="1" y="129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6" name="Google Shape;13856;p39">
              <a:extLst>
                <a:ext uri="{FF2B5EF4-FFF2-40B4-BE49-F238E27FC236}">
                  <a16:creationId xmlns:a16="http://schemas.microsoft.com/office/drawing/2014/main" xmlns="" id="{870B4906-3C64-85FE-80A9-B511E3308E30}"/>
                </a:ext>
              </a:extLst>
            </p:cNvPr>
            <p:cNvSpPr/>
            <p:nvPr/>
          </p:nvSpPr>
          <p:spPr>
            <a:xfrm rot="1931461">
              <a:off x="8111815" y="543192"/>
              <a:ext cx="194515" cy="144477"/>
            </a:xfrm>
            <a:custGeom>
              <a:avLst/>
              <a:gdLst/>
              <a:ahLst/>
              <a:cxnLst/>
              <a:rect l="l" t="t" r="r" b="b"/>
              <a:pathLst>
                <a:path w="1967" h="1461" extrusionOk="0">
                  <a:moveTo>
                    <a:pt x="1854" y="1"/>
                  </a:moveTo>
                  <a:lnTo>
                    <a:pt x="1966" y="169"/>
                  </a:lnTo>
                  <a:lnTo>
                    <a:pt x="113" y="1461"/>
                  </a:lnTo>
                  <a:lnTo>
                    <a:pt x="1" y="12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7" name="Google Shape;13857;p39">
              <a:extLst>
                <a:ext uri="{FF2B5EF4-FFF2-40B4-BE49-F238E27FC236}">
                  <a16:creationId xmlns:a16="http://schemas.microsoft.com/office/drawing/2014/main" xmlns="" id="{D2F2C486-9334-F375-1A28-43E77E5AB7D7}"/>
                </a:ext>
              </a:extLst>
            </p:cNvPr>
            <p:cNvSpPr/>
            <p:nvPr/>
          </p:nvSpPr>
          <p:spPr>
            <a:xfrm rot="1931461">
              <a:off x="8160998" y="290712"/>
              <a:ext cx="427794" cy="422157"/>
            </a:xfrm>
            <a:custGeom>
              <a:avLst/>
              <a:gdLst/>
              <a:ahLst/>
              <a:cxnLst/>
              <a:rect l="l" t="t" r="r" b="b"/>
              <a:pathLst>
                <a:path w="4326" h="4269" extrusionOk="0">
                  <a:moveTo>
                    <a:pt x="1573" y="337"/>
                  </a:moveTo>
                  <a:cubicBezTo>
                    <a:pt x="2528" y="0"/>
                    <a:pt x="3595" y="506"/>
                    <a:pt x="3988" y="1460"/>
                  </a:cubicBezTo>
                  <a:cubicBezTo>
                    <a:pt x="4325" y="2471"/>
                    <a:pt x="3820" y="3538"/>
                    <a:pt x="2865" y="3932"/>
                  </a:cubicBezTo>
                  <a:cubicBezTo>
                    <a:pt x="1854" y="4269"/>
                    <a:pt x="731" y="3763"/>
                    <a:pt x="394" y="2808"/>
                  </a:cubicBezTo>
                  <a:cubicBezTo>
                    <a:pt x="0" y="1797"/>
                    <a:pt x="506" y="674"/>
                    <a:pt x="1517" y="3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8" name="Google Shape;13858;p39">
              <a:extLst>
                <a:ext uri="{FF2B5EF4-FFF2-40B4-BE49-F238E27FC236}">
                  <a16:creationId xmlns:a16="http://schemas.microsoft.com/office/drawing/2014/main" xmlns="" id="{F2A01F20-9B36-E82D-342C-5A68C827DADF}"/>
                </a:ext>
              </a:extLst>
            </p:cNvPr>
            <p:cNvSpPr/>
            <p:nvPr/>
          </p:nvSpPr>
          <p:spPr>
            <a:xfrm rot="1931461">
              <a:off x="6249583" y="718708"/>
              <a:ext cx="372218" cy="222303"/>
            </a:xfrm>
            <a:custGeom>
              <a:avLst/>
              <a:gdLst/>
              <a:ahLst/>
              <a:cxnLst/>
              <a:rect l="l" t="t" r="r" b="b"/>
              <a:pathLst>
                <a:path w="3764" h="2248" extrusionOk="0">
                  <a:moveTo>
                    <a:pt x="1" y="1068"/>
                  </a:moveTo>
                  <a:lnTo>
                    <a:pt x="338" y="1"/>
                  </a:lnTo>
                  <a:lnTo>
                    <a:pt x="3764" y="1180"/>
                  </a:lnTo>
                  <a:lnTo>
                    <a:pt x="3427" y="224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59" name="Google Shape;13859;p39">
              <a:extLst>
                <a:ext uri="{FF2B5EF4-FFF2-40B4-BE49-F238E27FC236}">
                  <a16:creationId xmlns:a16="http://schemas.microsoft.com/office/drawing/2014/main" xmlns="" id="{B298AE11-3326-DB49-1637-CF72AF9794FB}"/>
                </a:ext>
              </a:extLst>
            </p:cNvPr>
            <p:cNvSpPr/>
            <p:nvPr/>
          </p:nvSpPr>
          <p:spPr>
            <a:xfrm rot="1931461">
              <a:off x="6247032" y="727548"/>
              <a:ext cx="366681" cy="211128"/>
            </a:xfrm>
            <a:custGeom>
              <a:avLst/>
              <a:gdLst/>
              <a:ahLst/>
              <a:cxnLst/>
              <a:rect l="l" t="t" r="r" b="b"/>
              <a:pathLst>
                <a:path w="3708" h="2135" extrusionOk="0">
                  <a:moveTo>
                    <a:pt x="1" y="955"/>
                  </a:moveTo>
                  <a:lnTo>
                    <a:pt x="338" y="0"/>
                  </a:lnTo>
                  <a:lnTo>
                    <a:pt x="3708" y="1180"/>
                  </a:lnTo>
                  <a:lnTo>
                    <a:pt x="3427" y="21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0" name="Google Shape;13860;p39">
              <a:extLst>
                <a:ext uri="{FF2B5EF4-FFF2-40B4-BE49-F238E27FC236}">
                  <a16:creationId xmlns:a16="http://schemas.microsoft.com/office/drawing/2014/main" xmlns="" id="{F149A52F-7B9D-2F44-CAC8-895B2B0FF2E5}"/>
                </a:ext>
              </a:extLst>
            </p:cNvPr>
            <p:cNvSpPr/>
            <p:nvPr/>
          </p:nvSpPr>
          <p:spPr>
            <a:xfrm rot="1931461">
              <a:off x="6400072" y="563942"/>
              <a:ext cx="344529" cy="316742"/>
            </a:xfrm>
            <a:custGeom>
              <a:avLst/>
              <a:gdLst/>
              <a:ahLst/>
              <a:cxnLst/>
              <a:rect l="l" t="t" r="r" b="b"/>
              <a:pathLst>
                <a:path w="3484" h="3203" extrusionOk="0">
                  <a:moveTo>
                    <a:pt x="1" y="2303"/>
                  </a:moveTo>
                  <a:lnTo>
                    <a:pt x="787" y="1"/>
                  </a:lnTo>
                  <a:lnTo>
                    <a:pt x="3483" y="899"/>
                  </a:lnTo>
                  <a:lnTo>
                    <a:pt x="2697" y="320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1" name="Google Shape;13861;p39">
              <a:extLst>
                <a:ext uri="{FF2B5EF4-FFF2-40B4-BE49-F238E27FC236}">
                  <a16:creationId xmlns:a16="http://schemas.microsoft.com/office/drawing/2014/main" xmlns="" id="{288645A9-C5A9-23B9-A05E-D8E691A328C4}"/>
                </a:ext>
              </a:extLst>
            </p:cNvPr>
            <p:cNvSpPr/>
            <p:nvPr/>
          </p:nvSpPr>
          <p:spPr>
            <a:xfrm rot="1931380">
              <a:off x="6472147" y="584592"/>
              <a:ext cx="288450" cy="238914"/>
            </a:xfrm>
            <a:custGeom>
              <a:avLst/>
              <a:gdLst/>
              <a:ahLst/>
              <a:cxnLst/>
              <a:rect l="l" t="t" r="r" b="b"/>
              <a:pathLst>
                <a:path w="2865" h="2416" extrusionOk="0">
                  <a:moveTo>
                    <a:pt x="1" y="618"/>
                  </a:moveTo>
                  <a:lnTo>
                    <a:pt x="225" y="1"/>
                  </a:lnTo>
                  <a:lnTo>
                    <a:pt x="2865" y="899"/>
                  </a:lnTo>
                  <a:lnTo>
                    <a:pt x="2416" y="2247"/>
                  </a:lnTo>
                  <a:cubicBezTo>
                    <a:pt x="1405" y="2416"/>
                    <a:pt x="394" y="1798"/>
                    <a:pt x="57" y="843"/>
                  </a:cubicBezTo>
                  <a:cubicBezTo>
                    <a:pt x="57" y="731"/>
                    <a:pt x="1" y="675"/>
                    <a:pt x="1" y="61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2" name="Google Shape;13862;p39">
              <a:extLst>
                <a:ext uri="{FF2B5EF4-FFF2-40B4-BE49-F238E27FC236}">
                  <a16:creationId xmlns:a16="http://schemas.microsoft.com/office/drawing/2014/main" xmlns="" id="{87E8C146-BA94-5250-E7D6-224398C321D7}"/>
                </a:ext>
              </a:extLst>
            </p:cNvPr>
            <p:cNvSpPr/>
            <p:nvPr/>
          </p:nvSpPr>
          <p:spPr>
            <a:xfrm rot="1931461">
              <a:off x="5974567" y="762944"/>
              <a:ext cx="150114" cy="422256"/>
            </a:xfrm>
            <a:custGeom>
              <a:avLst/>
              <a:gdLst/>
              <a:ahLst/>
              <a:cxnLst/>
              <a:rect l="l" t="t" r="r" b="b"/>
              <a:pathLst>
                <a:path w="1518" h="4270" extrusionOk="0">
                  <a:moveTo>
                    <a:pt x="843" y="4269"/>
                  </a:moveTo>
                  <a:lnTo>
                    <a:pt x="1517" y="899"/>
                  </a:lnTo>
                  <a:lnTo>
                    <a:pt x="394" y="1"/>
                  </a:lnTo>
                  <a:lnTo>
                    <a:pt x="1" y="450"/>
                  </a:lnTo>
                  <a:lnTo>
                    <a:pt x="506" y="415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3" name="Google Shape;13863;p39">
              <a:extLst>
                <a:ext uri="{FF2B5EF4-FFF2-40B4-BE49-F238E27FC236}">
                  <a16:creationId xmlns:a16="http://schemas.microsoft.com/office/drawing/2014/main" xmlns="" id="{6C5FB536-8442-FFDA-65CE-3A7D2E04EDEF}"/>
                </a:ext>
              </a:extLst>
            </p:cNvPr>
            <p:cNvSpPr/>
            <p:nvPr/>
          </p:nvSpPr>
          <p:spPr>
            <a:xfrm rot="1931461">
              <a:off x="6090725" y="1041794"/>
              <a:ext cx="288954" cy="327817"/>
            </a:xfrm>
            <a:custGeom>
              <a:avLst/>
              <a:gdLst/>
              <a:ahLst/>
              <a:cxnLst/>
              <a:rect l="l" t="t" r="r" b="b"/>
              <a:pathLst>
                <a:path w="2922" h="3315" extrusionOk="0">
                  <a:moveTo>
                    <a:pt x="1" y="3202"/>
                  </a:moveTo>
                  <a:lnTo>
                    <a:pt x="1461" y="57"/>
                  </a:lnTo>
                  <a:lnTo>
                    <a:pt x="2921" y="1"/>
                  </a:lnTo>
                  <a:lnTo>
                    <a:pt x="2921" y="619"/>
                  </a:lnTo>
                  <a:lnTo>
                    <a:pt x="338" y="33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4" name="Google Shape;13864;p39">
              <a:extLst>
                <a:ext uri="{FF2B5EF4-FFF2-40B4-BE49-F238E27FC236}">
                  <a16:creationId xmlns:a16="http://schemas.microsoft.com/office/drawing/2014/main" xmlns="" id="{F6670018-4A4C-7B6D-0741-D7C8918569BC}"/>
                </a:ext>
              </a:extLst>
            </p:cNvPr>
            <p:cNvSpPr/>
            <p:nvPr/>
          </p:nvSpPr>
          <p:spPr>
            <a:xfrm rot="1931461">
              <a:off x="6101685" y="606199"/>
              <a:ext cx="222204" cy="311105"/>
            </a:xfrm>
            <a:custGeom>
              <a:avLst/>
              <a:gdLst/>
              <a:ahLst/>
              <a:cxnLst/>
              <a:rect l="l" t="t" r="r" b="b"/>
              <a:pathLst>
                <a:path w="2247" h="3146" extrusionOk="0">
                  <a:moveTo>
                    <a:pt x="113" y="2415"/>
                  </a:moveTo>
                  <a:lnTo>
                    <a:pt x="1348" y="281"/>
                  </a:lnTo>
                  <a:cubicBezTo>
                    <a:pt x="1461" y="57"/>
                    <a:pt x="1741" y="0"/>
                    <a:pt x="1966" y="113"/>
                  </a:cubicBezTo>
                  <a:lnTo>
                    <a:pt x="1966" y="113"/>
                  </a:lnTo>
                  <a:cubicBezTo>
                    <a:pt x="2135" y="225"/>
                    <a:pt x="2247" y="506"/>
                    <a:pt x="2078" y="731"/>
                  </a:cubicBezTo>
                  <a:lnTo>
                    <a:pt x="899" y="2865"/>
                  </a:lnTo>
                  <a:cubicBezTo>
                    <a:pt x="787" y="3033"/>
                    <a:pt x="506" y="3146"/>
                    <a:pt x="281" y="2977"/>
                  </a:cubicBezTo>
                  <a:lnTo>
                    <a:pt x="281" y="2977"/>
                  </a:lnTo>
                  <a:cubicBezTo>
                    <a:pt x="56" y="2865"/>
                    <a:pt x="0" y="2584"/>
                    <a:pt x="113" y="24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5" name="Google Shape;13865;p39">
              <a:extLst>
                <a:ext uri="{FF2B5EF4-FFF2-40B4-BE49-F238E27FC236}">
                  <a16:creationId xmlns:a16="http://schemas.microsoft.com/office/drawing/2014/main" xmlns="" id="{F96CDD2C-4521-B135-A0CB-07A0E59472A8}"/>
                </a:ext>
              </a:extLst>
            </p:cNvPr>
            <p:cNvSpPr/>
            <p:nvPr/>
          </p:nvSpPr>
          <p:spPr>
            <a:xfrm rot="1931461">
              <a:off x="6398076" y="902876"/>
              <a:ext cx="127864" cy="333355"/>
            </a:xfrm>
            <a:custGeom>
              <a:avLst/>
              <a:gdLst/>
              <a:ahLst/>
              <a:cxnLst/>
              <a:rect l="l" t="t" r="r" b="b"/>
              <a:pathLst>
                <a:path w="1293" h="3371" extrusionOk="0">
                  <a:moveTo>
                    <a:pt x="899" y="2978"/>
                  </a:moveTo>
                  <a:lnTo>
                    <a:pt x="1236" y="562"/>
                  </a:lnTo>
                  <a:cubicBezTo>
                    <a:pt x="1293" y="338"/>
                    <a:pt x="1124" y="113"/>
                    <a:pt x="843" y="57"/>
                  </a:cubicBezTo>
                  <a:lnTo>
                    <a:pt x="843" y="57"/>
                  </a:lnTo>
                  <a:cubicBezTo>
                    <a:pt x="619" y="1"/>
                    <a:pt x="394" y="169"/>
                    <a:pt x="338" y="450"/>
                  </a:cubicBezTo>
                  <a:lnTo>
                    <a:pt x="1" y="2809"/>
                  </a:lnTo>
                  <a:cubicBezTo>
                    <a:pt x="1" y="3090"/>
                    <a:pt x="169" y="3315"/>
                    <a:pt x="394" y="3315"/>
                  </a:cubicBezTo>
                  <a:lnTo>
                    <a:pt x="394" y="3315"/>
                  </a:lnTo>
                  <a:cubicBezTo>
                    <a:pt x="619" y="3371"/>
                    <a:pt x="843" y="3202"/>
                    <a:pt x="899" y="29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6" name="Google Shape;13866;p39">
              <a:extLst>
                <a:ext uri="{FF2B5EF4-FFF2-40B4-BE49-F238E27FC236}">
                  <a16:creationId xmlns:a16="http://schemas.microsoft.com/office/drawing/2014/main" xmlns="" id="{58ACB0BF-57D7-BA09-50AB-5FDF89653ED2}"/>
                </a:ext>
              </a:extLst>
            </p:cNvPr>
            <p:cNvSpPr/>
            <p:nvPr/>
          </p:nvSpPr>
          <p:spPr>
            <a:xfrm rot="1931461">
              <a:off x="6150198" y="695789"/>
              <a:ext cx="222303" cy="311204"/>
            </a:xfrm>
            <a:custGeom>
              <a:avLst/>
              <a:gdLst/>
              <a:ahLst/>
              <a:cxnLst/>
              <a:rect l="l" t="t" r="r" b="b"/>
              <a:pathLst>
                <a:path w="2248" h="3147" extrusionOk="0">
                  <a:moveTo>
                    <a:pt x="113" y="2416"/>
                  </a:moveTo>
                  <a:lnTo>
                    <a:pt x="1349" y="282"/>
                  </a:lnTo>
                  <a:cubicBezTo>
                    <a:pt x="1461" y="57"/>
                    <a:pt x="1742" y="1"/>
                    <a:pt x="1967" y="113"/>
                  </a:cubicBezTo>
                  <a:lnTo>
                    <a:pt x="1967" y="113"/>
                  </a:lnTo>
                  <a:cubicBezTo>
                    <a:pt x="2135" y="226"/>
                    <a:pt x="2248" y="506"/>
                    <a:pt x="2135" y="731"/>
                  </a:cubicBezTo>
                  <a:lnTo>
                    <a:pt x="900" y="2865"/>
                  </a:lnTo>
                  <a:cubicBezTo>
                    <a:pt x="787" y="3090"/>
                    <a:pt x="506" y="3146"/>
                    <a:pt x="282" y="3034"/>
                  </a:cubicBezTo>
                  <a:lnTo>
                    <a:pt x="282" y="3034"/>
                  </a:lnTo>
                  <a:cubicBezTo>
                    <a:pt x="57" y="2921"/>
                    <a:pt x="1" y="2641"/>
                    <a:pt x="113" y="241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7" name="Google Shape;13867;p39">
              <a:extLst>
                <a:ext uri="{FF2B5EF4-FFF2-40B4-BE49-F238E27FC236}">
                  <a16:creationId xmlns:a16="http://schemas.microsoft.com/office/drawing/2014/main" xmlns="" id="{B190B3C4-EEF5-2A73-A8C3-D2CE8B4979C0}"/>
                </a:ext>
              </a:extLst>
            </p:cNvPr>
            <p:cNvSpPr/>
            <p:nvPr/>
          </p:nvSpPr>
          <p:spPr>
            <a:xfrm rot="1931461">
              <a:off x="6322319" y="835555"/>
              <a:ext cx="127864" cy="333355"/>
            </a:xfrm>
            <a:custGeom>
              <a:avLst/>
              <a:gdLst/>
              <a:ahLst/>
              <a:cxnLst/>
              <a:rect l="l" t="t" r="r" b="b"/>
              <a:pathLst>
                <a:path w="1293" h="3371" extrusionOk="0">
                  <a:moveTo>
                    <a:pt x="899" y="2977"/>
                  </a:moveTo>
                  <a:lnTo>
                    <a:pt x="1236" y="562"/>
                  </a:lnTo>
                  <a:cubicBezTo>
                    <a:pt x="1293" y="337"/>
                    <a:pt x="1124" y="113"/>
                    <a:pt x="843" y="56"/>
                  </a:cubicBezTo>
                  <a:lnTo>
                    <a:pt x="843" y="56"/>
                  </a:lnTo>
                  <a:cubicBezTo>
                    <a:pt x="619" y="0"/>
                    <a:pt x="394" y="225"/>
                    <a:pt x="394" y="450"/>
                  </a:cubicBezTo>
                  <a:lnTo>
                    <a:pt x="57" y="2809"/>
                  </a:lnTo>
                  <a:cubicBezTo>
                    <a:pt x="1" y="3089"/>
                    <a:pt x="169" y="3314"/>
                    <a:pt x="394" y="3314"/>
                  </a:cubicBezTo>
                  <a:lnTo>
                    <a:pt x="394" y="3314"/>
                  </a:lnTo>
                  <a:cubicBezTo>
                    <a:pt x="675" y="3370"/>
                    <a:pt x="899" y="3202"/>
                    <a:pt x="899" y="297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8" name="Google Shape;13868;p39">
              <a:extLst>
                <a:ext uri="{FF2B5EF4-FFF2-40B4-BE49-F238E27FC236}">
                  <a16:creationId xmlns:a16="http://schemas.microsoft.com/office/drawing/2014/main" xmlns="" id="{9287F0D7-6AA1-E7D0-EFE6-1610DA9F2185}"/>
                </a:ext>
              </a:extLst>
            </p:cNvPr>
            <p:cNvSpPr/>
            <p:nvPr/>
          </p:nvSpPr>
          <p:spPr>
            <a:xfrm rot="1931461">
              <a:off x="6060171" y="704613"/>
              <a:ext cx="505521" cy="411082"/>
            </a:xfrm>
            <a:custGeom>
              <a:avLst/>
              <a:gdLst/>
              <a:ahLst/>
              <a:cxnLst/>
              <a:rect l="l" t="t" r="r" b="b"/>
              <a:pathLst>
                <a:path w="5112" h="4157" extrusionOk="0">
                  <a:moveTo>
                    <a:pt x="57" y="2359"/>
                  </a:moveTo>
                  <a:cubicBezTo>
                    <a:pt x="113" y="2190"/>
                    <a:pt x="226" y="2134"/>
                    <a:pt x="394" y="2190"/>
                  </a:cubicBezTo>
                  <a:cubicBezTo>
                    <a:pt x="506" y="2190"/>
                    <a:pt x="563" y="2359"/>
                    <a:pt x="563" y="2471"/>
                  </a:cubicBezTo>
                  <a:cubicBezTo>
                    <a:pt x="506" y="2640"/>
                    <a:pt x="338" y="2696"/>
                    <a:pt x="226" y="2640"/>
                  </a:cubicBezTo>
                  <a:cubicBezTo>
                    <a:pt x="113" y="2584"/>
                    <a:pt x="1" y="2471"/>
                    <a:pt x="57" y="2359"/>
                  </a:cubicBezTo>
                  <a:close/>
                  <a:moveTo>
                    <a:pt x="1237" y="225"/>
                  </a:moveTo>
                  <a:cubicBezTo>
                    <a:pt x="1293" y="112"/>
                    <a:pt x="1461" y="0"/>
                    <a:pt x="1574" y="56"/>
                  </a:cubicBezTo>
                  <a:cubicBezTo>
                    <a:pt x="1686" y="112"/>
                    <a:pt x="1798" y="281"/>
                    <a:pt x="1742" y="393"/>
                  </a:cubicBezTo>
                  <a:cubicBezTo>
                    <a:pt x="1686" y="506"/>
                    <a:pt x="1517" y="562"/>
                    <a:pt x="1405" y="562"/>
                  </a:cubicBezTo>
                  <a:cubicBezTo>
                    <a:pt x="1293" y="506"/>
                    <a:pt x="1180" y="337"/>
                    <a:pt x="1237" y="225"/>
                  </a:cubicBezTo>
                  <a:close/>
                  <a:moveTo>
                    <a:pt x="2135" y="674"/>
                  </a:moveTo>
                  <a:cubicBezTo>
                    <a:pt x="2191" y="562"/>
                    <a:pt x="2304" y="506"/>
                    <a:pt x="2472" y="562"/>
                  </a:cubicBezTo>
                  <a:cubicBezTo>
                    <a:pt x="2585" y="562"/>
                    <a:pt x="2641" y="730"/>
                    <a:pt x="2585" y="842"/>
                  </a:cubicBezTo>
                  <a:cubicBezTo>
                    <a:pt x="2585" y="1011"/>
                    <a:pt x="2416" y="1123"/>
                    <a:pt x="2248" y="1067"/>
                  </a:cubicBezTo>
                  <a:cubicBezTo>
                    <a:pt x="2135" y="1011"/>
                    <a:pt x="2079" y="842"/>
                    <a:pt x="2135" y="730"/>
                  </a:cubicBezTo>
                  <a:close/>
                  <a:moveTo>
                    <a:pt x="4101" y="1404"/>
                  </a:moveTo>
                  <a:cubicBezTo>
                    <a:pt x="4101" y="1292"/>
                    <a:pt x="4045" y="1123"/>
                    <a:pt x="3932" y="1067"/>
                  </a:cubicBezTo>
                  <a:cubicBezTo>
                    <a:pt x="3820" y="1011"/>
                    <a:pt x="3652" y="1123"/>
                    <a:pt x="3596" y="1236"/>
                  </a:cubicBezTo>
                  <a:cubicBezTo>
                    <a:pt x="3539" y="1348"/>
                    <a:pt x="3652" y="1516"/>
                    <a:pt x="3764" y="1573"/>
                  </a:cubicBezTo>
                  <a:cubicBezTo>
                    <a:pt x="3876" y="1573"/>
                    <a:pt x="4045" y="1516"/>
                    <a:pt x="4101" y="1404"/>
                  </a:cubicBezTo>
                  <a:close/>
                  <a:moveTo>
                    <a:pt x="5056" y="1573"/>
                  </a:moveTo>
                  <a:cubicBezTo>
                    <a:pt x="5112" y="1460"/>
                    <a:pt x="5056" y="1292"/>
                    <a:pt x="4943" y="1236"/>
                  </a:cubicBezTo>
                  <a:cubicBezTo>
                    <a:pt x="4775" y="1179"/>
                    <a:pt x="4663" y="1292"/>
                    <a:pt x="4606" y="1404"/>
                  </a:cubicBezTo>
                  <a:cubicBezTo>
                    <a:pt x="4550" y="1516"/>
                    <a:pt x="4606" y="1685"/>
                    <a:pt x="4775" y="1741"/>
                  </a:cubicBezTo>
                  <a:cubicBezTo>
                    <a:pt x="4887" y="1741"/>
                    <a:pt x="5000" y="1685"/>
                    <a:pt x="5056" y="1573"/>
                  </a:cubicBezTo>
                  <a:close/>
                  <a:moveTo>
                    <a:pt x="4719" y="3932"/>
                  </a:moveTo>
                  <a:cubicBezTo>
                    <a:pt x="4775" y="3819"/>
                    <a:pt x="4719" y="3651"/>
                    <a:pt x="4606" y="3651"/>
                  </a:cubicBezTo>
                  <a:cubicBezTo>
                    <a:pt x="4438" y="3595"/>
                    <a:pt x="4326" y="3651"/>
                    <a:pt x="4269" y="3763"/>
                  </a:cubicBezTo>
                  <a:cubicBezTo>
                    <a:pt x="4213" y="3932"/>
                    <a:pt x="4269" y="4044"/>
                    <a:pt x="4438" y="4100"/>
                  </a:cubicBezTo>
                  <a:cubicBezTo>
                    <a:pt x="4550" y="4156"/>
                    <a:pt x="4663" y="4044"/>
                    <a:pt x="4719" y="3932"/>
                  </a:cubicBezTo>
                  <a:close/>
                  <a:moveTo>
                    <a:pt x="3764" y="3763"/>
                  </a:moveTo>
                  <a:cubicBezTo>
                    <a:pt x="3764" y="3651"/>
                    <a:pt x="3708" y="3482"/>
                    <a:pt x="3596" y="3482"/>
                  </a:cubicBezTo>
                  <a:cubicBezTo>
                    <a:pt x="3483" y="3426"/>
                    <a:pt x="3315" y="3482"/>
                    <a:pt x="3259" y="3595"/>
                  </a:cubicBezTo>
                  <a:cubicBezTo>
                    <a:pt x="3259" y="3763"/>
                    <a:pt x="3315" y="3875"/>
                    <a:pt x="3427" y="3932"/>
                  </a:cubicBezTo>
                  <a:cubicBezTo>
                    <a:pt x="3539" y="3988"/>
                    <a:pt x="3708" y="3875"/>
                    <a:pt x="3764" y="3763"/>
                  </a:cubicBezTo>
                  <a:close/>
                  <a:moveTo>
                    <a:pt x="956" y="2808"/>
                  </a:moveTo>
                  <a:cubicBezTo>
                    <a:pt x="956" y="2696"/>
                    <a:pt x="1124" y="2584"/>
                    <a:pt x="1237" y="2640"/>
                  </a:cubicBezTo>
                  <a:cubicBezTo>
                    <a:pt x="1349" y="2696"/>
                    <a:pt x="1461" y="2864"/>
                    <a:pt x="1405" y="2977"/>
                  </a:cubicBezTo>
                  <a:cubicBezTo>
                    <a:pt x="1349" y="3089"/>
                    <a:pt x="1237" y="3145"/>
                    <a:pt x="1068" y="3145"/>
                  </a:cubicBezTo>
                  <a:cubicBezTo>
                    <a:pt x="956" y="3089"/>
                    <a:pt x="900" y="2921"/>
                    <a:pt x="956" y="280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69" name="Google Shape;13869;p39">
              <a:extLst>
                <a:ext uri="{FF2B5EF4-FFF2-40B4-BE49-F238E27FC236}">
                  <a16:creationId xmlns:a16="http://schemas.microsoft.com/office/drawing/2014/main" xmlns="" id="{6EA9AC7D-9B04-FC8F-8476-1DBE2F3A2439}"/>
                </a:ext>
              </a:extLst>
            </p:cNvPr>
            <p:cNvSpPr/>
            <p:nvPr/>
          </p:nvSpPr>
          <p:spPr>
            <a:xfrm rot="1931461">
              <a:off x="6060949" y="721451"/>
              <a:ext cx="499884" cy="394468"/>
            </a:xfrm>
            <a:custGeom>
              <a:avLst/>
              <a:gdLst/>
              <a:ahLst/>
              <a:cxnLst/>
              <a:rect l="l" t="t" r="r" b="b"/>
              <a:pathLst>
                <a:path w="5055" h="3989" extrusionOk="0">
                  <a:moveTo>
                    <a:pt x="506" y="2135"/>
                  </a:moveTo>
                  <a:cubicBezTo>
                    <a:pt x="506" y="2191"/>
                    <a:pt x="506" y="2247"/>
                    <a:pt x="506" y="2303"/>
                  </a:cubicBezTo>
                  <a:cubicBezTo>
                    <a:pt x="449" y="2472"/>
                    <a:pt x="281" y="2528"/>
                    <a:pt x="169" y="2472"/>
                  </a:cubicBezTo>
                  <a:cubicBezTo>
                    <a:pt x="112" y="2472"/>
                    <a:pt x="56" y="2416"/>
                    <a:pt x="56" y="2416"/>
                  </a:cubicBezTo>
                  <a:cubicBezTo>
                    <a:pt x="0" y="2359"/>
                    <a:pt x="0" y="2303"/>
                    <a:pt x="56" y="2247"/>
                  </a:cubicBezTo>
                  <a:cubicBezTo>
                    <a:pt x="112" y="2079"/>
                    <a:pt x="225" y="2022"/>
                    <a:pt x="393" y="2079"/>
                  </a:cubicBezTo>
                  <a:cubicBezTo>
                    <a:pt x="393" y="2079"/>
                    <a:pt x="449" y="2135"/>
                    <a:pt x="506" y="2135"/>
                  </a:cubicBezTo>
                  <a:close/>
                  <a:moveTo>
                    <a:pt x="1236" y="169"/>
                  </a:moveTo>
                  <a:cubicBezTo>
                    <a:pt x="1292" y="57"/>
                    <a:pt x="1404" y="1"/>
                    <a:pt x="1573" y="1"/>
                  </a:cubicBezTo>
                  <a:cubicBezTo>
                    <a:pt x="1573" y="1"/>
                    <a:pt x="1629" y="57"/>
                    <a:pt x="1685" y="113"/>
                  </a:cubicBezTo>
                  <a:cubicBezTo>
                    <a:pt x="1685" y="169"/>
                    <a:pt x="1685" y="225"/>
                    <a:pt x="1685" y="281"/>
                  </a:cubicBezTo>
                  <a:cubicBezTo>
                    <a:pt x="1629" y="394"/>
                    <a:pt x="1460" y="450"/>
                    <a:pt x="1348" y="394"/>
                  </a:cubicBezTo>
                  <a:cubicBezTo>
                    <a:pt x="1292" y="394"/>
                    <a:pt x="1292" y="394"/>
                    <a:pt x="1236" y="338"/>
                  </a:cubicBezTo>
                  <a:cubicBezTo>
                    <a:pt x="1236" y="281"/>
                    <a:pt x="1236" y="225"/>
                    <a:pt x="1236" y="169"/>
                  </a:cubicBezTo>
                  <a:close/>
                  <a:moveTo>
                    <a:pt x="2134" y="618"/>
                  </a:moveTo>
                  <a:cubicBezTo>
                    <a:pt x="2191" y="506"/>
                    <a:pt x="2303" y="450"/>
                    <a:pt x="2471" y="506"/>
                  </a:cubicBezTo>
                  <a:cubicBezTo>
                    <a:pt x="2471" y="506"/>
                    <a:pt x="2528" y="506"/>
                    <a:pt x="2584" y="562"/>
                  </a:cubicBezTo>
                  <a:cubicBezTo>
                    <a:pt x="2584" y="618"/>
                    <a:pt x="2584" y="674"/>
                    <a:pt x="2584" y="731"/>
                  </a:cubicBezTo>
                  <a:cubicBezTo>
                    <a:pt x="2528" y="899"/>
                    <a:pt x="2359" y="955"/>
                    <a:pt x="2191" y="899"/>
                  </a:cubicBezTo>
                  <a:cubicBezTo>
                    <a:pt x="2191" y="843"/>
                    <a:pt x="2134" y="843"/>
                    <a:pt x="2078" y="787"/>
                  </a:cubicBezTo>
                  <a:cubicBezTo>
                    <a:pt x="2078" y="731"/>
                    <a:pt x="2078" y="674"/>
                    <a:pt x="2078" y="618"/>
                  </a:cubicBezTo>
                  <a:close/>
                  <a:moveTo>
                    <a:pt x="4044" y="1068"/>
                  </a:moveTo>
                  <a:cubicBezTo>
                    <a:pt x="3988" y="1011"/>
                    <a:pt x="3932" y="1011"/>
                    <a:pt x="3932" y="1011"/>
                  </a:cubicBezTo>
                  <a:cubicBezTo>
                    <a:pt x="3763" y="955"/>
                    <a:pt x="3651" y="1011"/>
                    <a:pt x="3595" y="1124"/>
                  </a:cubicBezTo>
                  <a:cubicBezTo>
                    <a:pt x="3595" y="1180"/>
                    <a:pt x="3595" y="1236"/>
                    <a:pt x="3595" y="1292"/>
                  </a:cubicBezTo>
                  <a:cubicBezTo>
                    <a:pt x="3595" y="1348"/>
                    <a:pt x="3651" y="1348"/>
                    <a:pt x="3707" y="1405"/>
                  </a:cubicBezTo>
                  <a:cubicBezTo>
                    <a:pt x="3819" y="1405"/>
                    <a:pt x="3988" y="1348"/>
                    <a:pt x="4044" y="1236"/>
                  </a:cubicBezTo>
                  <a:cubicBezTo>
                    <a:pt x="4044" y="1180"/>
                    <a:pt x="4044" y="1124"/>
                    <a:pt x="4044" y="1068"/>
                  </a:cubicBezTo>
                  <a:close/>
                  <a:moveTo>
                    <a:pt x="4999" y="1236"/>
                  </a:moveTo>
                  <a:cubicBezTo>
                    <a:pt x="4999" y="1180"/>
                    <a:pt x="4943" y="1180"/>
                    <a:pt x="4886" y="1180"/>
                  </a:cubicBezTo>
                  <a:cubicBezTo>
                    <a:pt x="4774" y="1124"/>
                    <a:pt x="4606" y="1180"/>
                    <a:pt x="4606" y="1292"/>
                  </a:cubicBezTo>
                  <a:cubicBezTo>
                    <a:pt x="4549" y="1348"/>
                    <a:pt x="4549" y="1405"/>
                    <a:pt x="4606" y="1461"/>
                  </a:cubicBezTo>
                  <a:cubicBezTo>
                    <a:pt x="4606" y="1517"/>
                    <a:pt x="4662" y="1517"/>
                    <a:pt x="4718" y="1573"/>
                  </a:cubicBezTo>
                  <a:cubicBezTo>
                    <a:pt x="4830" y="1629"/>
                    <a:pt x="4943" y="1517"/>
                    <a:pt x="4999" y="1405"/>
                  </a:cubicBezTo>
                  <a:cubicBezTo>
                    <a:pt x="5055" y="1348"/>
                    <a:pt x="5055" y="1292"/>
                    <a:pt x="4999" y="1236"/>
                  </a:cubicBezTo>
                  <a:close/>
                  <a:moveTo>
                    <a:pt x="4662" y="3595"/>
                  </a:moveTo>
                  <a:cubicBezTo>
                    <a:pt x="4662" y="3595"/>
                    <a:pt x="4606" y="3539"/>
                    <a:pt x="4549" y="3539"/>
                  </a:cubicBezTo>
                  <a:cubicBezTo>
                    <a:pt x="4437" y="3483"/>
                    <a:pt x="4269" y="3539"/>
                    <a:pt x="4269" y="3707"/>
                  </a:cubicBezTo>
                  <a:cubicBezTo>
                    <a:pt x="4212" y="3764"/>
                    <a:pt x="4212" y="3820"/>
                    <a:pt x="4269" y="3876"/>
                  </a:cubicBezTo>
                  <a:cubicBezTo>
                    <a:pt x="4269" y="3876"/>
                    <a:pt x="4325" y="3932"/>
                    <a:pt x="4381" y="3932"/>
                  </a:cubicBezTo>
                  <a:cubicBezTo>
                    <a:pt x="4493" y="3988"/>
                    <a:pt x="4606" y="3932"/>
                    <a:pt x="4662" y="3764"/>
                  </a:cubicBezTo>
                  <a:cubicBezTo>
                    <a:pt x="4718" y="3707"/>
                    <a:pt x="4718" y="3651"/>
                    <a:pt x="4662" y="3595"/>
                  </a:cubicBezTo>
                  <a:close/>
                  <a:moveTo>
                    <a:pt x="3707" y="3427"/>
                  </a:moveTo>
                  <a:cubicBezTo>
                    <a:pt x="3651" y="3427"/>
                    <a:pt x="3595" y="3370"/>
                    <a:pt x="3595" y="3370"/>
                  </a:cubicBezTo>
                  <a:cubicBezTo>
                    <a:pt x="3426" y="3314"/>
                    <a:pt x="3314" y="3370"/>
                    <a:pt x="3258" y="3539"/>
                  </a:cubicBezTo>
                  <a:cubicBezTo>
                    <a:pt x="3258" y="3595"/>
                    <a:pt x="3258" y="3651"/>
                    <a:pt x="3258" y="3651"/>
                  </a:cubicBezTo>
                  <a:cubicBezTo>
                    <a:pt x="3314" y="3707"/>
                    <a:pt x="3314" y="3764"/>
                    <a:pt x="3370" y="3764"/>
                  </a:cubicBezTo>
                  <a:cubicBezTo>
                    <a:pt x="3482" y="3820"/>
                    <a:pt x="3651" y="3764"/>
                    <a:pt x="3707" y="3595"/>
                  </a:cubicBezTo>
                  <a:cubicBezTo>
                    <a:pt x="3707" y="3539"/>
                    <a:pt x="3707" y="3483"/>
                    <a:pt x="3707" y="3427"/>
                  </a:cubicBezTo>
                  <a:close/>
                  <a:moveTo>
                    <a:pt x="955" y="2753"/>
                  </a:moveTo>
                  <a:cubicBezTo>
                    <a:pt x="955" y="2584"/>
                    <a:pt x="1123" y="2528"/>
                    <a:pt x="1236" y="2584"/>
                  </a:cubicBezTo>
                  <a:cubicBezTo>
                    <a:pt x="1292" y="2584"/>
                    <a:pt x="1348" y="2640"/>
                    <a:pt x="1348" y="2696"/>
                  </a:cubicBezTo>
                  <a:cubicBezTo>
                    <a:pt x="1404" y="2696"/>
                    <a:pt x="1404" y="2753"/>
                    <a:pt x="1348" y="2809"/>
                  </a:cubicBezTo>
                  <a:cubicBezTo>
                    <a:pt x="1292" y="2977"/>
                    <a:pt x="1180" y="3033"/>
                    <a:pt x="1067" y="2977"/>
                  </a:cubicBezTo>
                  <a:cubicBezTo>
                    <a:pt x="1011" y="2977"/>
                    <a:pt x="955" y="2921"/>
                    <a:pt x="955" y="2921"/>
                  </a:cubicBezTo>
                  <a:cubicBezTo>
                    <a:pt x="899" y="2865"/>
                    <a:pt x="899" y="2809"/>
                    <a:pt x="955" y="2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0" name="Google Shape;13870;p39">
              <a:extLst>
                <a:ext uri="{FF2B5EF4-FFF2-40B4-BE49-F238E27FC236}">
                  <a16:creationId xmlns:a16="http://schemas.microsoft.com/office/drawing/2014/main" xmlns="" id="{2C67735B-B6AE-A7B7-4CCA-7B1F3AF580AE}"/>
                </a:ext>
              </a:extLst>
            </p:cNvPr>
            <p:cNvSpPr/>
            <p:nvPr/>
          </p:nvSpPr>
          <p:spPr>
            <a:xfrm rot="1931461">
              <a:off x="6510149" y="387332"/>
              <a:ext cx="427794" cy="427794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1517" y="394"/>
                  </a:moveTo>
                  <a:cubicBezTo>
                    <a:pt x="2528" y="1"/>
                    <a:pt x="3595" y="506"/>
                    <a:pt x="3988" y="1517"/>
                  </a:cubicBezTo>
                  <a:cubicBezTo>
                    <a:pt x="4325" y="2472"/>
                    <a:pt x="3820" y="3595"/>
                    <a:pt x="2809" y="3932"/>
                  </a:cubicBezTo>
                  <a:cubicBezTo>
                    <a:pt x="1854" y="4325"/>
                    <a:pt x="731" y="3820"/>
                    <a:pt x="394" y="2809"/>
                  </a:cubicBezTo>
                  <a:cubicBezTo>
                    <a:pt x="1" y="1798"/>
                    <a:pt x="506" y="731"/>
                    <a:pt x="1517" y="3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1" name="Google Shape;13871;p39">
              <a:extLst>
                <a:ext uri="{FF2B5EF4-FFF2-40B4-BE49-F238E27FC236}">
                  <a16:creationId xmlns:a16="http://schemas.microsoft.com/office/drawing/2014/main" xmlns="" id="{693B33B5-C361-BBB2-6561-81EDBDBE10EB}"/>
                </a:ext>
              </a:extLst>
            </p:cNvPr>
            <p:cNvSpPr/>
            <p:nvPr/>
          </p:nvSpPr>
          <p:spPr>
            <a:xfrm rot="1931461">
              <a:off x="8275154" y="339205"/>
              <a:ext cx="244553" cy="222204"/>
            </a:xfrm>
            <a:custGeom>
              <a:avLst/>
              <a:gdLst/>
              <a:ahLst/>
              <a:cxnLst/>
              <a:rect l="l" t="t" r="r" b="b"/>
              <a:pathLst>
                <a:path w="2473" h="2247" extrusionOk="0">
                  <a:moveTo>
                    <a:pt x="225" y="899"/>
                  </a:moveTo>
                  <a:cubicBezTo>
                    <a:pt x="562" y="281"/>
                    <a:pt x="1293" y="0"/>
                    <a:pt x="1910" y="337"/>
                  </a:cubicBezTo>
                  <a:cubicBezTo>
                    <a:pt x="2191" y="450"/>
                    <a:pt x="2360" y="674"/>
                    <a:pt x="2472" y="955"/>
                  </a:cubicBezTo>
                  <a:cubicBezTo>
                    <a:pt x="2360" y="787"/>
                    <a:pt x="2247" y="674"/>
                    <a:pt x="2079" y="618"/>
                  </a:cubicBezTo>
                  <a:cubicBezTo>
                    <a:pt x="1461" y="281"/>
                    <a:pt x="731" y="562"/>
                    <a:pt x="394" y="1180"/>
                  </a:cubicBezTo>
                  <a:cubicBezTo>
                    <a:pt x="225" y="1517"/>
                    <a:pt x="225" y="1910"/>
                    <a:pt x="394" y="2247"/>
                  </a:cubicBezTo>
                  <a:cubicBezTo>
                    <a:pt x="57" y="1854"/>
                    <a:pt x="1" y="1292"/>
                    <a:pt x="282" y="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2" name="Google Shape;13872;p39">
              <a:extLst>
                <a:ext uri="{FF2B5EF4-FFF2-40B4-BE49-F238E27FC236}">
                  <a16:creationId xmlns:a16="http://schemas.microsoft.com/office/drawing/2014/main" xmlns="" id="{0D7291A8-DAAB-1475-0AC7-41A5B7035841}"/>
                </a:ext>
              </a:extLst>
            </p:cNvPr>
            <p:cNvSpPr/>
            <p:nvPr/>
          </p:nvSpPr>
          <p:spPr>
            <a:xfrm rot="1931461">
              <a:off x="6610489" y="439788"/>
              <a:ext cx="244454" cy="222204"/>
            </a:xfrm>
            <a:custGeom>
              <a:avLst/>
              <a:gdLst/>
              <a:ahLst/>
              <a:cxnLst/>
              <a:rect l="l" t="t" r="r" b="b"/>
              <a:pathLst>
                <a:path w="2472" h="2247" extrusionOk="0">
                  <a:moveTo>
                    <a:pt x="169" y="843"/>
                  </a:moveTo>
                  <a:cubicBezTo>
                    <a:pt x="506" y="225"/>
                    <a:pt x="1292" y="0"/>
                    <a:pt x="1854" y="337"/>
                  </a:cubicBezTo>
                  <a:cubicBezTo>
                    <a:pt x="2135" y="450"/>
                    <a:pt x="2303" y="674"/>
                    <a:pt x="2472" y="899"/>
                  </a:cubicBezTo>
                  <a:cubicBezTo>
                    <a:pt x="2360" y="786"/>
                    <a:pt x="2191" y="674"/>
                    <a:pt x="2079" y="618"/>
                  </a:cubicBezTo>
                  <a:cubicBezTo>
                    <a:pt x="1461" y="281"/>
                    <a:pt x="675" y="506"/>
                    <a:pt x="394" y="1123"/>
                  </a:cubicBezTo>
                  <a:cubicBezTo>
                    <a:pt x="225" y="1460"/>
                    <a:pt x="225" y="1910"/>
                    <a:pt x="394" y="2247"/>
                  </a:cubicBezTo>
                  <a:cubicBezTo>
                    <a:pt x="57" y="1854"/>
                    <a:pt x="1" y="1292"/>
                    <a:pt x="225" y="8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3" name="Google Shape;13873;p39">
              <a:extLst>
                <a:ext uri="{FF2B5EF4-FFF2-40B4-BE49-F238E27FC236}">
                  <a16:creationId xmlns:a16="http://schemas.microsoft.com/office/drawing/2014/main" xmlns="" id="{313233B9-FEF5-F4BD-10C7-0B32DC7EA764}"/>
                </a:ext>
              </a:extLst>
            </p:cNvPr>
            <p:cNvSpPr/>
            <p:nvPr/>
          </p:nvSpPr>
          <p:spPr>
            <a:xfrm rot="1931461">
              <a:off x="8238307" y="364350"/>
              <a:ext cx="277779" cy="277779"/>
            </a:xfrm>
            <a:custGeom>
              <a:avLst/>
              <a:gdLst/>
              <a:ahLst/>
              <a:cxnLst/>
              <a:rect l="l" t="t" r="r" b="b"/>
              <a:pathLst>
                <a:path w="2809" h="2809" extrusionOk="0">
                  <a:moveTo>
                    <a:pt x="1012" y="225"/>
                  </a:moveTo>
                  <a:cubicBezTo>
                    <a:pt x="1629" y="0"/>
                    <a:pt x="2360" y="337"/>
                    <a:pt x="2584" y="955"/>
                  </a:cubicBezTo>
                  <a:cubicBezTo>
                    <a:pt x="2809" y="1629"/>
                    <a:pt x="2528" y="2359"/>
                    <a:pt x="1854" y="2584"/>
                  </a:cubicBezTo>
                  <a:cubicBezTo>
                    <a:pt x="1180" y="2808"/>
                    <a:pt x="506" y="2471"/>
                    <a:pt x="225" y="1854"/>
                  </a:cubicBezTo>
                  <a:cubicBezTo>
                    <a:pt x="1" y="1180"/>
                    <a:pt x="338" y="450"/>
                    <a:pt x="1012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4" name="Google Shape;13874;p39">
              <a:extLst>
                <a:ext uri="{FF2B5EF4-FFF2-40B4-BE49-F238E27FC236}">
                  <a16:creationId xmlns:a16="http://schemas.microsoft.com/office/drawing/2014/main" xmlns="" id="{83984E44-68D0-C57F-2F2A-4DA0A1920878}"/>
                </a:ext>
              </a:extLst>
            </p:cNvPr>
            <p:cNvSpPr/>
            <p:nvPr/>
          </p:nvSpPr>
          <p:spPr>
            <a:xfrm rot="1931461">
              <a:off x="6588952" y="461430"/>
              <a:ext cx="277878" cy="277779"/>
            </a:xfrm>
            <a:custGeom>
              <a:avLst/>
              <a:gdLst/>
              <a:ahLst/>
              <a:cxnLst/>
              <a:rect l="l" t="t" r="r" b="b"/>
              <a:pathLst>
                <a:path w="2810" h="2809" extrusionOk="0">
                  <a:moveTo>
                    <a:pt x="956" y="225"/>
                  </a:moveTo>
                  <a:cubicBezTo>
                    <a:pt x="1573" y="1"/>
                    <a:pt x="2304" y="338"/>
                    <a:pt x="2584" y="1012"/>
                  </a:cubicBezTo>
                  <a:cubicBezTo>
                    <a:pt x="2809" y="1629"/>
                    <a:pt x="2472" y="2360"/>
                    <a:pt x="1854" y="2584"/>
                  </a:cubicBezTo>
                  <a:cubicBezTo>
                    <a:pt x="1236" y="2809"/>
                    <a:pt x="506" y="2472"/>
                    <a:pt x="226" y="1854"/>
                  </a:cubicBezTo>
                  <a:cubicBezTo>
                    <a:pt x="1" y="1236"/>
                    <a:pt x="338" y="506"/>
                    <a:pt x="956" y="22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5" name="Google Shape;13875;p39">
              <a:extLst>
                <a:ext uri="{FF2B5EF4-FFF2-40B4-BE49-F238E27FC236}">
                  <a16:creationId xmlns:a16="http://schemas.microsoft.com/office/drawing/2014/main" xmlns="" id="{43A15B22-E4F6-F736-E399-D08BCA10B19F}"/>
                </a:ext>
              </a:extLst>
            </p:cNvPr>
            <p:cNvSpPr/>
            <p:nvPr/>
          </p:nvSpPr>
          <p:spPr>
            <a:xfrm rot="1931461">
              <a:off x="7084295" y="199395"/>
              <a:ext cx="955367" cy="716649"/>
            </a:xfrm>
            <a:custGeom>
              <a:avLst/>
              <a:gdLst/>
              <a:ahLst/>
              <a:cxnLst/>
              <a:rect l="l" t="t" r="r" b="b"/>
              <a:pathLst>
                <a:path w="9661" h="7247" extrusionOk="0">
                  <a:moveTo>
                    <a:pt x="0" y="6067"/>
                  </a:moveTo>
                  <a:lnTo>
                    <a:pt x="8874" y="1"/>
                  </a:lnTo>
                  <a:lnTo>
                    <a:pt x="9660" y="1180"/>
                  </a:lnTo>
                  <a:lnTo>
                    <a:pt x="786" y="72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6" name="Google Shape;13876;p39">
              <a:extLst>
                <a:ext uri="{FF2B5EF4-FFF2-40B4-BE49-F238E27FC236}">
                  <a16:creationId xmlns:a16="http://schemas.microsoft.com/office/drawing/2014/main" xmlns="" id="{6906CDB7-4A99-8B33-C1F5-A77E7364B562}"/>
                </a:ext>
              </a:extLst>
            </p:cNvPr>
            <p:cNvSpPr/>
            <p:nvPr/>
          </p:nvSpPr>
          <p:spPr>
            <a:xfrm rot="1931461">
              <a:off x="7093705" y="224360"/>
              <a:ext cx="938754" cy="694399"/>
            </a:xfrm>
            <a:custGeom>
              <a:avLst/>
              <a:gdLst/>
              <a:ahLst/>
              <a:cxnLst/>
              <a:rect l="l" t="t" r="r" b="b"/>
              <a:pathLst>
                <a:path w="9493" h="7022" extrusionOk="0">
                  <a:moveTo>
                    <a:pt x="8875" y="1"/>
                  </a:moveTo>
                  <a:lnTo>
                    <a:pt x="9492" y="955"/>
                  </a:lnTo>
                  <a:lnTo>
                    <a:pt x="618" y="7021"/>
                  </a:lnTo>
                  <a:lnTo>
                    <a:pt x="1" y="606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7" name="Google Shape;13877;p39">
              <a:extLst>
                <a:ext uri="{FF2B5EF4-FFF2-40B4-BE49-F238E27FC236}">
                  <a16:creationId xmlns:a16="http://schemas.microsoft.com/office/drawing/2014/main" xmlns="" id="{F4D99129-FBBF-3860-0EB5-81263B440ADF}"/>
                </a:ext>
              </a:extLst>
            </p:cNvPr>
            <p:cNvSpPr/>
            <p:nvPr/>
          </p:nvSpPr>
          <p:spPr>
            <a:xfrm rot="1931461">
              <a:off x="7111140" y="279429"/>
              <a:ext cx="905428" cy="644361"/>
            </a:xfrm>
            <a:custGeom>
              <a:avLst/>
              <a:gdLst/>
              <a:ahLst/>
              <a:cxnLst/>
              <a:rect l="l" t="t" r="r" b="b"/>
              <a:pathLst>
                <a:path w="9156" h="6516" extrusionOk="0">
                  <a:moveTo>
                    <a:pt x="8818" y="0"/>
                  </a:moveTo>
                  <a:lnTo>
                    <a:pt x="9155" y="449"/>
                  </a:lnTo>
                  <a:lnTo>
                    <a:pt x="281" y="6515"/>
                  </a:lnTo>
                  <a:lnTo>
                    <a:pt x="1" y="6066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8" name="Google Shape;13878;p39">
              <a:extLst>
                <a:ext uri="{FF2B5EF4-FFF2-40B4-BE49-F238E27FC236}">
                  <a16:creationId xmlns:a16="http://schemas.microsoft.com/office/drawing/2014/main" xmlns="" id="{CEAEBE7B-8E0C-9A42-8E5D-05EEEDF28370}"/>
                </a:ext>
              </a:extLst>
            </p:cNvPr>
            <p:cNvSpPr/>
            <p:nvPr/>
          </p:nvSpPr>
          <p:spPr>
            <a:xfrm rot="1931461">
              <a:off x="8258084" y="452607"/>
              <a:ext cx="244454" cy="216666"/>
            </a:xfrm>
            <a:custGeom>
              <a:avLst/>
              <a:gdLst/>
              <a:ahLst/>
              <a:cxnLst/>
              <a:rect l="l" t="t" r="r" b="b"/>
              <a:pathLst>
                <a:path w="2472" h="2191" extrusionOk="0">
                  <a:moveTo>
                    <a:pt x="1966" y="1"/>
                  </a:moveTo>
                  <a:cubicBezTo>
                    <a:pt x="2078" y="113"/>
                    <a:pt x="2134" y="225"/>
                    <a:pt x="2191" y="338"/>
                  </a:cubicBezTo>
                  <a:cubicBezTo>
                    <a:pt x="2471" y="1011"/>
                    <a:pt x="2134" y="1685"/>
                    <a:pt x="1517" y="1966"/>
                  </a:cubicBezTo>
                  <a:cubicBezTo>
                    <a:pt x="955" y="2191"/>
                    <a:pt x="281" y="1910"/>
                    <a:pt x="0" y="1405"/>
                  </a:cubicBezTo>
                  <a:cubicBezTo>
                    <a:pt x="337" y="1798"/>
                    <a:pt x="899" y="1966"/>
                    <a:pt x="1404" y="1798"/>
                  </a:cubicBezTo>
                  <a:cubicBezTo>
                    <a:pt x="2022" y="1517"/>
                    <a:pt x="2359" y="843"/>
                    <a:pt x="2134" y="169"/>
                  </a:cubicBezTo>
                  <a:cubicBezTo>
                    <a:pt x="2134" y="113"/>
                    <a:pt x="2078" y="57"/>
                    <a:pt x="20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879" name="Google Shape;13879;p39">
              <a:extLst>
                <a:ext uri="{FF2B5EF4-FFF2-40B4-BE49-F238E27FC236}">
                  <a16:creationId xmlns:a16="http://schemas.microsoft.com/office/drawing/2014/main" xmlns="" id="{F36A2D41-344A-7245-3595-3635DB2DF7F5}"/>
                </a:ext>
              </a:extLst>
            </p:cNvPr>
            <p:cNvSpPr/>
            <p:nvPr/>
          </p:nvSpPr>
          <p:spPr>
            <a:xfrm rot="1931461">
              <a:off x="6601474" y="555543"/>
              <a:ext cx="238916" cy="205590"/>
            </a:xfrm>
            <a:custGeom>
              <a:avLst/>
              <a:gdLst/>
              <a:ahLst/>
              <a:cxnLst/>
              <a:rect l="l" t="t" r="r" b="b"/>
              <a:pathLst>
                <a:path w="2416" h="2079" extrusionOk="0">
                  <a:moveTo>
                    <a:pt x="1966" y="0"/>
                  </a:moveTo>
                  <a:cubicBezTo>
                    <a:pt x="2078" y="113"/>
                    <a:pt x="2134" y="225"/>
                    <a:pt x="2191" y="337"/>
                  </a:cubicBezTo>
                  <a:cubicBezTo>
                    <a:pt x="2415" y="955"/>
                    <a:pt x="2078" y="1629"/>
                    <a:pt x="1460" y="1910"/>
                  </a:cubicBezTo>
                  <a:cubicBezTo>
                    <a:pt x="955" y="2078"/>
                    <a:pt x="337" y="1854"/>
                    <a:pt x="0" y="1348"/>
                  </a:cubicBezTo>
                  <a:cubicBezTo>
                    <a:pt x="337" y="1741"/>
                    <a:pt x="899" y="1910"/>
                    <a:pt x="1348" y="1741"/>
                  </a:cubicBezTo>
                  <a:cubicBezTo>
                    <a:pt x="1966" y="1461"/>
                    <a:pt x="2303" y="787"/>
                    <a:pt x="2078" y="169"/>
                  </a:cubicBezTo>
                  <a:cubicBezTo>
                    <a:pt x="2022" y="113"/>
                    <a:pt x="2022" y="56"/>
                    <a:pt x="19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5" name="Rectangle 4"/>
          <p:cNvSpPr/>
          <p:nvPr/>
        </p:nvSpPr>
        <p:spPr>
          <a:xfrm>
            <a:off x="1131737" y="1850738"/>
            <a:ext cx="159691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gsw-FR" b="1" dirty="0">
                <a:solidFill>
                  <a:schemeClr val="bg1"/>
                </a:solidFill>
              </a:rPr>
              <a:t>Communication:</a:t>
            </a:r>
            <a:endParaRPr lang="ar-BH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1484" y="277404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Performance: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65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219681" y="2177298"/>
            <a:ext cx="4580823" cy="7710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/>
              <a:t>ROS2 DDS for internal systems </a:t>
            </a:r>
            <a:endParaRPr lang="gsw-FR" sz="1600" dirty="0" smtClean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/>
              <a:t>OPC-UA for PLC </a:t>
            </a:r>
            <a:r>
              <a:rPr lang="gsw-FR" sz="1600" dirty="0" smtClean="0"/>
              <a:t>integration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31737" y="3814946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Safety:</a:t>
            </a:r>
            <a:endParaRPr lang="en-US" b="1" dirty="0" smtClean="0">
              <a:solidFill>
                <a:schemeClr val="bg1"/>
              </a:solidFill>
            </a:endParaRPr>
          </a:p>
        </p:txBody>
      </p:sp>
      <p:sp>
        <p:nvSpPr>
          <p:cNvPr id="59" name="Google Shape;13818;p39">
            <a:extLst>
              <a:ext uri="{FF2B5EF4-FFF2-40B4-BE49-F238E27FC236}">
                <a16:creationId xmlns:a16="http://schemas.microsoft.com/office/drawing/2014/main" xmlns="" id="{6F48099B-CA1A-E17A-2A95-16931525CC8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191566" y="4089811"/>
            <a:ext cx="4580823" cy="7710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gsw-FR" sz="1600" dirty="0"/>
              <a:t>Collaborative mode in human zones </a:t>
            </a:r>
            <a:endParaRPr lang="gsw-FR" sz="1600" dirty="0" smtClean="0"/>
          </a:p>
          <a:p>
            <a:r>
              <a:rPr lang="en-US" sz="1600" dirty="0"/>
              <a:t>Cycle logging and error tracking</a:t>
            </a:r>
          </a:p>
        </p:txBody>
      </p:sp>
    </p:spTree>
    <p:extLst>
      <p:ext uri="{BB962C8B-B14F-4D97-AF65-F5344CB8AC3E}">
        <p14:creationId xmlns:p14="http://schemas.microsoft.com/office/powerpoint/2010/main" val="558233228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59">
          <a:extLst>
            <a:ext uri="{FF2B5EF4-FFF2-40B4-BE49-F238E27FC236}">
              <a16:creationId xmlns:a16="http://schemas.microsoft.com/office/drawing/2014/main" xmlns="" id="{F37089CA-247C-A5C7-F4A3-440AB95DA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0" name="Google Shape;13460;p35">
            <a:extLst>
              <a:ext uri="{FF2B5EF4-FFF2-40B4-BE49-F238E27FC236}">
                <a16:creationId xmlns:a16="http://schemas.microsoft.com/office/drawing/2014/main" xmlns="" id="{D831A51D-3BB3-9748-3917-9BE91DDF5EA1}"/>
              </a:ext>
            </a:extLst>
          </p:cNvPr>
          <p:cNvSpPr/>
          <p:nvPr/>
        </p:nvSpPr>
        <p:spPr>
          <a:xfrm>
            <a:off x="752128" y="1409721"/>
            <a:ext cx="1401300" cy="1401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461" name="Google Shape;13461;p35">
            <a:extLst>
              <a:ext uri="{FF2B5EF4-FFF2-40B4-BE49-F238E27FC236}">
                <a16:creationId xmlns:a16="http://schemas.microsoft.com/office/drawing/2014/main" xmlns="" id="{C9DAE8E2-E8BE-5FEC-8DC9-89D79EEF1C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3006502"/>
            <a:ext cx="4435200" cy="14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dirty="0"/>
              <a:t>Conclusion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13462" name="Google Shape;13462;p35">
            <a:extLst>
              <a:ext uri="{FF2B5EF4-FFF2-40B4-BE49-F238E27FC236}">
                <a16:creationId xmlns:a16="http://schemas.microsoft.com/office/drawing/2014/main" xmlns="" id="{D1252E05-9854-6708-ADDF-905842C4EBB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4675" y="1691421"/>
            <a:ext cx="1401300" cy="83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09</a:t>
            </a:r>
            <a:endParaRPr dirty="0"/>
          </a:p>
        </p:txBody>
      </p:sp>
      <p:grpSp>
        <p:nvGrpSpPr>
          <p:cNvPr id="13464" name="Google Shape;13464;p35">
            <a:extLst>
              <a:ext uri="{FF2B5EF4-FFF2-40B4-BE49-F238E27FC236}">
                <a16:creationId xmlns:a16="http://schemas.microsoft.com/office/drawing/2014/main" xmlns="" id="{A95F4AF6-0281-52B8-4697-4E1788F562AF}"/>
              </a:ext>
            </a:extLst>
          </p:cNvPr>
          <p:cNvGrpSpPr/>
          <p:nvPr/>
        </p:nvGrpSpPr>
        <p:grpSpPr>
          <a:xfrm>
            <a:off x="5232122" y="-9900"/>
            <a:ext cx="3133064" cy="3297197"/>
            <a:chOff x="5218575" y="-9900"/>
            <a:chExt cx="3451271" cy="3632074"/>
          </a:xfrm>
        </p:grpSpPr>
        <p:sp>
          <p:nvSpPr>
            <p:cNvPr id="13465" name="Google Shape;13465;p35">
              <a:extLst>
                <a:ext uri="{FF2B5EF4-FFF2-40B4-BE49-F238E27FC236}">
                  <a16:creationId xmlns:a16="http://schemas.microsoft.com/office/drawing/2014/main" xmlns="" id="{43ABFAF4-DBF8-0D63-5F6B-8144202DC066}"/>
                </a:ext>
              </a:extLst>
            </p:cNvPr>
            <p:cNvSpPr/>
            <p:nvPr/>
          </p:nvSpPr>
          <p:spPr>
            <a:xfrm>
              <a:off x="5218575" y="3333897"/>
              <a:ext cx="250705" cy="288278"/>
            </a:xfrm>
            <a:custGeom>
              <a:avLst/>
              <a:gdLst/>
              <a:ahLst/>
              <a:cxnLst/>
              <a:rect l="l" t="t" r="r" b="b"/>
              <a:pathLst>
                <a:path w="3016" h="3468" extrusionOk="0">
                  <a:moveTo>
                    <a:pt x="3015" y="841"/>
                  </a:moveTo>
                  <a:lnTo>
                    <a:pt x="1314" y="3468"/>
                  </a:lnTo>
                  <a:lnTo>
                    <a:pt x="1" y="2628"/>
                  </a:lnTo>
                  <a:lnTo>
                    <a:pt x="172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6" name="Google Shape;13466;p35">
              <a:extLst>
                <a:ext uri="{FF2B5EF4-FFF2-40B4-BE49-F238E27FC236}">
                  <a16:creationId xmlns:a16="http://schemas.microsoft.com/office/drawing/2014/main" xmlns="" id="{D39C05CF-9F54-62F2-EEFD-A869C0A3EF6F}"/>
                </a:ext>
              </a:extLst>
            </p:cNvPr>
            <p:cNvSpPr/>
            <p:nvPr/>
          </p:nvSpPr>
          <p:spPr>
            <a:xfrm>
              <a:off x="5290146" y="3378701"/>
              <a:ext cx="179134" cy="243473"/>
            </a:xfrm>
            <a:custGeom>
              <a:avLst/>
              <a:gdLst/>
              <a:ahLst/>
              <a:cxnLst/>
              <a:rect l="l" t="t" r="r" b="b"/>
              <a:pathLst>
                <a:path w="2155" h="2929" extrusionOk="0">
                  <a:moveTo>
                    <a:pt x="2154" y="302"/>
                  </a:moveTo>
                  <a:lnTo>
                    <a:pt x="453" y="2929"/>
                  </a:lnTo>
                  <a:lnTo>
                    <a:pt x="1" y="2649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7" name="Google Shape;13467;p35">
              <a:extLst>
                <a:ext uri="{FF2B5EF4-FFF2-40B4-BE49-F238E27FC236}">
                  <a16:creationId xmlns:a16="http://schemas.microsoft.com/office/drawing/2014/main" xmlns="" id="{B16E051A-EA23-6F50-65F4-9DA8A7691AA1}"/>
                </a:ext>
              </a:extLst>
            </p:cNvPr>
            <p:cNvSpPr/>
            <p:nvPr/>
          </p:nvSpPr>
          <p:spPr>
            <a:xfrm>
              <a:off x="5241850" y="3348277"/>
              <a:ext cx="163008" cy="230921"/>
            </a:xfrm>
            <a:custGeom>
              <a:avLst/>
              <a:gdLst/>
              <a:ahLst/>
              <a:cxnLst/>
              <a:rect l="l" t="t" r="r" b="b"/>
              <a:pathLst>
                <a:path w="1961" h="2778" extrusionOk="0">
                  <a:moveTo>
                    <a:pt x="1960" y="151"/>
                  </a:moveTo>
                  <a:lnTo>
                    <a:pt x="237" y="2778"/>
                  </a:lnTo>
                  <a:lnTo>
                    <a:pt x="1" y="2627"/>
                  </a:lnTo>
                  <a:lnTo>
                    <a:pt x="1702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8" name="Google Shape;13468;p35">
              <a:extLst>
                <a:ext uri="{FF2B5EF4-FFF2-40B4-BE49-F238E27FC236}">
                  <a16:creationId xmlns:a16="http://schemas.microsoft.com/office/drawing/2014/main" xmlns="" id="{B5510CEC-5CC3-86D5-18BD-2F26D43166FB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69" name="Google Shape;13469;p35">
              <a:extLst>
                <a:ext uri="{FF2B5EF4-FFF2-40B4-BE49-F238E27FC236}">
                  <a16:creationId xmlns:a16="http://schemas.microsoft.com/office/drawing/2014/main" xmlns="" id="{86DC3EF9-A220-6B6C-559E-0133D258041D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0" name="Google Shape;13470;p35">
              <a:extLst>
                <a:ext uri="{FF2B5EF4-FFF2-40B4-BE49-F238E27FC236}">
                  <a16:creationId xmlns:a16="http://schemas.microsoft.com/office/drawing/2014/main" xmlns="" id="{E759BD34-8A45-25F5-B70C-A7136AD196D9}"/>
                </a:ext>
              </a:extLst>
            </p:cNvPr>
            <p:cNvSpPr/>
            <p:nvPr/>
          </p:nvSpPr>
          <p:spPr>
            <a:xfrm>
              <a:off x="7287894" y="95752"/>
              <a:ext cx="114388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1" name="Google Shape;13471;p35">
              <a:extLst>
                <a:ext uri="{FF2B5EF4-FFF2-40B4-BE49-F238E27FC236}">
                  <a16:creationId xmlns:a16="http://schemas.microsoft.com/office/drawing/2014/main" xmlns="" id="{3C4C2A47-D4B6-318B-24BE-274EAF83682A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2" name="Google Shape;13472;p35">
              <a:extLst>
                <a:ext uri="{FF2B5EF4-FFF2-40B4-BE49-F238E27FC236}">
                  <a16:creationId xmlns:a16="http://schemas.microsoft.com/office/drawing/2014/main" xmlns="" id="{81BF2022-8897-8C6F-0B07-8B137CF12107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3" name="Google Shape;13473;p35">
              <a:extLst>
                <a:ext uri="{FF2B5EF4-FFF2-40B4-BE49-F238E27FC236}">
                  <a16:creationId xmlns:a16="http://schemas.microsoft.com/office/drawing/2014/main" xmlns="" id="{A8E69F7B-752A-3236-B467-83230D0E206E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4" name="Google Shape;13474;p35">
              <a:extLst>
                <a:ext uri="{FF2B5EF4-FFF2-40B4-BE49-F238E27FC236}">
                  <a16:creationId xmlns:a16="http://schemas.microsoft.com/office/drawing/2014/main" xmlns="" id="{D5360018-BE27-FA14-193E-08A75E9E4B01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5" name="Google Shape;13475;p35">
              <a:extLst>
                <a:ext uri="{FF2B5EF4-FFF2-40B4-BE49-F238E27FC236}">
                  <a16:creationId xmlns:a16="http://schemas.microsoft.com/office/drawing/2014/main" xmlns="" id="{34A7FEDE-10DF-AFBB-007E-451FFE55437D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6" name="Google Shape;13476;p35">
              <a:extLst>
                <a:ext uri="{FF2B5EF4-FFF2-40B4-BE49-F238E27FC236}">
                  <a16:creationId xmlns:a16="http://schemas.microsoft.com/office/drawing/2014/main" xmlns="" id="{A8AFB771-93E6-24E4-B911-A20ABA5E1523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7" name="Google Shape;13477;p35">
              <a:extLst>
                <a:ext uri="{FF2B5EF4-FFF2-40B4-BE49-F238E27FC236}">
                  <a16:creationId xmlns:a16="http://schemas.microsoft.com/office/drawing/2014/main" xmlns="" id="{FA06C6CD-05FE-0E83-375B-B4BF706E944F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rgbClr val="5EC1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8" name="Google Shape;13478;p35">
              <a:extLst>
                <a:ext uri="{FF2B5EF4-FFF2-40B4-BE49-F238E27FC236}">
                  <a16:creationId xmlns:a16="http://schemas.microsoft.com/office/drawing/2014/main" xmlns="" id="{81553511-9866-0DEF-9E93-8472049D3284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0086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79" name="Google Shape;13479;p35">
              <a:extLst>
                <a:ext uri="{FF2B5EF4-FFF2-40B4-BE49-F238E27FC236}">
                  <a16:creationId xmlns:a16="http://schemas.microsoft.com/office/drawing/2014/main" xmlns="" id="{C35E3994-9A89-51EB-CD43-8F5851F52D75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0" name="Google Shape;13480;p35">
              <a:extLst>
                <a:ext uri="{FF2B5EF4-FFF2-40B4-BE49-F238E27FC236}">
                  <a16:creationId xmlns:a16="http://schemas.microsoft.com/office/drawing/2014/main" xmlns="" id="{A9F9C0EB-FB78-34AC-46DF-D6D96C17696D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1" name="Google Shape;13481;p35">
              <a:extLst>
                <a:ext uri="{FF2B5EF4-FFF2-40B4-BE49-F238E27FC236}">
                  <a16:creationId xmlns:a16="http://schemas.microsoft.com/office/drawing/2014/main" xmlns="" id="{DEDD17CD-6284-D01A-05DF-F073F9923E71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2" name="Google Shape;13482;p35">
              <a:extLst>
                <a:ext uri="{FF2B5EF4-FFF2-40B4-BE49-F238E27FC236}">
                  <a16:creationId xmlns:a16="http://schemas.microsoft.com/office/drawing/2014/main" xmlns="" id="{8A0ACD26-F43A-EC7E-EC2D-041FF2B8F319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3" name="Google Shape;13483;p35">
              <a:extLst>
                <a:ext uri="{FF2B5EF4-FFF2-40B4-BE49-F238E27FC236}">
                  <a16:creationId xmlns:a16="http://schemas.microsoft.com/office/drawing/2014/main" xmlns="" id="{93D846CF-267F-B2BD-5923-AF35764FD621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4" name="Google Shape;13484;p35">
              <a:extLst>
                <a:ext uri="{FF2B5EF4-FFF2-40B4-BE49-F238E27FC236}">
                  <a16:creationId xmlns:a16="http://schemas.microsoft.com/office/drawing/2014/main" xmlns="" id="{ACE526A0-A29B-5AB5-B37F-F923B75838CD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5" name="Google Shape;13485;p35">
              <a:extLst>
                <a:ext uri="{FF2B5EF4-FFF2-40B4-BE49-F238E27FC236}">
                  <a16:creationId xmlns:a16="http://schemas.microsoft.com/office/drawing/2014/main" xmlns="" id="{D58614E5-2BEB-00F1-33E3-63159055579B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6" name="Google Shape;13486;p35">
              <a:extLst>
                <a:ext uri="{FF2B5EF4-FFF2-40B4-BE49-F238E27FC236}">
                  <a16:creationId xmlns:a16="http://schemas.microsoft.com/office/drawing/2014/main" xmlns="" id="{A43EA806-3A23-AA1E-D673-5F2FD45DDF71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7" name="Google Shape;13487;p35">
              <a:extLst>
                <a:ext uri="{FF2B5EF4-FFF2-40B4-BE49-F238E27FC236}">
                  <a16:creationId xmlns:a16="http://schemas.microsoft.com/office/drawing/2014/main" xmlns="" id="{E91FBC99-1AF8-1F9D-3142-357963A79ECC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8" name="Google Shape;13488;p35">
              <a:extLst>
                <a:ext uri="{FF2B5EF4-FFF2-40B4-BE49-F238E27FC236}">
                  <a16:creationId xmlns:a16="http://schemas.microsoft.com/office/drawing/2014/main" xmlns="" id="{230E397D-3068-4F6B-61A8-92BE0F907C7A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89" name="Google Shape;13489;p35">
              <a:extLst>
                <a:ext uri="{FF2B5EF4-FFF2-40B4-BE49-F238E27FC236}">
                  <a16:creationId xmlns:a16="http://schemas.microsoft.com/office/drawing/2014/main" xmlns="" id="{3C3BA4C0-1BCE-156A-946B-C1B62392DDB0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0" name="Google Shape;13490;p35">
              <a:extLst>
                <a:ext uri="{FF2B5EF4-FFF2-40B4-BE49-F238E27FC236}">
                  <a16:creationId xmlns:a16="http://schemas.microsoft.com/office/drawing/2014/main" xmlns="" id="{5FD41EB6-A476-F751-8155-F9784F308A19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1" name="Google Shape;13491;p35">
              <a:extLst>
                <a:ext uri="{FF2B5EF4-FFF2-40B4-BE49-F238E27FC236}">
                  <a16:creationId xmlns:a16="http://schemas.microsoft.com/office/drawing/2014/main" xmlns="" id="{AB355D99-806F-70F6-DA5B-43BFCC0103B0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2" name="Google Shape;13492;p35">
              <a:extLst>
                <a:ext uri="{FF2B5EF4-FFF2-40B4-BE49-F238E27FC236}">
                  <a16:creationId xmlns:a16="http://schemas.microsoft.com/office/drawing/2014/main" xmlns="" id="{60452F0E-2B2F-6B62-D1C8-10B9005252CA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3" name="Google Shape;13493;p35">
              <a:extLst>
                <a:ext uri="{FF2B5EF4-FFF2-40B4-BE49-F238E27FC236}">
                  <a16:creationId xmlns:a16="http://schemas.microsoft.com/office/drawing/2014/main" xmlns="" id="{6F289795-7484-FC0A-20C2-3C852EF095D5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4" name="Google Shape;13494;p35">
              <a:extLst>
                <a:ext uri="{FF2B5EF4-FFF2-40B4-BE49-F238E27FC236}">
                  <a16:creationId xmlns:a16="http://schemas.microsoft.com/office/drawing/2014/main" xmlns="" id="{8E7269EE-9FC3-95C2-E659-7DC5FA8BCFC8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5" name="Google Shape;13495;p35">
              <a:extLst>
                <a:ext uri="{FF2B5EF4-FFF2-40B4-BE49-F238E27FC236}">
                  <a16:creationId xmlns:a16="http://schemas.microsoft.com/office/drawing/2014/main" xmlns="" id="{39B1751A-3BBC-AEEC-2E8A-2867138959AB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6" name="Google Shape;13496;p35">
              <a:extLst>
                <a:ext uri="{FF2B5EF4-FFF2-40B4-BE49-F238E27FC236}">
                  <a16:creationId xmlns:a16="http://schemas.microsoft.com/office/drawing/2014/main" xmlns="" id="{5B958A27-47F4-E81B-E7E7-5D5267C9B2EB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7" name="Google Shape;13497;p35">
              <a:extLst>
                <a:ext uri="{FF2B5EF4-FFF2-40B4-BE49-F238E27FC236}">
                  <a16:creationId xmlns:a16="http://schemas.microsoft.com/office/drawing/2014/main" xmlns="" id="{5DE6F5FC-618D-FCE7-586E-333B3E189037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8" name="Google Shape;13498;p35">
              <a:extLst>
                <a:ext uri="{FF2B5EF4-FFF2-40B4-BE49-F238E27FC236}">
                  <a16:creationId xmlns:a16="http://schemas.microsoft.com/office/drawing/2014/main" xmlns="" id="{997CD835-B01B-FFD5-7137-DA04E9E3EECB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499" name="Google Shape;13499;p35">
              <a:extLst>
                <a:ext uri="{FF2B5EF4-FFF2-40B4-BE49-F238E27FC236}">
                  <a16:creationId xmlns:a16="http://schemas.microsoft.com/office/drawing/2014/main" xmlns="" id="{7A30D97D-454E-BF7E-598F-436974C48B3F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0" name="Google Shape;13500;p35">
              <a:extLst>
                <a:ext uri="{FF2B5EF4-FFF2-40B4-BE49-F238E27FC236}">
                  <a16:creationId xmlns:a16="http://schemas.microsoft.com/office/drawing/2014/main" xmlns="" id="{71F3B458-C40D-0535-9179-F1979BC096E9}"/>
                </a:ext>
              </a:extLst>
            </p:cNvPr>
            <p:cNvSpPr/>
            <p:nvPr/>
          </p:nvSpPr>
          <p:spPr>
            <a:xfrm>
              <a:off x="6160134" y="1842796"/>
              <a:ext cx="411801" cy="519199"/>
            </a:xfrm>
            <a:custGeom>
              <a:avLst/>
              <a:gdLst/>
              <a:ahLst/>
              <a:cxnLst/>
              <a:rect l="l" t="t" r="r" b="b"/>
              <a:pathLst>
                <a:path w="4954" h="6246" extrusionOk="0">
                  <a:moveTo>
                    <a:pt x="1" y="5664"/>
                  </a:moveTo>
                  <a:lnTo>
                    <a:pt x="4135" y="1"/>
                  </a:lnTo>
                  <a:lnTo>
                    <a:pt x="4953" y="582"/>
                  </a:lnTo>
                  <a:lnTo>
                    <a:pt x="840" y="6246"/>
                  </a:lnTo>
                  <a:close/>
                </a:path>
              </a:pathLst>
            </a:custGeom>
            <a:solidFill>
              <a:srgbClr val="FDD15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1" name="Google Shape;13501;p35">
              <a:extLst>
                <a:ext uri="{FF2B5EF4-FFF2-40B4-BE49-F238E27FC236}">
                  <a16:creationId xmlns:a16="http://schemas.microsoft.com/office/drawing/2014/main" xmlns="" id="{AB3ABA1D-F1ED-83EF-ACA9-DDEEC407CF20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2" name="Google Shape;13502;p35">
              <a:extLst>
                <a:ext uri="{FF2B5EF4-FFF2-40B4-BE49-F238E27FC236}">
                  <a16:creationId xmlns:a16="http://schemas.microsoft.com/office/drawing/2014/main" xmlns="" id="{D71D0DC7-C91A-33F4-9847-B5FFF8B64310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3" name="Google Shape;13503;p35">
              <a:extLst>
                <a:ext uri="{FF2B5EF4-FFF2-40B4-BE49-F238E27FC236}">
                  <a16:creationId xmlns:a16="http://schemas.microsoft.com/office/drawing/2014/main" xmlns="" id="{A5B6D0AC-BE4C-6ACB-ABF0-BA94BAFB7E9F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4" name="Google Shape;13504;p35">
              <a:extLst>
                <a:ext uri="{FF2B5EF4-FFF2-40B4-BE49-F238E27FC236}">
                  <a16:creationId xmlns:a16="http://schemas.microsoft.com/office/drawing/2014/main" xmlns="" id="{11E7912A-6282-39CD-8E9E-6FB24572875A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5" name="Google Shape;13505;p35">
              <a:extLst>
                <a:ext uri="{FF2B5EF4-FFF2-40B4-BE49-F238E27FC236}">
                  <a16:creationId xmlns:a16="http://schemas.microsoft.com/office/drawing/2014/main" xmlns="" id="{06C7B416-55F8-D8D6-2B99-D3BFCC5ACE46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6" name="Google Shape;13506;p35">
              <a:extLst>
                <a:ext uri="{FF2B5EF4-FFF2-40B4-BE49-F238E27FC236}">
                  <a16:creationId xmlns:a16="http://schemas.microsoft.com/office/drawing/2014/main" xmlns="" id="{BCC56ECD-36FB-509A-FE3F-DFA2D1396E8F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7" name="Google Shape;13507;p35">
              <a:extLst>
                <a:ext uri="{FF2B5EF4-FFF2-40B4-BE49-F238E27FC236}">
                  <a16:creationId xmlns:a16="http://schemas.microsoft.com/office/drawing/2014/main" xmlns="" id="{DDD169E4-8682-8E3C-761A-691F6E4EA4EF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8" name="Google Shape;13508;p35">
              <a:extLst>
                <a:ext uri="{FF2B5EF4-FFF2-40B4-BE49-F238E27FC236}">
                  <a16:creationId xmlns:a16="http://schemas.microsoft.com/office/drawing/2014/main" xmlns="" id="{281732CC-A86C-2214-B800-A21DA1AFB3AD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rgbClr val="FCB2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09" name="Google Shape;13509;p35">
              <a:extLst>
                <a:ext uri="{FF2B5EF4-FFF2-40B4-BE49-F238E27FC236}">
                  <a16:creationId xmlns:a16="http://schemas.microsoft.com/office/drawing/2014/main" xmlns="" id="{4E43823A-A53D-C852-BAB5-012275141A6A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0" name="Google Shape;13510;p35">
              <a:extLst>
                <a:ext uri="{FF2B5EF4-FFF2-40B4-BE49-F238E27FC236}">
                  <a16:creationId xmlns:a16="http://schemas.microsoft.com/office/drawing/2014/main" xmlns="" id="{49B99C43-63D4-759F-8B33-5307F9C22A97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1" name="Google Shape;13511;p35">
              <a:extLst>
                <a:ext uri="{FF2B5EF4-FFF2-40B4-BE49-F238E27FC236}">
                  <a16:creationId xmlns:a16="http://schemas.microsoft.com/office/drawing/2014/main" xmlns="" id="{93610598-914F-72D4-EC15-D1D4A64200F0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2" name="Google Shape;13512;p35">
              <a:extLst>
                <a:ext uri="{FF2B5EF4-FFF2-40B4-BE49-F238E27FC236}">
                  <a16:creationId xmlns:a16="http://schemas.microsoft.com/office/drawing/2014/main" xmlns="" id="{D5DAC1E1-42D5-94FA-175E-153D4E138C7D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3" name="Google Shape;13513;p35">
              <a:extLst>
                <a:ext uri="{FF2B5EF4-FFF2-40B4-BE49-F238E27FC236}">
                  <a16:creationId xmlns:a16="http://schemas.microsoft.com/office/drawing/2014/main" xmlns="" id="{789CA970-48A8-30A0-CAA5-E86153EB709F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4" name="Google Shape;13514;p35">
              <a:extLst>
                <a:ext uri="{FF2B5EF4-FFF2-40B4-BE49-F238E27FC236}">
                  <a16:creationId xmlns:a16="http://schemas.microsoft.com/office/drawing/2014/main" xmlns="" id="{6DFA9E4D-B68A-C3D6-F026-8B91F6127F43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9CB7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5" name="Google Shape;13515;p35">
              <a:extLst>
                <a:ext uri="{FF2B5EF4-FFF2-40B4-BE49-F238E27FC236}">
                  <a16:creationId xmlns:a16="http://schemas.microsoft.com/office/drawing/2014/main" xmlns="" id="{9C07709E-45DE-D276-8BEB-06E7EF097C04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rgbClr val="BDCF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6" name="Google Shape;13516;p35">
              <a:extLst>
                <a:ext uri="{FF2B5EF4-FFF2-40B4-BE49-F238E27FC236}">
                  <a16:creationId xmlns:a16="http://schemas.microsoft.com/office/drawing/2014/main" xmlns="" id="{D176C8B9-4EA4-BC8E-0126-36F4AC313281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7" name="Google Shape;13517;p35">
              <a:extLst>
                <a:ext uri="{FF2B5EF4-FFF2-40B4-BE49-F238E27FC236}">
                  <a16:creationId xmlns:a16="http://schemas.microsoft.com/office/drawing/2014/main" xmlns="" id="{B2B0C60A-C936-72B1-AA1F-A5036B844551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8" name="Google Shape;13518;p35">
              <a:extLst>
                <a:ext uri="{FF2B5EF4-FFF2-40B4-BE49-F238E27FC236}">
                  <a16:creationId xmlns:a16="http://schemas.microsoft.com/office/drawing/2014/main" xmlns="" id="{580A8B73-03E4-3CA9-B064-176EDE2FA583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19" name="Google Shape;13519;p35">
              <a:extLst>
                <a:ext uri="{FF2B5EF4-FFF2-40B4-BE49-F238E27FC236}">
                  <a16:creationId xmlns:a16="http://schemas.microsoft.com/office/drawing/2014/main" xmlns="" id="{ABAED870-D7E6-6627-5EA8-3BA4FCFE5957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0" name="Google Shape;13520;p35">
              <a:extLst>
                <a:ext uri="{FF2B5EF4-FFF2-40B4-BE49-F238E27FC236}">
                  <a16:creationId xmlns:a16="http://schemas.microsoft.com/office/drawing/2014/main" xmlns="" id="{2FD17E2F-BB96-0358-3EE7-D0FA975A6633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1" name="Google Shape;13521;p35">
              <a:extLst>
                <a:ext uri="{FF2B5EF4-FFF2-40B4-BE49-F238E27FC236}">
                  <a16:creationId xmlns:a16="http://schemas.microsoft.com/office/drawing/2014/main" xmlns="" id="{8D1E8049-53F1-8D21-C990-D479A4697E83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2" name="Google Shape;13522;p35">
              <a:extLst>
                <a:ext uri="{FF2B5EF4-FFF2-40B4-BE49-F238E27FC236}">
                  <a16:creationId xmlns:a16="http://schemas.microsoft.com/office/drawing/2014/main" xmlns="" id="{61606BC6-99EF-7FCC-657F-0C8BA4DF07F5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3" name="Google Shape;13523;p35">
              <a:extLst>
                <a:ext uri="{FF2B5EF4-FFF2-40B4-BE49-F238E27FC236}">
                  <a16:creationId xmlns:a16="http://schemas.microsoft.com/office/drawing/2014/main" xmlns="" id="{3ABEB3D9-C084-1D56-D235-60F91B97ACB0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4" name="Google Shape;13524;p35">
              <a:extLst>
                <a:ext uri="{FF2B5EF4-FFF2-40B4-BE49-F238E27FC236}">
                  <a16:creationId xmlns:a16="http://schemas.microsoft.com/office/drawing/2014/main" xmlns="" id="{2FE2AE5E-7169-EC40-C381-F2FF89FCE2EB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5" name="Google Shape;13525;p35">
              <a:extLst>
                <a:ext uri="{FF2B5EF4-FFF2-40B4-BE49-F238E27FC236}">
                  <a16:creationId xmlns:a16="http://schemas.microsoft.com/office/drawing/2014/main" xmlns="" id="{54779AF5-ADD6-9E18-FD50-81879F326D83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6" name="Google Shape;13526;p35">
              <a:extLst>
                <a:ext uri="{FF2B5EF4-FFF2-40B4-BE49-F238E27FC236}">
                  <a16:creationId xmlns:a16="http://schemas.microsoft.com/office/drawing/2014/main" xmlns="" id="{6F0F5AF3-82E2-EE6E-C6E2-A4E58F424EC8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rgbClr val="D6DD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7" name="Google Shape;13527;p35">
              <a:extLst>
                <a:ext uri="{FF2B5EF4-FFF2-40B4-BE49-F238E27FC236}">
                  <a16:creationId xmlns:a16="http://schemas.microsoft.com/office/drawing/2014/main" xmlns="" id="{3975018E-D96B-3821-0A15-EE64036F2E59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A5BF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8" name="Google Shape;13528;p35">
              <a:extLst>
                <a:ext uri="{FF2B5EF4-FFF2-40B4-BE49-F238E27FC236}">
                  <a16:creationId xmlns:a16="http://schemas.microsoft.com/office/drawing/2014/main" xmlns="" id="{A4FBAB2D-C73E-14A0-CDEF-2B43E4FE4A20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29" name="Google Shape;13529;p35">
              <a:extLst>
                <a:ext uri="{FF2B5EF4-FFF2-40B4-BE49-F238E27FC236}">
                  <a16:creationId xmlns:a16="http://schemas.microsoft.com/office/drawing/2014/main" xmlns="" id="{CA17FC2C-CAB1-F3E2-A801-84C4A5436625}"/>
                </a:ext>
              </a:extLst>
            </p:cNvPr>
            <p:cNvSpPr/>
            <p:nvPr/>
          </p:nvSpPr>
          <p:spPr>
            <a:xfrm>
              <a:off x="5372523" y="2875627"/>
              <a:ext cx="553197" cy="519199"/>
            </a:xfrm>
            <a:custGeom>
              <a:avLst/>
              <a:gdLst/>
              <a:ahLst/>
              <a:cxnLst/>
              <a:rect l="l" t="t" r="r" b="b"/>
              <a:pathLst>
                <a:path w="6655" h="6246" extrusionOk="0">
                  <a:moveTo>
                    <a:pt x="6655" y="1"/>
                  </a:moveTo>
                  <a:lnTo>
                    <a:pt x="3101" y="4265"/>
                  </a:lnTo>
                  <a:lnTo>
                    <a:pt x="173" y="6246"/>
                  </a:lnTo>
                  <a:lnTo>
                    <a:pt x="1" y="5901"/>
                  </a:lnTo>
                  <a:lnTo>
                    <a:pt x="2499" y="3856"/>
                  </a:lnTo>
                  <a:lnTo>
                    <a:pt x="2692" y="3576"/>
                  </a:lnTo>
                  <a:lnTo>
                    <a:pt x="2714" y="3554"/>
                  </a:lnTo>
                  <a:lnTo>
                    <a:pt x="4846" y="5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0" name="Google Shape;13530;p35">
              <a:extLst>
                <a:ext uri="{FF2B5EF4-FFF2-40B4-BE49-F238E27FC236}">
                  <a16:creationId xmlns:a16="http://schemas.microsoft.com/office/drawing/2014/main" xmlns="" id="{9A15E2EF-B47A-32D1-3953-8C3572098A8A}"/>
                </a:ext>
              </a:extLst>
            </p:cNvPr>
            <p:cNvSpPr/>
            <p:nvPr/>
          </p:nvSpPr>
          <p:spPr>
            <a:xfrm>
              <a:off x="5383246" y="2904305"/>
              <a:ext cx="519199" cy="490521"/>
            </a:xfrm>
            <a:custGeom>
              <a:avLst/>
              <a:gdLst/>
              <a:ahLst/>
              <a:cxnLst/>
              <a:rect l="l" t="t" r="r" b="b"/>
              <a:pathLst>
                <a:path w="6246" h="5901" extrusionOk="0">
                  <a:moveTo>
                    <a:pt x="6246" y="1"/>
                  </a:moveTo>
                  <a:lnTo>
                    <a:pt x="2972" y="3920"/>
                  </a:lnTo>
                  <a:lnTo>
                    <a:pt x="44" y="5901"/>
                  </a:lnTo>
                  <a:lnTo>
                    <a:pt x="1" y="5836"/>
                  </a:lnTo>
                  <a:lnTo>
                    <a:pt x="2477" y="3791"/>
                  </a:lnTo>
                  <a:lnTo>
                    <a:pt x="2693" y="3511"/>
                  </a:lnTo>
                  <a:lnTo>
                    <a:pt x="2693" y="3489"/>
                  </a:lnTo>
                  <a:lnTo>
                    <a:pt x="4889" y="38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1" name="Google Shape;13531;p35">
              <a:extLst>
                <a:ext uri="{FF2B5EF4-FFF2-40B4-BE49-F238E27FC236}">
                  <a16:creationId xmlns:a16="http://schemas.microsoft.com/office/drawing/2014/main" xmlns="" id="{6DCD6B3E-65DF-7E13-3ADD-093AEAA61B2C}"/>
                </a:ext>
              </a:extLst>
            </p:cNvPr>
            <p:cNvSpPr/>
            <p:nvPr/>
          </p:nvSpPr>
          <p:spPr>
            <a:xfrm>
              <a:off x="7287894" y="95740"/>
              <a:ext cx="1014943" cy="2183943"/>
            </a:xfrm>
            <a:custGeom>
              <a:avLst/>
              <a:gdLst/>
              <a:ahLst/>
              <a:cxnLst/>
              <a:rect l="l" t="t" r="r" b="b"/>
              <a:pathLst>
                <a:path w="13761" h="26273" extrusionOk="0">
                  <a:moveTo>
                    <a:pt x="13760" y="26272"/>
                  </a:moveTo>
                  <a:lnTo>
                    <a:pt x="0" y="26272"/>
                  </a:lnTo>
                  <a:lnTo>
                    <a:pt x="0" y="0"/>
                  </a:lnTo>
                  <a:lnTo>
                    <a:pt x="1376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2" name="Google Shape;13532;p35">
              <a:extLst>
                <a:ext uri="{FF2B5EF4-FFF2-40B4-BE49-F238E27FC236}">
                  <a16:creationId xmlns:a16="http://schemas.microsoft.com/office/drawing/2014/main" xmlns="" id="{1872E0E8-C838-D51F-1DB6-327F3D486FE7}"/>
                </a:ext>
              </a:extLst>
            </p:cNvPr>
            <p:cNvSpPr/>
            <p:nvPr/>
          </p:nvSpPr>
          <p:spPr>
            <a:xfrm>
              <a:off x="7287894" y="95752"/>
              <a:ext cx="1014956" cy="2080120"/>
            </a:xfrm>
            <a:custGeom>
              <a:avLst/>
              <a:gdLst/>
              <a:ahLst/>
              <a:cxnLst/>
              <a:rect l="l" t="t" r="r" b="b"/>
              <a:pathLst>
                <a:path w="12210" h="25024" extrusionOk="0">
                  <a:moveTo>
                    <a:pt x="0" y="25023"/>
                  </a:moveTo>
                  <a:lnTo>
                    <a:pt x="0" y="0"/>
                  </a:lnTo>
                  <a:lnTo>
                    <a:pt x="12210" y="0"/>
                  </a:lnTo>
                  <a:lnTo>
                    <a:pt x="12210" y="2502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3" name="Google Shape;13533;p35">
              <a:extLst>
                <a:ext uri="{FF2B5EF4-FFF2-40B4-BE49-F238E27FC236}">
                  <a16:creationId xmlns:a16="http://schemas.microsoft.com/office/drawing/2014/main" xmlns="" id="{49100E48-38F4-6CC9-397D-173A86473A1E}"/>
                </a:ext>
              </a:extLst>
            </p:cNvPr>
            <p:cNvSpPr/>
            <p:nvPr/>
          </p:nvSpPr>
          <p:spPr>
            <a:xfrm>
              <a:off x="7409589" y="95752"/>
              <a:ext cx="893261" cy="2080120"/>
            </a:xfrm>
            <a:custGeom>
              <a:avLst/>
              <a:gdLst/>
              <a:ahLst/>
              <a:cxnLst/>
              <a:rect l="l" t="t" r="r" b="b"/>
              <a:pathLst>
                <a:path w="10746" h="25024" extrusionOk="0">
                  <a:moveTo>
                    <a:pt x="0" y="0"/>
                  </a:moveTo>
                  <a:lnTo>
                    <a:pt x="10746" y="0"/>
                  </a:lnTo>
                  <a:lnTo>
                    <a:pt x="10746" y="25023"/>
                  </a:lnTo>
                  <a:lnTo>
                    <a:pt x="0" y="2502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4" name="Google Shape;13534;p35">
              <a:extLst>
                <a:ext uri="{FF2B5EF4-FFF2-40B4-BE49-F238E27FC236}">
                  <a16:creationId xmlns:a16="http://schemas.microsoft.com/office/drawing/2014/main" xmlns="" id="{15419557-262F-0313-32F3-D7ABF10447DC}"/>
                </a:ext>
              </a:extLst>
            </p:cNvPr>
            <p:cNvSpPr/>
            <p:nvPr/>
          </p:nvSpPr>
          <p:spPr>
            <a:xfrm>
              <a:off x="6553981" y="1459755"/>
              <a:ext cx="1297831" cy="1099162"/>
            </a:xfrm>
            <a:custGeom>
              <a:avLst/>
              <a:gdLst/>
              <a:ahLst/>
              <a:cxnLst/>
              <a:rect l="l" t="t" r="r" b="b"/>
              <a:pathLst>
                <a:path w="15613" h="13223" extrusionOk="0">
                  <a:moveTo>
                    <a:pt x="0" y="5384"/>
                  </a:moveTo>
                  <a:lnTo>
                    <a:pt x="3403" y="0"/>
                  </a:lnTo>
                  <a:lnTo>
                    <a:pt x="15612" y="7839"/>
                  </a:lnTo>
                  <a:lnTo>
                    <a:pt x="12188" y="132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5" name="Google Shape;13535;p35">
              <a:extLst>
                <a:ext uri="{FF2B5EF4-FFF2-40B4-BE49-F238E27FC236}">
                  <a16:creationId xmlns:a16="http://schemas.microsoft.com/office/drawing/2014/main" xmlns="" id="{1C9AD7A1-8A35-6F5A-3996-22C12417C750}"/>
                </a:ext>
              </a:extLst>
            </p:cNvPr>
            <p:cNvSpPr/>
            <p:nvPr/>
          </p:nvSpPr>
          <p:spPr>
            <a:xfrm>
              <a:off x="6564704" y="1533154"/>
              <a:ext cx="1244132" cy="1025763"/>
            </a:xfrm>
            <a:custGeom>
              <a:avLst/>
              <a:gdLst/>
              <a:ahLst/>
              <a:cxnLst/>
              <a:rect l="l" t="t" r="r" b="b"/>
              <a:pathLst>
                <a:path w="14967" h="12340" extrusionOk="0">
                  <a:moveTo>
                    <a:pt x="14967" y="7731"/>
                  </a:moveTo>
                  <a:lnTo>
                    <a:pt x="12059" y="12339"/>
                  </a:lnTo>
                  <a:lnTo>
                    <a:pt x="0" y="4587"/>
                  </a:lnTo>
                  <a:lnTo>
                    <a:pt x="290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6" name="Google Shape;13536;p35">
              <a:extLst>
                <a:ext uri="{FF2B5EF4-FFF2-40B4-BE49-F238E27FC236}">
                  <a16:creationId xmlns:a16="http://schemas.microsoft.com/office/drawing/2014/main" xmlns="" id="{B00D3B41-D28B-0E84-4B91-48A717B7CE0F}"/>
                </a:ext>
              </a:extLst>
            </p:cNvPr>
            <p:cNvSpPr/>
            <p:nvPr/>
          </p:nvSpPr>
          <p:spPr>
            <a:xfrm>
              <a:off x="6604106" y="1533154"/>
              <a:ext cx="1202985" cy="961341"/>
            </a:xfrm>
            <a:custGeom>
              <a:avLst/>
              <a:gdLst/>
              <a:ahLst/>
              <a:cxnLst/>
              <a:rect l="l" t="t" r="r" b="b"/>
              <a:pathLst>
                <a:path w="14472" h="11565" extrusionOk="0">
                  <a:moveTo>
                    <a:pt x="0" y="3833"/>
                  </a:moveTo>
                  <a:lnTo>
                    <a:pt x="2433" y="0"/>
                  </a:lnTo>
                  <a:lnTo>
                    <a:pt x="14471" y="7710"/>
                  </a:lnTo>
                  <a:lnTo>
                    <a:pt x="12038" y="1156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7" name="Google Shape;13537;p35">
              <a:extLst>
                <a:ext uri="{FF2B5EF4-FFF2-40B4-BE49-F238E27FC236}">
                  <a16:creationId xmlns:a16="http://schemas.microsoft.com/office/drawing/2014/main" xmlns="" id="{469BA673-4237-ECFD-9BCD-EC7CCCF8361C}"/>
                </a:ext>
              </a:extLst>
            </p:cNvPr>
            <p:cNvSpPr/>
            <p:nvPr/>
          </p:nvSpPr>
          <p:spPr>
            <a:xfrm>
              <a:off x="5939935" y="1624426"/>
              <a:ext cx="853943" cy="955938"/>
            </a:xfrm>
            <a:custGeom>
              <a:avLst/>
              <a:gdLst/>
              <a:ahLst/>
              <a:cxnLst/>
              <a:rect l="l" t="t" r="r" b="b"/>
              <a:pathLst>
                <a:path w="10273" h="11500" extrusionOk="0">
                  <a:moveTo>
                    <a:pt x="3942" y="11500"/>
                  </a:moveTo>
                  <a:lnTo>
                    <a:pt x="1" y="8679"/>
                  </a:lnTo>
                  <a:lnTo>
                    <a:pt x="6332" y="1"/>
                  </a:lnTo>
                  <a:lnTo>
                    <a:pt x="10273" y="28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8" name="Google Shape;13538;p35">
              <a:extLst>
                <a:ext uri="{FF2B5EF4-FFF2-40B4-BE49-F238E27FC236}">
                  <a16:creationId xmlns:a16="http://schemas.microsoft.com/office/drawing/2014/main" xmlns="" id="{28FD750D-ACA4-712B-FD62-306DA9219D96}"/>
                </a:ext>
              </a:extLst>
            </p:cNvPr>
            <p:cNvSpPr/>
            <p:nvPr/>
          </p:nvSpPr>
          <p:spPr>
            <a:xfrm>
              <a:off x="5939935" y="1624426"/>
              <a:ext cx="802073" cy="918365"/>
            </a:xfrm>
            <a:custGeom>
              <a:avLst/>
              <a:gdLst/>
              <a:ahLst/>
              <a:cxnLst/>
              <a:rect l="l" t="t" r="r" b="b"/>
              <a:pathLst>
                <a:path w="9649" h="11048" extrusionOk="0">
                  <a:moveTo>
                    <a:pt x="1" y="8679"/>
                  </a:moveTo>
                  <a:lnTo>
                    <a:pt x="6332" y="1"/>
                  </a:lnTo>
                  <a:lnTo>
                    <a:pt x="9648" y="2348"/>
                  </a:lnTo>
                  <a:lnTo>
                    <a:pt x="3317" y="1104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39" name="Google Shape;13539;p35">
              <a:extLst>
                <a:ext uri="{FF2B5EF4-FFF2-40B4-BE49-F238E27FC236}">
                  <a16:creationId xmlns:a16="http://schemas.microsoft.com/office/drawing/2014/main" xmlns="" id="{A871C6B9-A08E-53B7-939E-BDE87A178642}"/>
                </a:ext>
              </a:extLst>
            </p:cNvPr>
            <p:cNvSpPr/>
            <p:nvPr/>
          </p:nvSpPr>
          <p:spPr>
            <a:xfrm>
              <a:off x="5984740" y="1692422"/>
              <a:ext cx="732165" cy="850369"/>
            </a:xfrm>
            <a:custGeom>
              <a:avLst/>
              <a:gdLst/>
              <a:ahLst/>
              <a:cxnLst/>
              <a:rect l="l" t="t" r="r" b="b"/>
              <a:pathLst>
                <a:path w="8808" h="10230" extrusionOk="0">
                  <a:moveTo>
                    <a:pt x="8808" y="1960"/>
                  </a:moveTo>
                  <a:lnTo>
                    <a:pt x="2778" y="10230"/>
                  </a:lnTo>
                  <a:lnTo>
                    <a:pt x="0" y="8248"/>
                  </a:lnTo>
                  <a:lnTo>
                    <a:pt x="603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0" name="Google Shape;13540;p35">
              <a:extLst>
                <a:ext uri="{FF2B5EF4-FFF2-40B4-BE49-F238E27FC236}">
                  <a16:creationId xmlns:a16="http://schemas.microsoft.com/office/drawing/2014/main" xmlns="" id="{E0ADA11B-F9DA-B25A-12B9-10B23DA0E53E}"/>
                </a:ext>
              </a:extLst>
            </p:cNvPr>
            <p:cNvSpPr/>
            <p:nvPr/>
          </p:nvSpPr>
          <p:spPr>
            <a:xfrm>
              <a:off x="5313421" y="2687681"/>
              <a:ext cx="569323" cy="699996"/>
            </a:xfrm>
            <a:custGeom>
              <a:avLst/>
              <a:gdLst/>
              <a:ahLst/>
              <a:cxnLst/>
              <a:rect l="l" t="t" r="r" b="b"/>
              <a:pathLst>
                <a:path w="6849" h="8421" extrusionOk="0">
                  <a:moveTo>
                    <a:pt x="2886" y="1"/>
                  </a:moveTo>
                  <a:lnTo>
                    <a:pt x="195" y="4437"/>
                  </a:lnTo>
                  <a:lnTo>
                    <a:pt x="1" y="8356"/>
                  </a:lnTo>
                  <a:lnTo>
                    <a:pt x="367" y="8421"/>
                  </a:lnTo>
                  <a:lnTo>
                    <a:pt x="776" y="4868"/>
                  </a:lnTo>
                  <a:lnTo>
                    <a:pt x="3123" y="1551"/>
                  </a:lnTo>
                  <a:lnTo>
                    <a:pt x="5600" y="3317"/>
                  </a:lnTo>
                  <a:lnTo>
                    <a:pt x="6849" y="105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1" name="Google Shape;13541;p35">
              <a:extLst>
                <a:ext uri="{FF2B5EF4-FFF2-40B4-BE49-F238E27FC236}">
                  <a16:creationId xmlns:a16="http://schemas.microsoft.com/office/drawing/2014/main" xmlns="" id="{1C7A520D-6969-4987-F457-FE279FC22B6E}"/>
                </a:ext>
              </a:extLst>
            </p:cNvPr>
            <p:cNvSpPr/>
            <p:nvPr/>
          </p:nvSpPr>
          <p:spPr>
            <a:xfrm>
              <a:off x="5436945" y="2789759"/>
              <a:ext cx="633745" cy="701741"/>
            </a:xfrm>
            <a:custGeom>
              <a:avLst/>
              <a:gdLst/>
              <a:ahLst/>
              <a:cxnLst/>
              <a:rect l="l" t="t" r="r" b="b"/>
              <a:pathLst>
                <a:path w="7624" h="8442" extrusionOk="0">
                  <a:moveTo>
                    <a:pt x="7624" y="3166"/>
                  </a:moveTo>
                  <a:lnTo>
                    <a:pt x="4265" y="7171"/>
                  </a:lnTo>
                  <a:lnTo>
                    <a:pt x="173" y="8442"/>
                  </a:lnTo>
                  <a:lnTo>
                    <a:pt x="1" y="8097"/>
                  </a:lnTo>
                  <a:lnTo>
                    <a:pt x="3662" y="6762"/>
                  </a:lnTo>
                  <a:lnTo>
                    <a:pt x="3855" y="6482"/>
                  </a:lnTo>
                  <a:lnTo>
                    <a:pt x="3877" y="6461"/>
                  </a:lnTo>
                  <a:lnTo>
                    <a:pt x="6009" y="3446"/>
                  </a:lnTo>
                  <a:lnTo>
                    <a:pt x="3511" y="1702"/>
                  </a:lnTo>
                  <a:lnTo>
                    <a:pt x="542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2" name="Google Shape;13542;p35">
              <a:extLst>
                <a:ext uri="{FF2B5EF4-FFF2-40B4-BE49-F238E27FC236}">
                  <a16:creationId xmlns:a16="http://schemas.microsoft.com/office/drawing/2014/main" xmlns="" id="{2D574CAD-65A6-2978-ADA2-076539F763D6}"/>
                </a:ext>
              </a:extLst>
            </p:cNvPr>
            <p:cNvSpPr/>
            <p:nvPr/>
          </p:nvSpPr>
          <p:spPr>
            <a:xfrm>
              <a:off x="5782413" y="2478288"/>
              <a:ext cx="345551" cy="383123"/>
            </a:xfrm>
            <a:custGeom>
              <a:avLst/>
              <a:gdLst/>
              <a:ahLst/>
              <a:cxnLst/>
              <a:rect l="l" t="t" r="r" b="b"/>
              <a:pathLst>
                <a:path w="4157" h="4609" extrusionOk="0">
                  <a:moveTo>
                    <a:pt x="1702" y="4609"/>
                  </a:moveTo>
                  <a:lnTo>
                    <a:pt x="1" y="3381"/>
                  </a:lnTo>
                  <a:lnTo>
                    <a:pt x="2434" y="0"/>
                  </a:lnTo>
                  <a:lnTo>
                    <a:pt x="4157" y="120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3" name="Google Shape;13543;p35">
              <a:extLst>
                <a:ext uri="{FF2B5EF4-FFF2-40B4-BE49-F238E27FC236}">
                  <a16:creationId xmlns:a16="http://schemas.microsoft.com/office/drawing/2014/main" xmlns="" id="{65130A8A-4BD8-0216-CDDD-163910E072FE}"/>
                </a:ext>
              </a:extLst>
            </p:cNvPr>
            <p:cNvSpPr/>
            <p:nvPr/>
          </p:nvSpPr>
          <p:spPr>
            <a:xfrm>
              <a:off x="7262790" y="1620851"/>
              <a:ext cx="1192262" cy="1194008"/>
            </a:xfrm>
            <a:custGeom>
              <a:avLst/>
              <a:gdLst/>
              <a:ahLst/>
              <a:cxnLst/>
              <a:rect l="l" t="t" r="r" b="b"/>
              <a:pathLst>
                <a:path w="14343" h="14364" extrusionOk="0">
                  <a:moveTo>
                    <a:pt x="7172" y="0"/>
                  </a:moveTo>
                  <a:cubicBezTo>
                    <a:pt x="11134" y="22"/>
                    <a:pt x="14342" y="3231"/>
                    <a:pt x="14342" y="7193"/>
                  </a:cubicBezTo>
                  <a:cubicBezTo>
                    <a:pt x="14342" y="11155"/>
                    <a:pt x="11134" y="14364"/>
                    <a:pt x="7172" y="14364"/>
                  </a:cubicBezTo>
                  <a:cubicBezTo>
                    <a:pt x="3209" y="14364"/>
                    <a:pt x="1" y="11155"/>
                    <a:pt x="1" y="7193"/>
                  </a:cubicBezTo>
                  <a:cubicBezTo>
                    <a:pt x="1" y="3231"/>
                    <a:pt x="3209" y="0"/>
                    <a:pt x="71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4" name="Google Shape;13544;p35">
              <a:extLst>
                <a:ext uri="{FF2B5EF4-FFF2-40B4-BE49-F238E27FC236}">
                  <a16:creationId xmlns:a16="http://schemas.microsoft.com/office/drawing/2014/main" xmlns="" id="{5E3410D1-1336-4890-3095-BD717EF97694}"/>
                </a:ext>
              </a:extLst>
            </p:cNvPr>
            <p:cNvSpPr/>
            <p:nvPr/>
          </p:nvSpPr>
          <p:spPr>
            <a:xfrm>
              <a:off x="7312914" y="1697825"/>
              <a:ext cx="1142138" cy="1115288"/>
            </a:xfrm>
            <a:custGeom>
              <a:avLst/>
              <a:gdLst/>
              <a:ahLst/>
              <a:cxnLst/>
              <a:rect l="l" t="t" r="r" b="b"/>
              <a:pathLst>
                <a:path w="13740" h="13417" extrusionOk="0">
                  <a:moveTo>
                    <a:pt x="12835" y="2757"/>
                  </a:moveTo>
                  <a:cubicBezTo>
                    <a:pt x="13416" y="3812"/>
                    <a:pt x="13739" y="5018"/>
                    <a:pt x="13739" y="6245"/>
                  </a:cubicBezTo>
                  <a:cubicBezTo>
                    <a:pt x="13739" y="10208"/>
                    <a:pt x="10531" y="13416"/>
                    <a:pt x="6569" y="13416"/>
                  </a:cubicBezTo>
                  <a:cubicBezTo>
                    <a:pt x="4351" y="13416"/>
                    <a:pt x="2283" y="12404"/>
                    <a:pt x="905" y="10681"/>
                  </a:cubicBezTo>
                  <a:cubicBezTo>
                    <a:pt x="302" y="9605"/>
                    <a:pt x="1" y="8399"/>
                    <a:pt x="1" y="7171"/>
                  </a:cubicBezTo>
                  <a:cubicBezTo>
                    <a:pt x="1" y="3209"/>
                    <a:pt x="3209" y="0"/>
                    <a:pt x="7171" y="0"/>
                  </a:cubicBezTo>
                  <a:cubicBezTo>
                    <a:pt x="9368" y="0"/>
                    <a:pt x="11457" y="1013"/>
                    <a:pt x="12835" y="275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5" name="Google Shape;13545;p35">
              <a:extLst>
                <a:ext uri="{FF2B5EF4-FFF2-40B4-BE49-F238E27FC236}">
                  <a16:creationId xmlns:a16="http://schemas.microsoft.com/office/drawing/2014/main" xmlns="" id="{A1B70D92-06D4-738C-6D85-7ABC1D972537}"/>
                </a:ext>
              </a:extLst>
            </p:cNvPr>
            <p:cNvSpPr/>
            <p:nvPr/>
          </p:nvSpPr>
          <p:spPr>
            <a:xfrm>
              <a:off x="5723394" y="2700233"/>
              <a:ext cx="254279" cy="254279"/>
            </a:xfrm>
            <a:custGeom>
              <a:avLst/>
              <a:gdLst/>
              <a:ahLst/>
              <a:cxnLst/>
              <a:rect l="l" t="t" r="r" b="b"/>
              <a:pathLst>
                <a:path w="3059" h="3059" extrusionOk="0">
                  <a:moveTo>
                    <a:pt x="2972" y="1357"/>
                  </a:moveTo>
                  <a:cubicBezTo>
                    <a:pt x="2864" y="561"/>
                    <a:pt x="2154" y="1"/>
                    <a:pt x="1357" y="108"/>
                  </a:cubicBezTo>
                  <a:cubicBezTo>
                    <a:pt x="560" y="216"/>
                    <a:pt x="0" y="927"/>
                    <a:pt x="108" y="1723"/>
                  </a:cubicBezTo>
                  <a:cubicBezTo>
                    <a:pt x="216" y="2499"/>
                    <a:pt x="926" y="3059"/>
                    <a:pt x="1723" y="2972"/>
                  </a:cubicBezTo>
                  <a:cubicBezTo>
                    <a:pt x="2520" y="2865"/>
                    <a:pt x="3058" y="2133"/>
                    <a:pt x="2972" y="13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6" name="Google Shape;13546;p35">
              <a:extLst>
                <a:ext uri="{FF2B5EF4-FFF2-40B4-BE49-F238E27FC236}">
                  <a16:creationId xmlns:a16="http://schemas.microsoft.com/office/drawing/2014/main" xmlns="" id="{384E1E22-54C8-FF9D-2128-D4B4FF1D0F8F}"/>
                </a:ext>
              </a:extLst>
            </p:cNvPr>
            <p:cNvSpPr/>
            <p:nvPr/>
          </p:nvSpPr>
          <p:spPr>
            <a:xfrm>
              <a:off x="7576089" y="1926919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6" y="1"/>
                  </a:moveTo>
                  <a:cubicBezTo>
                    <a:pt x="6460" y="1"/>
                    <a:pt x="8312" y="1853"/>
                    <a:pt x="8312" y="4157"/>
                  </a:cubicBezTo>
                  <a:cubicBezTo>
                    <a:pt x="8312" y="6440"/>
                    <a:pt x="6460" y="8313"/>
                    <a:pt x="4156" y="8313"/>
                  </a:cubicBezTo>
                  <a:cubicBezTo>
                    <a:pt x="1874" y="8313"/>
                    <a:pt x="22" y="6440"/>
                    <a:pt x="22" y="4157"/>
                  </a:cubicBezTo>
                  <a:cubicBezTo>
                    <a:pt x="0" y="1853"/>
                    <a:pt x="1874" y="1"/>
                    <a:pt x="41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7" name="Google Shape;13547;p35">
              <a:extLst>
                <a:ext uri="{FF2B5EF4-FFF2-40B4-BE49-F238E27FC236}">
                  <a16:creationId xmlns:a16="http://schemas.microsoft.com/office/drawing/2014/main" xmlns="" id="{8B0B2177-BF36-2202-51DE-61340BB1D898}"/>
                </a:ext>
              </a:extLst>
            </p:cNvPr>
            <p:cNvSpPr/>
            <p:nvPr/>
          </p:nvSpPr>
          <p:spPr>
            <a:xfrm>
              <a:off x="7513412" y="1873220"/>
              <a:ext cx="691018" cy="691101"/>
            </a:xfrm>
            <a:custGeom>
              <a:avLst/>
              <a:gdLst/>
              <a:ahLst/>
              <a:cxnLst/>
              <a:rect l="l" t="t" r="r" b="b"/>
              <a:pathLst>
                <a:path w="8313" h="8314" extrusionOk="0">
                  <a:moveTo>
                    <a:pt x="4157" y="1"/>
                  </a:moveTo>
                  <a:cubicBezTo>
                    <a:pt x="6439" y="1"/>
                    <a:pt x="8313" y="1853"/>
                    <a:pt x="8313" y="4157"/>
                  </a:cubicBezTo>
                  <a:cubicBezTo>
                    <a:pt x="8313" y="6440"/>
                    <a:pt x="6439" y="8291"/>
                    <a:pt x="4157" y="8291"/>
                  </a:cubicBezTo>
                  <a:cubicBezTo>
                    <a:pt x="1852" y="8313"/>
                    <a:pt x="0" y="6440"/>
                    <a:pt x="0" y="4157"/>
                  </a:cubicBezTo>
                  <a:cubicBezTo>
                    <a:pt x="0" y="1853"/>
                    <a:pt x="1852" y="1"/>
                    <a:pt x="41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8" name="Google Shape;13548;p35">
              <a:extLst>
                <a:ext uri="{FF2B5EF4-FFF2-40B4-BE49-F238E27FC236}">
                  <a16:creationId xmlns:a16="http://schemas.microsoft.com/office/drawing/2014/main" xmlns="" id="{F5622690-4024-1DD7-4FD0-B407F5F9F908}"/>
                </a:ext>
              </a:extLst>
            </p:cNvPr>
            <p:cNvSpPr/>
            <p:nvPr/>
          </p:nvSpPr>
          <p:spPr>
            <a:xfrm>
              <a:off x="7581409" y="1939470"/>
              <a:ext cx="623022" cy="624851"/>
            </a:xfrm>
            <a:custGeom>
              <a:avLst/>
              <a:gdLst/>
              <a:ahLst/>
              <a:cxnLst/>
              <a:rect l="l" t="t" r="r" b="b"/>
              <a:pathLst>
                <a:path w="7495" h="7517" extrusionOk="0">
                  <a:moveTo>
                    <a:pt x="6633" y="840"/>
                  </a:moveTo>
                  <a:cubicBezTo>
                    <a:pt x="7193" y="1573"/>
                    <a:pt x="7495" y="2455"/>
                    <a:pt x="7495" y="3360"/>
                  </a:cubicBezTo>
                  <a:cubicBezTo>
                    <a:pt x="7495" y="5643"/>
                    <a:pt x="5621" y="7494"/>
                    <a:pt x="3339" y="7494"/>
                  </a:cubicBezTo>
                  <a:cubicBezTo>
                    <a:pt x="2434" y="7516"/>
                    <a:pt x="1573" y="7215"/>
                    <a:pt x="841" y="6676"/>
                  </a:cubicBezTo>
                  <a:cubicBezTo>
                    <a:pt x="302" y="5944"/>
                    <a:pt x="1" y="5061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5040" y="1"/>
                    <a:pt x="5923" y="302"/>
                    <a:pt x="6633" y="8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49" name="Google Shape;13549;p35">
              <a:extLst>
                <a:ext uri="{FF2B5EF4-FFF2-40B4-BE49-F238E27FC236}">
                  <a16:creationId xmlns:a16="http://schemas.microsoft.com/office/drawing/2014/main" xmlns="" id="{26996AD7-A979-A971-C1FB-D59A83291EA0}"/>
                </a:ext>
              </a:extLst>
            </p:cNvPr>
            <p:cNvSpPr/>
            <p:nvPr/>
          </p:nvSpPr>
          <p:spPr>
            <a:xfrm>
              <a:off x="7581409" y="1939470"/>
              <a:ext cx="580046" cy="574726"/>
            </a:xfrm>
            <a:custGeom>
              <a:avLst/>
              <a:gdLst/>
              <a:ahLst/>
              <a:cxnLst/>
              <a:rect l="l" t="t" r="r" b="b"/>
              <a:pathLst>
                <a:path w="6978" h="6914" extrusionOk="0">
                  <a:moveTo>
                    <a:pt x="539" y="6224"/>
                  </a:moveTo>
                  <a:cubicBezTo>
                    <a:pt x="195" y="5578"/>
                    <a:pt x="1" y="4889"/>
                    <a:pt x="1" y="4157"/>
                  </a:cubicBezTo>
                  <a:cubicBezTo>
                    <a:pt x="1" y="1874"/>
                    <a:pt x="1853" y="1"/>
                    <a:pt x="4157" y="1"/>
                  </a:cubicBezTo>
                  <a:cubicBezTo>
                    <a:pt x="4975" y="22"/>
                    <a:pt x="5750" y="259"/>
                    <a:pt x="6439" y="711"/>
                  </a:cubicBezTo>
                  <a:cubicBezTo>
                    <a:pt x="6784" y="1336"/>
                    <a:pt x="6978" y="2046"/>
                    <a:pt x="6978" y="2757"/>
                  </a:cubicBezTo>
                  <a:cubicBezTo>
                    <a:pt x="6956" y="5040"/>
                    <a:pt x="5126" y="6892"/>
                    <a:pt x="2843" y="6913"/>
                  </a:cubicBezTo>
                  <a:cubicBezTo>
                    <a:pt x="2025" y="6913"/>
                    <a:pt x="1228" y="6676"/>
                    <a:pt x="539" y="6224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0" name="Google Shape;13550;p35">
              <a:extLst>
                <a:ext uri="{FF2B5EF4-FFF2-40B4-BE49-F238E27FC236}">
                  <a16:creationId xmlns:a16="http://schemas.microsoft.com/office/drawing/2014/main" xmlns="" id="{F42F0579-9EC2-062E-E487-956E7843CA82}"/>
                </a:ext>
              </a:extLst>
            </p:cNvPr>
            <p:cNvSpPr/>
            <p:nvPr/>
          </p:nvSpPr>
          <p:spPr>
            <a:xfrm>
              <a:off x="7287894" y="181621"/>
              <a:ext cx="1143883" cy="293681"/>
            </a:xfrm>
            <a:custGeom>
              <a:avLst/>
              <a:gdLst/>
              <a:ahLst/>
              <a:cxnLst/>
              <a:rect l="l" t="t" r="r" b="b"/>
              <a:pathLst>
                <a:path w="13761" h="3533" extrusionOk="0">
                  <a:moveTo>
                    <a:pt x="8765" y="3511"/>
                  </a:moveTo>
                  <a:cubicBezTo>
                    <a:pt x="4393" y="3511"/>
                    <a:pt x="754" y="2004"/>
                    <a:pt x="0" y="1"/>
                  </a:cubicBezTo>
                  <a:lnTo>
                    <a:pt x="13760" y="1"/>
                  </a:lnTo>
                  <a:lnTo>
                    <a:pt x="13760" y="2779"/>
                  </a:lnTo>
                  <a:cubicBezTo>
                    <a:pt x="12145" y="3274"/>
                    <a:pt x="10466" y="3533"/>
                    <a:pt x="8765" y="35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1" name="Google Shape;13551;p35">
              <a:extLst>
                <a:ext uri="{FF2B5EF4-FFF2-40B4-BE49-F238E27FC236}">
                  <a16:creationId xmlns:a16="http://schemas.microsoft.com/office/drawing/2014/main" xmlns="" id="{B6ECDBBA-6730-B5CB-15B3-0829DDE58F5D}"/>
                </a:ext>
              </a:extLst>
            </p:cNvPr>
            <p:cNvSpPr/>
            <p:nvPr/>
          </p:nvSpPr>
          <p:spPr>
            <a:xfrm>
              <a:off x="7049823" y="95752"/>
              <a:ext cx="1620023" cy="238153"/>
            </a:xfrm>
            <a:custGeom>
              <a:avLst/>
              <a:gdLst/>
              <a:ahLst/>
              <a:cxnLst/>
              <a:rect l="l" t="t" r="r" b="b"/>
              <a:pathLst>
                <a:path w="19489" h="2865" extrusionOk="0">
                  <a:moveTo>
                    <a:pt x="9734" y="2864"/>
                  </a:moveTo>
                  <a:cubicBezTo>
                    <a:pt x="4888" y="2864"/>
                    <a:pt x="840" y="1637"/>
                    <a:pt x="0" y="0"/>
                  </a:cubicBezTo>
                  <a:lnTo>
                    <a:pt x="19489" y="0"/>
                  </a:lnTo>
                  <a:cubicBezTo>
                    <a:pt x="18649" y="1637"/>
                    <a:pt x="14600" y="2864"/>
                    <a:pt x="9734" y="286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2" name="Google Shape;13552;p35">
              <a:extLst>
                <a:ext uri="{FF2B5EF4-FFF2-40B4-BE49-F238E27FC236}">
                  <a16:creationId xmlns:a16="http://schemas.microsoft.com/office/drawing/2014/main" xmlns="" id="{6E9B261C-0163-067D-0BF5-E0883F4D923C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3" name="Google Shape;13553;p35">
              <a:extLst>
                <a:ext uri="{FF2B5EF4-FFF2-40B4-BE49-F238E27FC236}">
                  <a16:creationId xmlns:a16="http://schemas.microsoft.com/office/drawing/2014/main" xmlns="" id="{9216A213-37D9-C6F4-9772-8F85FBEF23DF}"/>
                </a:ext>
              </a:extLst>
            </p:cNvPr>
            <p:cNvSpPr/>
            <p:nvPr/>
          </p:nvSpPr>
          <p:spPr>
            <a:xfrm>
              <a:off x="7046249" y="-9900"/>
              <a:ext cx="1623598" cy="105735"/>
            </a:xfrm>
            <a:custGeom>
              <a:avLst/>
              <a:gdLst/>
              <a:ahLst/>
              <a:cxnLst/>
              <a:rect l="l" t="t" r="r" b="b"/>
              <a:pathLst>
                <a:path w="19532" h="1272" extrusionOk="0">
                  <a:moveTo>
                    <a:pt x="19532" y="1"/>
                  </a:moveTo>
                  <a:lnTo>
                    <a:pt x="0" y="1"/>
                  </a:lnTo>
                  <a:lnTo>
                    <a:pt x="0" y="1271"/>
                  </a:lnTo>
                  <a:lnTo>
                    <a:pt x="19532" y="127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4" name="Google Shape;13554;p35">
              <a:extLst>
                <a:ext uri="{FF2B5EF4-FFF2-40B4-BE49-F238E27FC236}">
                  <a16:creationId xmlns:a16="http://schemas.microsoft.com/office/drawing/2014/main" xmlns="" id="{FCB2AEE3-0C27-C6A6-919C-D8E407DAEB71}"/>
                </a:ext>
              </a:extLst>
            </p:cNvPr>
            <p:cNvSpPr/>
            <p:nvPr/>
          </p:nvSpPr>
          <p:spPr>
            <a:xfrm>
              <a:off x="6553981" y="1459755"/>
              <a:ext cx="463671" cy="510221"/>
            </a:xfrm>
            <a:custGeom>
              <a:avLst/>
              <a:gdLst/>
              <a:ahLst/>
              <a:cxnLst/>
              <a:rect l="l" t="t" r="r" b="b"/>
              <a:pathLst>
                <a:path w="5578" h="6138" extrusionOk="0">
                  <a:moveTo>
                    <a:pt x="4975" y="1012"/>
                  </a:moveTo>
                  <a:cubicBezTo>
                    <a:pt x="5190" y="1400"/>
                    <a:pt x="5319" y="1809"/>
                    <a:pt x="5362" y="2240"/>
                  </a:cubicBezTo>
                  <a:cubicBezTo>
                    <a:pt x="5577" y="4135"/>
                    <a:pt x="4221" y="5858"/>
                    <a:pt x="2326" y="6095"/>
                  </a:cubicBezTo>
                  <a:cubicBezTo>
                    <a:pt x="1852" y="6138"/>
                    <a:pt x="1357" y="6095"/>
                    <a:pt x="905" y="5944"/>
                  </a:cubicBezTo>
                  <a:lnTo>
                    <a:pt x="0" y="5384"/>
                  </a:lnTo>
                  <a:lnTo>
                    <a:pt x="3403" y="0"/>
                  </a:lnTo>
                  <a:lnTo>
                    <a:pt x="4975" y="99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5" name="Google Shape;13555;p35">
              <a:extLst>
                <a:ext uri="{FF2B5EF4-FFF2-40B4-BE49-F238E27FC236}">
                  <a16:creationId xmlns:a16="http://schemas.microsoft.com/office/drawing/2014/main" xmlns="" id="{DA95BB57-2750-502B-F9BE-4A907BC3E216}"/>
                </a:ext>
              </a:extLst>
            </p:cNvPr>
            <p:cNvSpPr/>
            <p:nvPr/>
          </p:nvSpPr>
          <p:spPr>
            <a:xfrm>
              <a:off x="5789645" y="2766484"/>
              <a:ext cx="148628" cy="148628"/>
            </a:xfrm>
            <a:custGeom>
              <a:avLst/>
              <a:gdLst/>
              <a:ahLst/>
              <a:cxnLst/>
              <a:rect l="l" t="t" r="r" b="b"/>
              <a:pathLst>
                <a:path w="1788" h="1788" extrusionOk="0">
                  <a:moveTo>
                    <a:pt x="1723" y="797"/>
                  </a:moveTo>
                  <a:cubicBezTo>
                    <a:pt x="1658" y="345"/>
                    <a:pt x="1227" y="0"/>
                    <a:pt x="775" y="65"/>
                  </a:cubicBezTo>
                  <a:cubicBezTo>
                    <a:pt x="323" y="130"/>
                    <a:pt x="0" y="560"/>
                    <a:pt x="65" y="1013"/>
                  </a:cubicBezTo>
                  <a:cubicBezTo>
                    <a:pt x="108" y="1465"/>
                    <a:pt x="538" y="1788"/>
                    <a:pt x="991" y="1745"/>
                  </a:cubicBezTo>
                  <a:cubicBezTo>
                    <a:pt x="1443" y="1680"/>
                    <a:pt x="1787" y="1249"/>
                    <a:pt x="1723" y="797"/>
                  </a:cubicBezTo>
                  <a:close/>
                </a:path>
              </a:pathLst>
            </a:custGeom>
            <a:solidFill>
              <a:srgbClr val="9AB6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6" name="Google Shape;13556;p35">
              <a:extLst>
                <a:ext uri="{FF2B5EF4-FFF2-40B4-BE49-F238E27FC236}">
                  <a16:creationId xmlns:a16="http://schemas.microsoft.com/office/drawing/2014/main" xmlns="" id="{AC3224E8-AEBD-6B07-30C5-6A7DBAD714F8}"/>
                </a:ext>
              </a:extLst>
            </p:cNvPr>
            <p:cNvSpPr/>
            <p:nvPr/>
          </p:nvSpPr>
          <p:spPr>
            <a:xfrm>
              <a:off x="5508599" y="2675212"/>
              <a:ext cx="146799" cy="146799"/>
            </a:xfrm>
            <a:custGeom>
              <a:avLst/>
              <a:gdLst/>
              <a:ahLst/>
              <a:cxnLst/>
              <a:rect l="l" t="t" r="r" b="b"/>
              <a:pathLst>
                <a:path w="1766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9"/>
                    <a:pt x="65" y="991"/>
                  </a:cubicBezTo>
                  <a:cubicBezTo>
                    <a:pt x="129" y="1443"/>
                    <a:pt x="538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7" name="Google Shape;13557;p35">
              <a:extLst>
                <a:ext uri="{FF2B5EF4-FFF2-40B4-BE49-F238E27FC236}">
                  <a16:creationId xmlns:a16="http://schemas.microsoft.com/office/drawing/2014/main" xmlns="" id="{2CB412FA-FF8A-BB5A-4476-B7B02F27735D}"/>
                </a:ext>
              </a:extLst>
            </p:cNvPr>
            <p:cNvSpPr/>
            <p:nvPr/>
          </p:nvSpPr>
          <p:spPr>
            <a:xfrm>
              <a:off x="5497793" y="2662660"/>
              <a:ext cx="145136" cy="146882"/>
            </a:xfrm>
            <a:custGeom>
              <a:avLst/>
              <a:gdLst/>
              <a:ahLst/>
              <a:cxnLst/>
              <a:rect l="l" t="t" r="r" b="b"/>
              <a:pathLst>
                <a:path w="1746" h="1767" extrusionOk="0">
                  <a:moveTo>
                    <a:pt x="1681" y="776"/>
                  </a:moveTo>
                  <a:cubicBezTo>
                    <a:pt x="1638" y="323"/>
                    <a:pt x="1207" y="0"/>
                    <a:pt x="755" y="65"/>
                  </a:cubicBezTo>
                  <a:cubicBezTo>
                    <a:pt x="302" y="130"/>
                    <a:pt x="1" y="539"/>
                    <a:pt x="44" y="991"/>
                  </a:cubicBezTo>
                  <a:cubicBezTo>
                    <a:pt x="109" y="1443"/>
                    <a:pt x="518" y="1766"/>
                    <a:pt x="970" y="1702"/>
                  </a:cubicBezTo>
                  <a:cubicBezTo>
                    <a:pt x="1422" y="1637"/>
                    <a:pt x="1745" y="1228"/>
                    <a:pt x="1681" y="77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8" name="Google Shape;13558;p35">
              <a:extLst>
                <a:ext uri="{FF2B5EF4-FFF2-40B4-BE49-F238E27FC236}">
                  <a16:creationId xmlns:a16="http://schemas.microsoft.com/office/drawing/2014/main" xmlns="" id="{04F1894F-1CD5-14A5-1A6A-0258B14D5FB7}"/>
                </a:ext>
              </a:extLst>
            </p:cNvPr>
            <p:cNvSpPr/>
            <p:nvPr/>
          </p:nvSpPr>
          <p:spPr>
            <a:xfrm>
              <a:off x="5943510" y="2974130"/>
              <a:ext cx="145136" cy="145053"/>
            </a:xfrm>
            <a:custGeom>
              <a:avLst/>
              <a:gdLst/>
              <a:ahLst/>
              <a:cxnLst/>
              <a:rect l="l" t="t" r="r" b="b"/>
              <a:pathLst>
                <a:path w="1746" h="1745" extrusionOk="0">
                  <a:moveTo>
                    <a:pt x="1702" y="754"/>
                  </a:moveTo>
                  <a:cubicBezTo>
                    <a:pt x="1638" y="302"/>
                    <a:pt x="1228" y="0"/>
                    <a:pt x="776" y="43"/>
                  </a:cubicBezTo>
                  <a:cubicBezTo>
                    <a:pt x="324" y="108"/>
                    <a:pt x="1" y="517"/>
                    <a:pt x="66" y="969"/>
                  </a:cubicBezTo>
                  <a:cubicBezTo>
                    <a:pt x="130" y="1422"/>
                    <a:pt x="539" y="1745"/>
                    <a:pt x="992" y="1680"/>
                  </a:cubicBezTo>
                  <a:cubicBezTo>
                    <a:pt x="1444" y="1615"/>
                    <a:pt x="1745" y="1206"/>
                    <a:pt x="1702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59" name="Google Shape;13559;p35">
              <a:extLst>
                <a:ext uri="{FF2B5EF4-FFF2-40B4-BE49-F238E27FC236}">
                  <a16:creationId xmlns:a16="http://schemas.microsoft.com/office/drawing/2014/main" xmlns="" id="{93C7B6B5-BD55-7EBF-18E6-F15669052A98}"/>
                </a:ext>
              </a:extLst>
            </p:cNvPr>
            <p:cNvSpPr/>
            <p:nvPr/>
          </p:nvSpPr>
          <p:spPr>
            <a:xfrm>
              <a:off x="5931041" y="2959833"/>
              <a:ext cx="146882" cy="146799"/>
            </a:xfrm>
            <a:custGeom>
              <a:avLst/>
              <a:gdLst/>
              <a:ahLst/>
              <a:cxnLst/>
              <a:rect l="l" t="t" r="r" b="b"/>
              <a:pathLst>
                <a:path w="1767" h="1766" extrusionOk="0">
                  <a:moveTo>
                    <a:pt x="1701" y="775"/>
                  </a:moveTo>
                  <a:cubicBezTo>
                    <a:pt x="1637" y="323"/>
                    <a:pt x="1228" y="0"/>
                    <a:pt x="775" y="65"/>
                  </a:cubicBezTo>
                  <a:cubicBezTo>
                    <a:pt x="323" y="129"/>
                    <a:pt x="0" y="538"/>
                    <a:pt x="65" y="991"/>
                  </a:cubicBezTo>
                  <a:cubicBezTo>
                    <a:pt x="129" y="1443"/>
                    <a:pt x="539" y="1766"/>
                    <a:pt x="991" y="1701"/>
                  </a:cubicBezTo>
                  <a:cubicBezTo>
                    <a:pt x="1443" y="1637"/>
                    <a:pt x="1766" y="1228"/>
                    <a:pt x="1701" y="77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0" name="Google Shape;13560;p35">
              <a:extLst>
                <a:ext uri="{FF2B5EF4-FFF2-40B4-BE49-F238E27FC236}">
                  <a16:creationId xmlns:a16="http://schemas.microsoft.com/office/drawing/2014/main" xmlns="" id="{547670A2-A137-27DA-3EDE-77EAD1621371}"/>
                </a:ext>
              </a:extLst>
            </p:cNvPr>
            <p:cNvSpPr/>
            <p:nvPr/>
          </p:nvSpPr>
          <p:spPr>
            <a:xfrm>
              <a:off x="6131539" y="1828498"/>
              <a:ext cx="411718" cy="520944"/>
            </a:xfrm>
            <a:custGeom>
              <a:avLst/>
              <a:gdLst/>
              <a:ahLst/>
              <a:cxnLst/>
              <a:rect l="l" t="t" r="r" b="b"/>
              <a:pathLst>
                <a:path w="4953" h="6267" extrusionOk="0">
                  <a:moveTo>
                    <a:pt x="0" y="5664"/>
                  </a:moveTo>
                  <a:lnTo>
                    <a:pt x="4135" y="0"/>
                  </a:lnTo>
                  <a:lnTo>
                    <a:pt x="4953" y="603"/>
                  </a:lnTo>
                  <a:lnTo>
                    <a:pt x="840" y="62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1" name="Google Shape;13561;p35">
              <a:extLst>
                <a:ext uri="{FF2B5EF4-FFF2-40B4-BE49-F238E27FC236}">
                  <a16:creationId xmlns:a16="http://schemas.microsoft.com/office/drawing/2014/main" xmlns="" id="{1AEE1997-CBDD-1CF7-12AE-A3904C1DA11F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2" name="Google Shape;13562;p35">
              <a:extLst>
                <a:ext uri="{FF2B5EF4-FFF2-40B4-BE49-F238E27FC236}">
                  <a16:creationId xmlns:a16="http://schemas.microsoft.com/office/drawing/2014/main" xmlns="" id="{B303F662-B921-9B1B-6749-DE8C25E8AF81}"/>
                </a:ext>
              </a:extLst>
            </p:cNvPr>
            <p:cNvSpPr/>
            <p:nvPr/>
          </p:nvSpPr>
          <p:spPr>
            <a:xfrm>
              <a:off x="6502028" y="1481201"/>
              <a:ext cx="352699" cy="352782"/>
            </a:xfrm>
            <a:custGeom>
              <a:avLst/>
              <a:gdLst/>
              <a:ahLst/>
              <a:cxnLst/>
              <a:rect l="l" t="t" r="r" b="b"/>
              <a:pathLst>
                <a:path w="4243" h="4244" extrusionOk="0">
                  <a:moveTo>
                    <a:pt x="1896" y="130"/>
                  </a:moveTo>
                  <a:cubicBezTo>
                    <a:pt x="2994" y="1"/>
                    <a:pt x="3984" y="798"/>
                    <a:pt x="4114" y="1896"/>
                  </a:cubicBezTo>
                  <a:cubicBezTo>
                    <a:pt x="4243" y="2994"/>
                    <a:pt x="3446" y="3985"/>
                    <a:pt x="2348" y="4114"/>
                  </a:cubicBezTo>
                  <a:cubicBezTo>
                    <a:pt x="1250" y="4243"/>
                    <a:pt x="259" y="3468"/>
                    <a:pt x="130" y="2370"/>
                  </a:cubicBezTo>
                  <a:cubicBezTo>
                    <a:pt x="1" y="1271"/>
                    <a:pt x="776" y="259"/>
                    <a:pt x="1896" y="130"/>
                  </a:cubicBezTo>
                  <a:close/>
                </a:path>
              </a:pathLst>
            </a:custGeom>
            <a:solidFill>
              <a:srgbClr val="E65C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3" name="Google Shape;13563;p35">
              <a:extLst>
                <a:ext uri="{FF2B5EF4-FFF2-40B4-BE49-F238E27FC236}">
                  <a16:creationId xmlns:a16="http://schemas.microsoft.com/office/drawing/2014/main" xmlns="" id="{47B7FD78-B3A8-6F3D-3178-C1156C24FBD1}"/>
                </a:ext>
              </a:extLst>
            </p:cNvPr>
            <p:cNvSpPr/>
            <p:nvPr/>
          </p:nvSpPr>
          <p:spPr>
            <a:xfrm>
              <a:off x="6340931" y="1330827"/>
              <a:ext cx="608724" cy="60872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252" y="238"/>
                  </a:moveTo>
                  <a:cubicBezTo>
                    <a:pt x="5147" y="1"/>
                    <a:pt x="6870" y="1358"/>
                    <a:pt x="7085" y="3274"/>
                  </a:cubicBezTo>
                  <a:cubicBezTo>
                    <a:pt x="7322" y="5169"/>
                    <a:pt x="5944" y="6892"/>
                    <a:pt x="4049" y="7107"/>
                  </a:cubicBezTo>
                  <a:cubicBezTo>
                    <a:pt x="2154" y="7323"/>
                    <a:pt x="431" y="5966"/>
                    <a:pt x="216" y="4071"/>
                  </a:cubicBezTo>
                  <a:cubicBezTo>
                    <a:pt x="1" y="2176"/>
                    <a:pt x="1357" y="453"/>
                    <a:pt x="3252" y="23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4" name="Google Shape;13564;p35">
              <a:extLst>
                <a:ext uri="{FF2B5EF4-FFF2-40B4-BE49-F238E27FC236}">
                  <a16:creationId xmlns:a16="http://schemas.microsoft.com/office/drawing/2014/main" xmlns="" id="{F72C861A-EF2F-F993-C9C6-C84C83665CCA}"/>
                </a:ext>
              </a:extLst>
            </p:cNvPr>
            <p:cNvSpPr/>
            <p:nvPr/>
          </p:nvSpPr>
          <p:spPr>
            <a:xfrm>
              <a:off x="6367781" y="1373803"/>
              <a:ext cx="581875" cy="558600"/>
            </a:xfrm>
            <a:custGeom>
              <a:avLst/>
              <a:gdLst/>
              <a:ahLst/>
              <a:cxnLst/>
              <a:rect l="l" t="t" r="r" b="b"/>
              <a:pathLst>
                <a:path w="7000" h="6720" extrusionOk="0">
                  <a:moveTo>
                    <a:pt x="6138" y="1121"/>
                  </a:moveTo>
                  <a:cubicBezTo>
                    <a:pt x="6482" y="1594"/>
                    <a:pt x="6698" y="2154"/>
                    <a:pt x="6762" y="2757"/>
                  </a:cubicBezTo>
                  <a:cubicBezTo>
                    <a:pt x="6999" y="4652"/>
                    <a:pt x="5621" y="6375"/>
                    <a:pt x="3726" y="6590"/>
                  </a:cubicBezTo>
                  <a:cubicBezTo>
                    <a:pt x="2671" y="6719"/>
                    <a:pt x="1616" y="6353"/>
                    <a:pt x="862" y="5578"/>
                  </a:cubicBezTo>
                  <a:cubicBezTo>
                    <a:pt x="517" y="5104"/>
                    <a:pt x="302" y="4544"/>
                    <a:pt x="237" y="3963"/>
                  </a:cubicBezTo>
                  <a:cubicBezTo>
                    <a:pt x="1" y="2068"/>
                    <a:pt x="1357" y="345"/>
                    <a:pt x="3274" y="108"/>
                  </a:cubicBezTo>
                  <a:cubicBezTo>
                    <a:pt x="4329" y="1"/>
                    <a:pt x="5384" y="367"/>
                    <a:pt x="6138" y="11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5" name="Google Shape;13565;p35">
              <a:extLst>
                <a:ext uri="{FF2B5EF4-FFF2-40B4-BE49-F238E27FC236}">
                  <a16:creationId xmlns:a16="http://schemas.microsoft.com/office/drawing/2014/main" xmlns="" id="{2F68F14B-CA6D-8AFE-7D55-91C37D502ACB}"/>
                </a:ext>
              </a:extLst>
            </p:cNvPr>
            <p:cNvSpPr/>
            <p:nvPr/>
          </p:nvSpPr>
          <p:spPr>
            <a:xfrm>
              <a:off x="6468030" y="1459755"/>
              <a:ext cx="352699" cy="352699"/>
            </a:xfrm>
            <a:custGeom>
              <a:avLst/>
              <a:gdLst/>
              <a:ahLst/>
              <a:cxnLst/>
              <a:rect l="l" t="t" r="r" b="b"/>
              <a:pathLst>
                <a:path w="4243" h="4243" extrusionOk="0">
                  <a:moveTo>
                    <a:pt x="1895" y="130"/>
                  </a:moveTo>
                  <a:cubicBezTo>
                    <a:pt x="2994" y="0"/>
                    <a:pt x="3984" y="776"/>
                    <a:pt x="4113" y="1874"/>
                  </a:cubicBezTo>
                  <a:cubicBezTo>
                    <a:pt x="4243" y="2972"/>
                    <a:pt x="3467" y="3984"/>
                    <a:pt x="2369" y="4113"/>
                  </a:cubicBezTo>
                  <a:cubicBezTo>
                    <a:pt x="1249" y="4243"/>
                    <a:pt x="259" y="3446"/>
                    <a:pt x="130" y="2348"/>
                  </a:cubicBezTo>
                  <a:cubicBezTo>
                    <a:pt x="0" y="1249"/>
                    <a:pt x="797" y="259"/>
                    <a:pt x="1895" y="1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6" name="Google Shape;13566;p35">
              <a:extLst>
                <a:ext uri="{FF2B5EF4-FFF2-40B4-BE49-F238E27FC236}">
                  <a16:creationId xmlns:a16="http://schemas.microsoft.com/office/drawing/2014/main" xmlns="" id="{848E27ED-66B6-DB8C-0D9C-4909C96778AE}"/>
                </a:ext>
              </a:extLst>
            </p:cNvPr>
            <p:cNvSpPr/>
            <p:nvPr/>
          </p:nvSpPr>
          <p:spPr>
            <a:xfrm>
              <a:off x="6505602" y="1495582"/>
              <a:ext cx="315127" cy="309724"/>
            </a:xfrm>
            <a:custGeom>
              <a:avLst/>
              <a:gdLst/>
              <a:ahLst/>
              <a:cxnLst/>
              <a:rect l="l" t="t" r="r" b="b"/>
              <a:pathLst>
                <a:path w="3791" h="3726" extrusionOk="0">
                  <a:moveTo>
                    <a:pt x="3123" y="302"/>
                  </a:moveTo>
                  <a:cubicBezTo>
                    <a:pt x="3425" y="603"/>
                    <a:pt x="3597" y="1012"/>
                    <a:pt x="3661" y="1443"/>
                  </a:cubicBezTo>
                  <a:cubicBezTo>
                    <a:pt x="3791" y="2541"/>
                    <a:pt x="2994" y="3553"/>
                    <a:pt x="1896" y="3682"/>
                  </a:cubicBezTo>
                  <a:cubicBezTo>
                    <a:pt x="1465" y="3726"/>
                    <a:pt x="1034" y="3618"/>
                    <a:pt x="668" y="3402"/>
                  </a:cubicBezTo>
                  <a:cubicBezTo>
                    <a:pt x="367" y="3079"/>
                    <a:pt x="173" y="2692"/>
                    <a:pt x="130" y="2240"/>
                  </a:cubicBezTo>
                  <a:cubicBezTo>
                    <a:pt x="1" y="1163"/>
                    <a:pt x="776" y="172"/>
                    <a:pt x="1874" y="43"/>
                  </a:cubicBezTo>
                  <a:cubicBezTo>
                    <a:pt x="2305" y="0"/>
                    <a:pt x="2757" y="86"/>
                    <a:pt x="3123" y="30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7" name="Google Shape;13567;p35">
              <a:extLst>
                <a:ext uri="{FF2B5EF4-FFF2-40B4-BE49-F238E27FC236}">
                  <a16:creationId xmlns:a16="http://schemas.microsoft.com/office/drawing/2014/main" xmlns="" id="{61C1C385-98B0-E5B1-F6ED-94A971D02AD0}"/>
                </a:ext>
              </a:extLst>
            </p:cNvPr>
            <p:cNvSpPr/>
            <p:nvPr/>
          </p:nvSpPr>
          <p:spPr>
            <a:xfrm>
              <a:off x="6503857" y="1495582"/>
              <a:ext cx="295426" cy="288277"/>
            </a:xfrm>
            <a:custGeom>
              <a:avLst/>
              <a:gdLst/>
              <a:ahLst/>
              <a:cxnLst/>
              <a:rect l="l" t="t" r="r" b="b"/>
              <a:pathLst>
                <a:path w="3554" h="3468" extrusionOk="0">
                  <a:moveTo>
                    <a:pt x="517" y="3209"/>
                  </a:moveTo>
                  <a:cubicBezTo>
                    <a:pt x="302" y="2929"/>
                    <a:pt x="172" y="2606"/>
                    <a:pt x="151" y="2261"/>
                  </a:cubicBezTo>
                  <a:cubicBezTo>
                    <a:pt x="0" y="1163"/>
                    <a:pt x="797" y="172"/>
                    <a:pt x="1895" y="43"/>
                  </a:cubicBezTo>
                  <a:cubicBezTo>
                    <a:pt x="2283" y="0"/>
                    <a:pt x="2692" y="65"/>
                    <a:pt x="3036" y="237"/>
                  </a:cubicBezTo>
                  <a:cubicBezTo>
                    <a:pt x="3252" y="517"/>
                    <a:pt x="3381" y="840"/>
                    <a:pt x="3424" y="1184"/>
                  </a:cubicBezTo>
                  <a:cubicBezTo>
                    <a:pt x="3553" y="2283"/>
                    <a:pt x="2757" y="3295"/>
                    <a:pt x="1658" y="3424"/>
                  </a:cubicBezTo>
                  <a:cubicBezTo>
                    <a:pt x="1271" y="3467"/>
                    <a:pt x="883" y="3381"/>
                    <a:pt x="517" y="3209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8" name="Google Shape;13568;p35">
              <a:extLst>
                <a:ext uri="{FF2B5EF4-FFF2-40B4-BE49-F238E27FC236}">
                  <a16:creationId xmlns:a16="http://schemas.microsoft.com/office/drawing/2014/main" xmlns="" id="{A7ED08AC-D229-1491-0773-EC3C6DEA8F97}"/>
                </a:ext>
              </a:extLst>
            </p:cNvPr>
            <p:cNvSpPr/>
            <p:nvPr/>
          </p:nvSpPr>
          <p:spPr>
            <a:xfrm>
              <a:off x="5963211" y="2514115"/>
              <a:ext cx="164754" cy="179051"/>
            </a:xfrm>
            <a:custGeom>
              <a:avLst/>
              <a:gdLst/>
              <a:ahLst/>
              <a:cxnLst/>
              <a:rect l="l" t="t" r="r" b="b"/>
              <a:pathLst>
                <a:path w="1982" h="2154" extrusionOk="0">
                  <a:moveTo>
                    <a:pt x="1" y="1184"/>
                  </a:moveTo>
                  <a:lnTo>
                    <a:pt x="862" y="0"/>
                  </a:lnTo>
                  <a:lnTo>
                    <a:pt x="1982" y="775"/>
                  </a:lnTo>
                  <a:lnTo>
                    <a:pt x="991" y="2153"/>
                  </a:lnTo>
                  <a:cubicBezTo>
                    <a:pt x="582" y="1895"/>
                    <a:pt x="259" y="1572"/>
                    <a:pt x="1" y="116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69" name="Google Shape;13569;p35">
              <a:extLst>
                <a:ext uri="{FF2B5EF4-FFF2-40B4-BE49-F238E27FC236}">
                  <a16:creationId xmlns:a16="http://schemas.microsoft.com/office/drawing/2014/main" xmlns="" id="{6AA1F5F6-AA8C-E7C7-A480-2D99031B02F1}"/>
                </a:ext>
              </a:extLst>
            </p:cNvPr>
            <p:cNvSpPr/>
            <p:nvPr/>
          </p:nvSpPr>
          <p:spPr>
            <a:xfrm>
              <a:off x="5882662" y="2224091"/>
              <a:ext cx="461926" cy="460097"/>
            </a:xfrm>
            <a:custGeom>
              <a:avLst/>
              <a:gdLst/>
              <a:ahLst/>
              <a:cxnLst/>
              <a:rect l="l" t="t" r="r" b="b"/>
              <a:pathLst>
                <a:path w="5557" h="5535" extrusionOk="0">
                  <a:moveTo>
                    <a:pt x="2477" y="173"/>
                  </a:moveTo>
                  <a:cubicBezTo>
                    <a:pt x="3920" y="1"/>
                    <a:pt x="5234" y="1034"/>
                    <a:pt x="5384" y="2455"/>
                  </a:cubicBezTo>
                  <a:cubicBezTo>
                    <a:pt x="5557" y="3898"/>
                    <a:pt x="4523" y="5190"/>
                    <a:pt x="3102" y="5363"/>
                  </a:cubicBezTo>
                  <a:cubicBezTo>
                    <a:pt x="1659" y="5535"/>
                    <a:pt x="345" y="4501"/>
                    <a:pt x="173" y="3058"/>
                  </a:cubicBezTo>
                  <a:cubicBezTo>
                    <a:pt x="1" y="1637"/>
                    <a:pt x="1034" y="324"/>
                    <a:pt x="2477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0" name="Google Shape;13570;p35">
              <a:extLst>
                <a:ext uri="{FF2B5EF4-FFF2-40B4-BE49-F238E27FC236}">
                  <a16:creationId xmlns:a16="http://schemas.microsoft.com/office/drawing/2014/main" xmlns="" id="{C5E7F633-AC46-7F59-1F39-5E8A54CA5A62}"/>
                </a:ext>
              </a:extLst>
            </p:cNvPr>
            <p:cNvSpPr/>
            <p:nvPr/>
          </p:nvSpPr>
          <p:spPr>
            <a:xfrm>
              <a:off x="5905937" y="2254515"/>
              <a:ext cx="438651" cy="424353"/>
            </a:xfrm>
            <a:custGeom>
              <a:avLst/>
              <a:gdLst/>
              <a:ahLst/>
              <a:cxnLst/>
              <a:rect l="l" t="t" r="r" b="b"/>
              <a:pathLst>
                <a:path w="5277" h="5105" extrusionOk="0">
                  <a:moveTo>
                    <a:pt x="4631" y="862"/>
                  </a:moveTo>
                  <a:cubicBezTo>
                    <a:pt x="4889" y="1228"/>
                    <a:pt x="5061" y="1659"/>
                    <a:pt x="5104" y="2089"/>
                  </a:cubicBezTo>
                  <a:cubicBezTo>
                    <a:pt x="5277" y="3532"/>
                    <a:pt x="4243" y="4824"/>
                    <a:pt x="2822" y="4997"/>
                  </a:cubicBezTo>
                  <a:cubicBezTo>
                    <a:pt x="2003" y="5104"/>
                    <a:pt x="1207" y="4824"/>
                    <a:pt x="647" y="4243"/>
                  </a:cubicBezTo>
                  <a:cubicBezTo>
                    <a:pt x="367" y="3877"/>
                    <a:pt x="216" y="3446"/>
                    <a:pt x="151" y="3015"/>
                  </a:cubicBezTo>
                  <a:cubicBezTo>
                    <a:pt x="1" y="1573"/>
                    <a:pt x="1013" y="259"/>
                    <a:pt x="2456" y="87"/>
                  </a:cubicBezTo>
                  <a:cubicBezTo>
                    <a:pt x="3252" y="1"/>
                    <a:pt x="4071" y="281"/>
                    <a:pt x="4631" y="8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1" name="Google Shape;13571;p35">
              <a:extLst>
                <a:ext uri="{FF2B5EF4-FFF2-40B4-BE49-F238E27FC236}">
                  <a16:creationId xmlns:a16="http://schemas.microsoft.com/office/drawing/2014/main" xmlns="" id="{36EE5CCF-5AEF-D939-45B1-45CB8D2661AF}"/>
                </a:ext>
              </a:extLst>
            </p:cNvPr>
            <p:cNvSpPr/>
            <p:nvPr/>
          </p:nvSpPr>
          <p:spPr>
            <a:xfrm>
              <a:off x="6006186" y="2338638"/>
              <a:ext cx="266831" cy="266831"/>
            </a:xfrm>
            <a:custGeom>
              <a:avLst/>
              <a:gdLst/>
              <a:ahLst/>
              <a:cxnLst/>
              <a:rect l="l" t="t" r="r" b="b"/>
              <a:pathLst>
                <a:path w="3210" h="3210" extrusionOk="0">
                  <a:moveTo>
                    <a:pt x="1422" y="87"/>
                  </a:moveTo>
                  <a:cubicBezTo>
                    <a:pt x="2262" y="1"/>
                    <a:pt x="3015" y="582"/>
                    <a:pt x="3123" y="1422"/>
                  </a:cubicBezTo>
                  <a:cubicBezTo>
                    <a:pt x="3209" y="2262"/>
                    <a:pt x="2606" y="3016"/>
                    <a:pt x="1788" y="3102"/>
                  </a:cubicBezTo>
                  <a:cubicBezTo>
                    <a:pt x="948" y="3209"/>
                    <a:pt x="194" y="2606"/>
                    <a:pt x="108" y="1767"/>
                  </a:cubicBezTo>
                  <a:cubicBezTo>
                    <a:pt x="1" y="948"/>
                    <a:pt x="604" y="195"/>
                    <a:pt x="1422" y="8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2" name="Google Shape;13572;p35">
              <a:extLst>
                <a:ext uri="{FF2B5EF4-FFF2-40B4-BE49-F238E27FC236}">
                  <a16:creationId xmlns:a16="http://schemas.microsoft.com/office/drawing/2014/main" xmlns="" id="{8D52A944-30E9-963A-9109-34AD00105313}"/>
                </a:ext>
              </a:extLst>
            </p:cNvPr>
            <p:cNvSpPr/>
            <p:nvPr/>
          </p:nvSpPr>
          <p:spPr>
            <a:xfrm>
              <a:off x="5981166" y="2320766"/>
              <a:ext cx="266748" cy="268577"/>
            </a:xfrm>
            <a:custGeom>
              <a:avLst/>
              <a:gdLst/>
              <a:ahLst/>
              <a:cxnLst/>
              <a:rect l="l" t="t" r="r" b="b"/>
              <a:pathLst>
                <a:path w="3209" h="3231" extrusionOk="0">
                  <a:moveTo>
                    <a:pt x="1421" y="108"/>
                  </a:moveTo>
                  <a:cubicBezTo>
                    <a:pt x="2261" y="0"/>
                    <a:pt x="3015" y="603"/>
                    <a:pt x="3101" y="1422"/>
                  </a:cubicBezTo>
                  <a:cubicBezTo>
                    <a:pt x="3209" y="2261"/>
                    <a:pt x="2606" y="3037"/>
                    <a:pt x="1788" y="3123"/>
                  </a:cubicBezTo>
                  <a:cubicBezTo>
                    <a:pt x="948" y="3231"/>
                    <a:pt x="172" y="2628"/>
                    <a:pt x="86" y="1788"/>
                  </a:cubicBezTo>
                  <a:cubicBezTo>
                    <a:pt x="0" y="948"/>
                    <a:pt x="582" y="194"/>
                    <a:pt x="1421" y="10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3" name="Google Shape;13573;p35">
              <a:extLst>
                <a:ext uri="{FF2B5EF4-FFF2-40B4-BE49-F238E27FC236}">
                  <a16:creationId xmlns:a16="http://schemas.microsoft.com/office/drawing/2014/main" xmlns="" id="{8778E320-3321-9768-F777-8004D448309B}"/>
                </a:ext>
              </a:extLst>
            </p:cNvPr>
            <p:cNvSpPr/>
            <p:nvPr/>
          </p:nvSpPr>
          <p:spPr>
            <a:xfrm>
              <a:off x="6008015" y="2347615"/>
              <a:ext cx="239899" cy="236324"/>
            </a:xfrm>
            <a:custGeom>
              <a:avLst/>
              <a:gdLst/>
              <a:ahLst/>
              <a:cxnLst/>
              <a:rect l="l" t="t" r="r" b="b"/>
              <a:pathLst>
                <a:path w="2886" h="2843" extrusionOk="0">
                  <a:moveTo>
                    <a:pt x="2369" y="237"/>
                  </a:moveTo>
                  <a:cubicBezTo>
                    <a:pt x="2606" y="474"/>
                    <a:pt x="2757" y="776"/>
                    <a:pt x="2778" y="1099"/>
                  </a:cubicBezTo>
                  <a:cubicBezTo>
                    <a:pt x="2886" y="1938"/>
                    <a:pt x="2283" y="2714"/>
                    <a:pt x="1465" y="2800"/>
                  </a:cubicBezTo>
                  <a:cubicBezTo>
                    <a:pt x="1120" y="2843"/>
                    <a:pt x="797" y="2778"/>
                    <a:pt x="517" y="2606"/>
                  </a:cubicBezTo>
                  <a:cubicBezTo>
                    <a:pt x="280" y="2369"/>
                    <a:pt x="129" y="2068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66" y="0"/>
                    <a:pt x="2089" y="65"/>
                    <a:pt x="2369" y="2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4" name="Google Shape;13574;p35">
              <a:extLst>
                <a:ext uri="{FF2B5EF4-FFF2-40B4-BE49-F238E27FC236}">
                  <a16:creationId xmlns:a16="http://schemas.microsoft.com/office/drawing/2014/main" xmlns="" id="{1745CF4B-F070-83A4-C4EC-981CC3496F7A}"/>
                </a:ext>
              </a:extLst>
            </p:cNvPr>
            <p:cNvSpPr/>
            <p:nvPr/>
          </p:nvSpPr>
          <p:spPr>
            <a:xfrm>
              <a:off x="6008015" y="2347615"/>
              <a:ext cx="222027" cy="220281"/>
            </a:xfrm>
            <a:custGeom>
              <a:avLst/>
              <a:gdLst/>
              <a:ahLst/>
              <a:cxnLst/>
              <a:rect l="l" t="t" r="r" b="b"/>
              <a:pathLst>
                <a:path w="2671" h="2650" extrusionOk="0">
                  <a:moveTo>
                    <a:pt x="388" y="2434"/>
                  </a:moveTo>
                  <a:cubicBezTo>
                    <a:pt x="237" y="2240"/>
                    <a:pt x="129" y="1982"/>
                    <a:pt x="108" y="1723"/>
                  </a:cubicBezTo>
                  <a:cubicBezTo>
                    <a:pt x="0" y="905"/>
                    <a:pt x="603" y="151"/>
                    <a:pt x="1421" y="43"/>
                  </a:cubicBezTo>
                  <a:cubicBezTo>
                    <a:pt x="1723" y="0"/>
                    <a:pt x="2024" y="65"/>
                    <a:pt x="2283" y="194"/>
                  </a:cubicBezTo>
                  <a:cubicBezTo>
                    <a:pt x="2455" y="410"/>
                    <a:pt x="2541" y="668"/>
                    <a:pt x="2584" y="926"/>
                  </a:cubicBezTo>
                  <a:cubicBezTo>
                    <a:pt x="2670" y="1745"/>
                    <a:pt x="2089" y="2498"/>
                    <a:pt x="1249" y="2606"/>
                  </a:cubicBezTo>
                  <a:cubicBezTo>
                    <a:pt x="948" y="2649"/>
                    <a:pt x="646" y="2584"/>
                    <a:pt x="388" y="2455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5" name="Google Shape;13575;p35">
              <a:extLst>
                <a:ext uri="{FF2B5EF4-FFF2-40B4-BE49-F238E27FC236}">
                  <a16:creationId xmlns:a16="http://schemas.microsoft.com/office/drawing/2014/main" xmlns="" id="{F0F8E0A0-85C6-3CB8-9EAE-DA132B3D6CC3}"/>
                </a:ext>
              </a:extLst>
            </p:cNvPr>
            <p:cNvSpPr/>
            <p:nvPr/>
          </p:nvSpPr>
          <p:spPr>
            <a:xfrm>
              <a:off x="5757393" y="2789759"/>
              <a:ext cx="216707" cy="193432"/>
            </a:xfrm>
            <a:custGeom>
              <a:avLst/>
              <a:gdLst/>
              <a:ahLst/>
              <a:cxnLst/>
              <a:rect l="l" t="t" r="r" b="b"/>
              <a:pathLst>
                <a:path w="2607" h="2327" extrusionOk="0">
                  <a:moveTo>
                    <a:pt x="0" y="1379"/>
                  </a:moveTo>
                  <a:cubicBezTo>
                    <a:pt x="259" y="1982"/>
                    <a:pt x="883" y="2326"/>
                    <a:pt x="1529" y="2240"/>
                  </a:cubicBezTo>
                  <a:cubicBezTo>
                    <a:pt x="1982" y="2197"/>
                    <a:pt x="2391" y="1917"/>
                    <a:pt x="2606" y="1508"/>
                  </a:cubicBezTo>
                  <a:lnTo>
                    <a:pt x="1572" y="0"/>
                  </a:lnTo>
                  <a:lnTo>
                    <a:pt x="0" y="137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6" name="Google Shape;13576;p35">
              <a:extLst>
                <a:ext uri="{FF2B5EF4-FFF2-40B4-BE49-F238E27FC236}">
                  <a16:creationId xmlns:a16="http://schemas.microsoft.com/office/drawing/2014/main" xmlns="" id="{648E37BF-79BD-4DA0-5496-DC457AB035DE}"/>
                </a:ext>
              </a:extLst>
            </p:cNvPr>
            <p:cNvSpPr/>
            <p:nvPr/>
          </p:nvSpPr>
          <p:spPr>
            <a:xfrm>
              <a:off x="5728714" y="2710956"/>
              <a:ext cx="248959" cy="239982"/>
            </a:xfrm>
            <a:custGeom>
              <a:avLst/>
              <a:gdLst/>
              <a:ahLst/>
              <a:cxnLst/>
              <a:rect l="l" t="t" r="r" b="b"/>
              <a:pathLst>
                <a:path w="2995" h="2887" extrusionOk="0">
                  <a:moveTo>
                    <a:pt x="2908" y="1228"/>
                  </a:moveTo>
                  <a:cubicBezTo>
                    <a:pt x="2865" y="927"/>
                    <a:pt x="2736" y="647"/>
                    <a:pt x="2520" y="410"/>
                  </a:cubicBezTo>
                  <a:cubicBezTo>
                    <a:pt x="2197" y="130"/>
                    <a:pt x="1788" y="1"/>
                    <a:pt x="1358" y="44"/>
                  </a:cubicBezTo>
                  <a:cubicBezTo>
                    <a:pt x="561" y="152"/>
                    <a:pt x="1" y="884"/>
                    <a:pt x="109" y="1659"/>
                  </a:cubicBezTo>
                  <a:cubicBezTo>
                    <a:pt x="152" y="1960"/>
                    <a:pt x="281" y="2240"/>
                    <a:pt x="496" y="2477"/>
                  </a:cubicBezTo>
                  <a:cubicBezTo>
                    <a:pt x="819" y="2757"/>
                    <a:pt x="1228" y="2886"/>
                    <a:pt x="1659" y="2843"/>
                  </a:cubicBezTo>
                  <a:cubicBezTo>
                    <a:pt x="2456" y="2736"/>
                    <a:pt x="2994" y="2004"/>
                    <a:pt x="2908" y="122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7" name="Google Shape;13577;p35">
              <a:extLst>
                <a:ext uri="{FF2B5EF4-FFF2-40B4-BE49-F238E27FC236}">
                  <a16:creationId xmlns:a16="http://schemas.microsoft.com/office/drawing/2014/main" xmlns="" id="{5CEFB079-C64A-3B01-4FD9-805DA7B24128}"/>
                </a:ext>
              </a:extLst>
            </p:cNvPr>
            <p:cNvSpPr/>
            <p:nvPr/>
          </p:nvSpPr>
          <p:spPr>
            <a:xfrm>
              <a:off x="5777093" y="2753932"/>
              <a:ext cx="146882" cy="148711"/>
            </a:xfrm>
            <a:custGeom>
              <a:avLst/>
              <a:gdLst/>
              <a:ahLst/>
              <a:cxnLst/>
              <a:rect l="l" t="t" r="r" b="b"/>
              <a:pathLst>
                <a:path w="1767" h="1789" extrusionOk="0">
                  <a:moveTo>
                    <a:pt x="1723" y="776"/>
                  </a:moveTo>
                  <a:cubicBezTo>
                    <a:pt x="1658" y="324"/>
                    <a:pt x="1228" y="1"/>
                    <a:pt x="776" y="65"/>
                  </a:cubicBezTo>
                  <a:cubicBezTo>
                    <a:pt x="323" y="130"/>
                    <a:pt x="0" y="539"/>
                    <a:pt x="43" y="1013"/>
                  </a:cubicBezTo>
                  <a:cubicBezTo>
                    <a:pt x="108" y="1465"/>
                    <a:pt x="539" y="1788"/>
                    <a:pt x="991" y="1723"/>
                  </a:cubicBezTo>
                  <a:cubicBezTo>
                    <a:pt x="1465" y="1659"/>
                    <a:pt x="1766" y="1250"/>
                    <a:pt x="1723" y="77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8" name="Google Shape;13578;p35">
              <a:extLst>
                <a:ext uri="{FF2B5EF4-FFF2-40B4-BE49-F238E27FC236}">
                  <a16:creationId xmlns:a16="http://schemas.microsoft.com/office/drawing/2014/main" xmlns="" id="{B440F47A-459B-4B75-E26B-E1755005FCCB}"/>
                </a:ext>
              </a:extLst>
            </p:cNvPr>
            <p:cNvSpPr/>
            <p:nvPr/>
          </p:nvSpPr>
          <p:spPr>
            <a:xfrm>
              <a:off x="5531874" y="2696658"/>
              <a:ext cx="77057" cy="78886"/>
            </a:xfrm>
            <a:custGeom>
              <a:avLst/>
              <a:gdLst/>
              <a:ahLst/>
              <a:cxnLst/>
              <a:rect l="l" t="t" r="r" b="b"/>
              <a:pathLst>
                <a:path w="927" h="949" extrusionOk="0">
                  <a:moveTo>
                    <a:pt x="905" y="410"/>
                  </a:moveTo>
                  <a:cubicBezTo>
                    <a:pt x="861" y="173"/>
                    <a:pt x="646" y="1"/>
                    <a:pt x="409" y="44"/>
                  </a:cubicBezTo>
                  <a:cubicBezTo>
                    <a:pt x="172" y="65"/>
                    <a:pt x="0" y="281"/>
                    <a:pt x="22" y="517"/>
                  </a:cubicBezTo>
                  <a:cubicBezTo>
                    <a:pt x="65" y="776"/>
                    <a:pt x="280" y="948"/>
                    <a:pt x="517" y="905"/>
                  </a:cubicBezTo>
                  <a:cubicBezTo>
                    <a:pt x="754" y="883"/>
                    <a:pt x="926" y="647"/>
                    <a:pt x="905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79" name="Google Shape;13579;p35">
              <a:extLst>
                <a:ext uri="{FF2B5EF4-FFF2-40B4-BE49-F238E27FC236}">
                  <a16:creationId xmlns:a16="http://schemas.microsoft.com/office/drawing/2014/main" xmlns="" id="{CCAC8A63-89E3-0E34-2DCC-0DF169C1773A}"/>
                </a:ext>
              </a:extLst>
            </p:cNvPr>
            <p:cNvSpPr/>
            <p:nvPr/>
          </p:nvSpPr>
          <p:spPr>
            <a:xfrm>
              <a:off x="5965039" y="2993831"/>
              <a:ext cx="78803" cy="78803"/>
            </a:xfrm>
            <a:custGeom>
              <a:avLst/>
              <a:gdLst/>
              <a:ahLst/>
              <a:cxnLst/>
              <a:rect l="l" t="t" r="r" b="b"/>
              <a:pathLst>
                <a:path w="948" h="948" extrusionOk="0">
                  <a:moveTo>
                    <a:pt x="905" y="409"/>
                  </a:moveTo>
                  <a:cubicBezTo>
                    <a:pt x="883" y="173"/>
                    <a:pt x="646" y="0"/>
                    <a:pt x="410" y="43"/>
                  </a:cubicBezTo>
                  <a:cubicBezTo>
                    <a:pt x="173" y="65"/>
                    <a:pt x="0" y="280"/>
                    <a:pt x="43" y="539"/>
                  </a:cubicBezTo>
                  <a:cubicBezTo>
                    <a:pt x="65" y="775"/>
                    <a:pt x="302" y="948"/>
                    <a:pt x="539" y="905"/>
                  </a:cubicBezTo>
                  <a:cubicBezTo>
                    <a:pt x="776" y="883"/>
                    <a:pt x="948" y="646"/>
                    <a:pt x="905" y="40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0" name="Google Shape;13580;p35">
              <a:extLst>
                <a:ext uri="{FF2B5EF4-FFF2-40B4-BE49-F238E27FC236}">
                  <a16:creationId xmlns:a16="http://schemas.microsoft.com/office/drawing/2014/main" xmlns="" id="{06BE881E-41AB-F786-3115-E04BF2521060}"/>
                </a:ext>
              </a:extLst>
            </p:cNvPr>
            <p:cNvSpPr/>
            <p:nvPr/>
          </p:nvSpPr>
          <p:spPr>
            <a:xfrm>
              <a:off x="5313421" y="3022426"/>
              <a:ext cx="111138" cy="111055"/>
            </a:xfrm>
            <a:custGeom>
              <a:avLst/>
              <a:gdLst/>
              <a:ahLst/>
              <a:cxnLst/>
              <a:rect l="l" t="t" r="r" b="b"/>
              <a:pathLst>
                <a:path w="1337" h="1336" extrusionOk="0">
                  <a:moveTo>
                    <a:pt x="1271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108"/>
                    <a:pt x="1" y="410"/>
                    <a:pt x="44" y="755"/>
                  </a:cubicBezTo>
                  <a:cubicBezTo>
                    <a:pt x="87" y="1099"/>
                    <a:pt x="410" y="1336"/>
                    <a:pt x="755" y="1293"/>
                  </a:cubicBezTo>
                  <a:cubicBezTo>
                    <a:pt x="1078" y="1250"/>
                    <a:pt x="1336" y="927"/>
                    <a:pt x="1293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1" name="Google Shape;13581;p35">
              <a:extLst>
                <a:ext uri="{FF2B5EF4-FFF2-40B4-BE49-F238E27FC236}">
                  <a16:creationId xmlns:a16="http://schemas.microsoft.com/office/drawing/2014/main" xmlns="" id="{AE3EC595-4BA0-59DF-02A4-D50F830ABF85}"/>
                </a:ext>
              </a:extLst>
            </p:cNvPr>
            <p:cNvSpPr/>
            <p:nvPr/>
          </p:nvSpPr>
          <p:spPr>
            <a:xfrm>
              <a:off x="5302698" y="3013532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93" y="582"/>
                  </a:moveTo>
                  <a:cubicBezTo>
                    <a:pt x="1250" y="237"/>
                    <a:pt x="927" y="0"/>
                    <a:pt x="604" y="43"/>
                  </a:cubicBezTo>
                  <a:cubicBezTo>
                    <a:pt x="259" y="86"/>
                    <a:pt x="1" y="409"/>
                    <a:pt x="65" y="754"/>
                  </a:cubicBezTo>
                  <a:cubicBezTo>
                    <a:pt x="108" y="1098"/>
                    <a:pt x="410" y="1335"/>
                    <a:pt x="754" y="1292"/>
                  </a:cubicBezTo>
                  <a:cubicBezTo>
                    <a:pt x="1099" y="1249"/>
                    <a:pt x="1336" y="926"/>
                    <a:pt x="1293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2" name="Google Shape;13582;p35">
              <a:extLst>
                <a:ext uri="{FF2B5EF4-FFF2-40B4-BE49-F238E27FC236}">
                  <a16:creationId xmlns:a16="http://schemas.microsoft.com/office/drawing/2014/main" xmlns="" id="{FA8F4E76-D8BD-57E2-50F8-A1BE108ABF74}"/>
                </a:ext>
              </a:extLst>
            </p:cNvPr>
            <p:cNvSpPr/>
            <p:nvPr/>
          </p:nvSpPr>
          <p:spPr>
            <a:xfrm>
              <a:off x="5327802" y="3038553"/>
              <a:ext cx="60931" cy="59185"/>
            </a:xfrm>
            <a:custGeom>
              <a:avLst/>
              <a:gdLst/>
              <a:ahLst/>
              <a:cxnLst/>
              <a:rect l="l" t="t" r="r" b="b"/>
              <a:pathLst>
                <a:path w="733" h="712" extrusionOk="0">
                  <a:moveTo>
                    <a:pt x="711" y="324"/>
                  </a:moveTo>
                  <a:cubicBezTo>
                    <a:pt x="689" y="130"/>
                    <a:pt x="517" y="1"/>
                    <a:pt x="323" y="22"/>
                  </a:cubicBezTo>
                  <a:cubicBezTo>
                    <a:pt x="151" y="44"/>
                    <a:pt x="0" y="216"/>
                    <a:pt x="43" y="410"/>
                  </a:cubicBezTo>
                  <a:cubicBezTo>
                    <a:pt x="65" y="582"/>
                    <a:pt x="237" y="711"/>
                    <a:pt x="409" y="690"/>
                  </a:cubicBezTo>
                  <a:cubicBezTo>
                    <a:pt x="603" y="668"/>
                    <a:pt x="732" y="496"/>
                    <a:pt x="711" y="3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3" name="Google Shape;13583;p35">
              <a:extLst>
                <a:ext uri="{FF2B5EF4-FFF2-40B4-BE49-F238E27FC236}">
                  <a16:creationId xmlns:a16="http://schemas.microsoft.com/office/drawing/2014/main" xmlns="" id="{92B3B9F8-0D5D-7AA9-B4B3-1D6F979D6ABF}"/>
                </a:ext>
              </a:extLst>
            </p:cNvPr>
            <p:cNvSpPr/>
            <p:nvPr/>
          </p:nvSpPr>
          <p:spPr>
            <a:xfrm>
              <a:off x="5709014" y="3296324"/>
              <a:ext cx="125436" cy="127181"/>
            </a:xfrm>
            <a:custGeom>
              <a:avLst/>
              <a:gdLst/>
              <a:ahLst/>
              <a:cxnLst/>
              <a:rect l="l" t="t" r="r" b="b"/>
              <a:pathLst>
                <a:path w="1509" h="1530" extrusionOk="0">
                  <a:moveTo>
                    <a:pt x="1465" y="754"/>
                  </a:moveTo>
                  <a:cubicBezTo>
                    <a:pt x="1379" y="194"/>
                    <a:pt x="669" y="1"/>
                    <a:pt x="346" y="453"/>
                  </a:cubicBezTo>
                  <a:cubicBezTo>
                    <a:pt x="1" y="905"/>
                    <a:pt x="367" y="1529"/>
                    <a:pt x="927" y="1465"/>
                  </a:cubicBezTo>
                  <a:cubicBezTo>
                    <a:pt x="1271" y="1400"/>
                    <a:pt x="1508" y="1099"/>
                    <a:pt x="1465" y="75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4" name="Google Shape;13584;p35">
              <a:extLst>
                <a:ext uri="{FF2B5EF4-FFF2-40B4-BE49-F238E27FC236}">
                  <a16:creationId xmlns:a16="http://schemas.microsoft.com/office/drawing/2014/main" xmlns="" id="{65BB17DC-ED1A-3E66-D320-5A17D3CF5563}"/>
                </a:ext>
              </a:extLst>
            </p:cNvPr>
            <p:cNvSpPr/>
            <p:nvPr/>
          </p:nvSpPr>
          <p:spPr>
            <a:xfrm>
              <a:off x="5698291" y="3285601"/>
              <a:ext cx="127181" cy="127181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1487" y="754"/>
                  </a:moveTo>
                  <a:cubicBezTo>
                    <a:pt x="1400" y="194"/>
                    <a:pt x="690" y="0"/>
                    <a:pt x="345" y="453"/>
                  </a:cubicBezTo>
                  <a:cubicBezTo>
                    <a:pt x="1" y="905"/>
                    <a:pt x="388" y="1529"/>
                    <a:pt x="948" y="1465"/>
                  </a:cubicBezTo>
                  <a:cubicBezTo>
                    <a:pt x="1271" y="1422"/>
                    <a:pt x="1530" y="1099"/>
                    <a:pt x="1487" y="75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5" name="Google Shape;13585;p35">
              <a:extLst>
                <a:ext uri="{FF2B5EF4-FFF2-40B4-BE49-F238E27FC236}">
                  <a16:creationId xmlns:a16="http://schemas.microsoft.com/office/drawing/2014/main" xmlns="" id="{E379D195-5142-0BCC-B5AF-D5830E5482C3}"/>
                </a:ext>
              </a:extLst>
            </p:cNvPr>
            <p:cNvSpPr/>
            <p:nvPr/>
          </p:nvSpPr>
          <p:spPr>
            <a:xfrm>
              <a:off x="5732289" y="3317770"/>
              <a:ext cx="66334" cy="68163"/>
            </a:xfrm>
            <a:custGeom>
              <a:avLst/>
              <a:gdLst/>
              <a:ahLst/>
              <a:cxnLst/>
              <a:rect l="l" t="t" r="r" b="b"/>
              <a:pathLst>
                <a:path w="798" h="820" extrusionOk="0">
                  <a:moveTo>
                    <a:pt x="776" y="410"/>
                  </a:moveTo>
                  <a:cubicBezTo>
                    <a:pt x="733" y="109"/>
                    <a:pt x="367" y="1"/>
                    <a:pt x="173" y="259"/>
                  </a:cubicBezTo>
                  <a:cubicBezTo>
                    <a:pt x="1" y="496"/>
                    <a:pt x="195" y="819"/>
                    <a:pt x="496" y="798"/>
                  </a:cubicBezTo>
                  <a:cubicBezTo>
                    <a:pt x="668" y="755"/>
                    <a:pt x="798" y="604"/>
                    <a:pt x="776" y="41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6" name="Google Shape;13586;p35">
              <a:extLst>
                <a:ext uri="{FF2B5EF4-FFF2-40B4-BE49-F238E27FC236}">
                  <a16:creationId xmlns:a16="http://schemas.microsoft.com/office/drawing/2014/main" xmlns="" id="{60ADE73F-B1D0-4748-A71A-0303ED611659}"/>
                </a:ext>
              </a:extLst>
            </p:cNvPr>
            <p:cNvSpPr/>
            <p:nvPr/>
          </p:nvSpPr>
          <p:spPr>
            <a:xfrm>
              <a:off x="5571192" y="3147779"/>
              <a:ext cx="111055" cy="111055"/>
            </a:xfrm>
            <a:custGeom>
              <a:avLst/>
              <a:gdLst/>
              <a:ahLst/>
              <a:cxnLst/>
              <a:rect l="l" t="t" r="r" b="b"/>
              <a:pathLst>
                <a:path w="1336" h="1336" extrusionOk="0">
                  <a:moveTo>
                    <a:pt x="1271" y="582"/>
                  </a:moveTo>
                  <a:cubicBezTo>
                    <a:pt x="1228" y="237"/>
                    <a:pt x="927" y="0"/>
                    <a:pt x="582" y="43"/>
                  </a:cubicBezTo>
                  <a:cubicBezTo>
                    <a:pt x="238" y="86"/>
                    <a:pt x="1" y="388"/>
                    <a:pt x="44" y="732"/>
                  </a:cubicBezTo>
                  <a:cubicBezTo>
                    <a:pt x="87" y="1077"/>
                    <a:pt x="388" y="1335"/>
                    <a:pt x="733" y="1271"/>
                  </a:cubicBezTo>
                  <a:cubicBezTo>
                    <a:pt x="1078" y="1228"/>
                    <a:pt x="1336" y="926"/>
                    <a:pt x="1271" y="58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7" name="Google Shape;13587;p35">
              <a:extLst>
                <a:ext uri="{FF2B5EF4-FFF2-40B4-BE49-F238E27FC236}">
                  <a16:creationId xmlns:a16="http://schemas.microsoft.com/office/drawing/2014/main" xmlns="" id="{E84D976E-FACF-F885-7675-0D20B2D141A0}"/>
                </a:ext>
              </a:extLst>
            </p:cNvPr>
            <p:cNvSpPr/>
            <p:nvPr/>
          </p:nvSpPr>
          <p:spPr>
            <a:xfrm>
              <a:off x="5560469" y="3136973"/>
              <a:ext cx="111055" cy="111138"/>
            </a:xfrm>
            <a:custGeom>
              <a:avLst/>
              <a:gdLst/>
              <a:ahLst/>
              <a:cxnLst/>
              <a:rect l="l" t="t" r="r" b="b"/>
              <a:pathLst>
                <a:path w="1336" h="1337" extrusionOk="0">
                  <a:moveTo>
                    <a:pt x="1293" y="582"/>
                  </a:moveTo>
                  <a:cubicBezTo>
                    <a:pt x="1228" y="238"/>
                    <a:pt x="927" y="1"/>
                    <a:pt x="582" y="44"/>
                  </a:cubicBezTo>
                  <a:cubicBezTo>
                    <a:pt x="238" y="87"/>
                    <a:pt x="1" y="389"/>
                    <a:pt x="44" y="733"/>
                  </a:cubicBezTo>
                  <a:cubicBezTo>
                    <a:pt x="87" y="1078"/>
                    <a:pt x="388" y="1336"/>
                    <a:pt x="733" y="1272"/>
                  </a:cubicBezTo>
                  <a:cubicBezTo>
                    <a:pt x="1077" y="1228"/>
                    <a:pt x="1336" y="927"/>
                    <a:pt x="1271" y="58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8" name="Google Shape;13588;p35">
              <a:extLst>
                <a:ext uri="{FF2B5EF4-FFF2-40B4-BE49-F238E27FC236}">
                  <a16:creationId xmlns:a16="http://schemas.microsoft.com/office/drawing/2014/main" xmlns="" id="{CC1A2F7B-1B8A-F512-C04E-DF813A0088BF}"/>
                </a:ext>
              </a:extLst>
            </p:cNvPr>
            <p:cNvSpPr/>
            <p:nvPr/>
          </p:nvSpPr>
          <p:spPr>
            <a:xfrm>
              <a:off x="5585573" y="3162077"/>
              <a:ext cx="59102" cy="60931"/>
            </a:xfrm>
            <a:custGeom>
              <a:avLst/>
              <a:gdLst/>
              <a:ahLst/>
              <a:cxnLst/>
              <a:rect l="l" t="t" r="r" b="b"/>
              <a:pathLst>
                <a:path w="711" h="733" extrusionOk="0">
                  <a:moveTo>
                    <a:pt x="689" y="323"/>
                  </a:moveTo>
                  <a:cubicBezTo>
                    <a:pt x="668" y="151"/>
                    <a:pt x="495" y="0"/>
                    <a:pt x="323" y="44"/>
                  </a:cubicBezTo>
                  <a:cubicBezTo>
                    <a:pt x="129" y="65"/>
                    <a:pt x="0" y="237"/>
                    <a:pt x="22" y="410"/>
                  </a:cubicBezTo>
                  <a:cubicBezTo>
                    <a:pt x="43" y="603"/>
                    <a:pt x="215" y="733"/>
                    <a:pt x="409" y="711"/>
                  </a:cubicBezTo>
                  <a:cubicBezTo>
                    <a:pt x="582" y="668"/>
                    <a:pt x="711" y="517"/>
                    <a:pt x="689" y="323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89" name="Google Shape;13589;p35">
              <a:extLst>
                <a:ext uri="{FF2B5EF4-FFF2-40B4-BE49-F238E27FC236}">
                  <a16:creationId xmlns:a16="http://schemas.microsoft.com/office/drawing/2014/main" xmlns="" id="{A6B2E0D5-DC71-0AA4-9A28-A3E1F9FE46FD}"/>
                </a:ext>
              </a:extLst>
            </p:cNvPr>
            <p:cNvSpPr/>
            <p:nvPr/>
          </p:nvSpPr>
          <p:spPr>
            <a:xfrm>
              <a:off x="7604684" y="446541"/>
              <a:ext cx="529922" cy="1176219"/>
            </a:xfrm>
            <a:custGeom>
              <a:avLst/>
              <a:gdLst/>
              <a:ahLst/>
              <a:cxnLst/>
              <a:rect l="l" t="t" r="r" b="b"/>
              <a:pathLst>
                <a:path w="6375" h="14150" extrusionOk="0">
                  <a:moveTo>
                    <a:pt x="1" y="3080"/>
                  </a:moveTo>
                  <a:lnTo>
                    <a:pt x="6375" y="1"/>
                  </a:lnTo>
                  <a:lnTo>
                    <a:pt x="6375" y="1810"/>
                  </a:lnTo>
                  <a:lnTo>
                    <a:pt x="1" y="4889"/>
                  </a:lnTo>
                  <a:close/>
                  <a:moveTo>
                    <a:pt x="1" y="12319"/>
                  </a:moveTo>
                  <a:lnTo>
                    <a:pt x="6375" y="9261"/>
                  </a:lnTo>
                  <a:lnTo>
                    <a:pt x="6375" y="11070"/>
                  </a:lnTo>
                  <a:lnTo>
                    <a:pt x="1" y="14149"/>
                  </a:lnTo>
                  <a:close/>
                  <a:moveTo>
                    <a:pt x="1" y="9239"/>
                  </a:moveTo>
                  <a:lnTo>
                    <a:pt x="6375" y="6160"/>
                  </a:lnTo>
                  <a:lnTo>
                    <a:pt x="6375" y="7969"/>
                  </a:lnTo>
                  <a:lnTo>
                    <a:pt x="1" y="11070"/>
                  </a:lnTo>
                  <a:lnTo>
                    <a:pt x="1" y="9261"/>
                  </a:lnTo>
                  <a:close/>
                  <a:moveTo>
                    <a:pt x="1" y="6160"/>
                  </a:moveTo>
                  <a:lnTo>
                    <a:pt x="6375" y="3080"/>
                  </a:lnTo>
                  <a:lnTo>
                    <a:pt x="6375" y="4889"/>
                  </a:lnTo>
                  <a:lnTo>
                    <a:pt x="1" y="799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0" name="Google Shape;13590;p35">
              <a:extLst>
                <a:ext uri="{FF2B5EF4-FFF2-40B4-BE49-F238E27FC236}">
                  <a16:creationId xmlns:a16="http://schemas.microsoft.com/office/drawing/2014/main" xmlns="" id="{5C2E4B1F-E56D-6E64-6B21-9BCF13133ECE}"/>
                </a:ext>
              </a:extLst>
            </p:cNvPr>
            <p:cNvSpPr/>
            <p:nvPr/>
          </p:nvSpPr>
          <p:spPr>
            <a:xfrm>
              <a:off x="7049823" y="95752"/>
              <a:ext cx="1432078" cy="173731"/>
            </a:xfrm>
            <a:custGeom>
              <a:avLst/>
              <a:gdLst/>
              <a:ahLst/>
              <a:cxnLst/>
              <a:rect l="l" t="t" r="r" b="b"/>
              <a:pathLst>
                <a:path w="17228" h="2090" extrusionOk="0">
                  <a:moveTo>
                    <a:pt x="969" y="991"/>
                  </a:moveTo>
                  <a:cubicBezTo>
                    <a:pt x="560" y="754"/>
                    <a:pt x="237" y="409"/>
                    <a:pt x="0" y="0"/>
                  </a:cubicBezTo>
                  <a:lnTo>
                    <a:pt x="17227" y="0"/>
                  </a:lnTo>
                  <a:cubicBezTo>
                    <a:pt x="15677" y="1228"/>
                    <a:pt x="12210" y="2089"/>
                    <a:pt x="8162" y="2089"/>
                  </a:cubicBezTo>
                  <a:cubicBezTo>
                    <a:pt x="5319" y="2089"/>
                    <a:pt x="2778" y="1658"/>
                    <a:pt x="969" y="99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1" name="Google Shape;13591;p35">
              <a:extLst>
                <a:ext uri="{FF2B5EF4-FFF2-40B4-BE49-F238E27FC236}">
                  <a16:creationId xmlns:a16="http://schemas.microsoft.com/office/drawing/2014/main" xmlns="" id="{9B3277B3-DE0D-B5A6-58B2-88458BF07AFA}"/>
                </a:ext>
              </a:extLst>
            </p:cNvPr>
            <p:cNvSpPr/>
            <p:nvPr/>
          </p:nvSpPr>
          <p:spPr>
            <a:xfrm>
              <a:off x="6203110" y="1873220"/>
              <a:ext cx="356274" cy="429756"/>
            </a:xfrm>
            <a:custGeom>
              <a:avLst/>
              <a:gdLst/>
              <a:ahLst/>
              <a:cxnLst/>
              <a:rect l="l" t="t" r="r" b="b"/>
              <a:pathLst>
                <a:path w="4286" h="5170" extrusionOk="0">
                  <a:moveTo>
                    <a:pt x="0" y="4588"/>
                  </a:moveTo>
                  <a:lnTo>
                    <a:pt x="3360" y="1"/>
                  </a:lnTo>
                  <a:cubicBezTo>
                    <a:pt x="3640" y="195"/>
                    <a:pt x="3941" y="345"/>
                    <a:pt x="4286" y="431"/>
                  </a:cubicBezTo>
                  <a:lnTo>
                    <a:pt x="840" y="5169"/>
                  </a:lnTo>
                  <a:cubicBezTo>
                    <a:pt x="603" y="4932"/>
                    <a:pt x="302" y="4717"/>
                    <a:pt x="0" y="458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592" name="Google Shape;13592;p35">
            <a:extLst>
              <a:ext uri="{FF2B5EF4-FFF2-40B4-BE49-F238E27FC236}">
                <a16:creationId xmlns:a16="http://schemas.microsoft.com/office/drawing/2014/main" xmlns="" id="{C9DE0DCF-D716-4D97-1A07-7F45980C0D39}"/>
              </a:ext>
            </a:extLst>
          </p:cNvPr>
          <p:cNvGrpSpPr/>
          <p:nvPr/>
        </p:nvGrpSpPr>
        <p:grpSpPr>
          <a:xfrm flipH="1">
            <a:off x="5988298" y="3489424"/>
            <a:ext cx="2756293" cy="1655854"/>
            <a:chOff x="-2585750" y="2330149"/>
            <a:chExt cx="2756293" cy="1655854"/>
          </a:xfrm>
        </p:grpSpPr>
        <p:sp>
          <p:nvSpPr>
            <p:cNvPr id="13593" name="Google Shape;13593;p35">
              <a:extLst>
                <a:ext uri="{FF2B5EF4-FFF2-40B4-BE49-F238E27FC236}">
                  <a16:creationId xmlns:a16="http://schemas.microsoft.com/office/drawing/2014/main" xmlns="" id="{6507EBA2-B55E-8246-C113-997C3F59A826}"/>
                </a:ext>
              </a:extLst>
            </p:cNvPr>
            <p:cNvSpPr/>
            <p:nvPr/>
          </p:nvSpPr>
          <p:spPr>
            <a:xfrm flipH="1">
              <a:off x="-2585750" y="2330149"/>
              <a:ext cx="956258" cy="712040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4" name="Google Shape;13594;p35">
              <a:extLst>
                <a:ext uri="{FF2B5EF4-FFF2-40B4-BE49-F238E27FC236}">
                  <a16:creationId xmlns:a16="http://schemas.microsoft.com/office/drawing/2014/main" xmlns="" id="{35D928A2-6738-9C65-D01B-A632F700A4FB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231868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5" name="Google Shape;13595;p35">
              <a:extLst>
                <a:ext uri="{FF2B5EF4-FFF2-40B4-BE49-F238E27FC236}">
                  <a16:creationId xmlns:a16="http://schemas.microsoft.com/office/drawing/2014/main" xmlns="" id="{9D6508C5-2671-F86E-D195-E101EFF10B75}"/>
                </a:ext>
              </a:extLst>
            </p:cNvPr>
            <p:cNvSpPr/>
            <p:nvPr/>
          </p:nvSpPr>
          <p:spPr>
            <a:xfrm flipH="1">
              <a:off x="-2192490" y="3042105"/>
              <a:ext cx="169805" cy="6213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6" name="Google Shape;13596;p35">
              <a:extLst>
                <a:ext uri="{FF2B5EF4-FFF2-40B4-BE49-F238E27FC236}">
                  <a16:creationId xmlns:a16="http://schemas.microsoft.com/office/drawing/2014/main" xmlns="" id="{64E39E43-BD17-2D71-FA29-F0DE3EF51062}"/>
                </a:ext>
              </a:extLst>
            </p:cNvPr>
            <p:cNvSpPr/>
            <p:nvPr/>
          </p:nvSpPr>
          <p:spPr>
            <a:xfrm flipH="1">
              <a:off x="-2490530" y="2400461"/>
              <a:ext cx="765817" cy="571342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7" name="Google Shape;13597;p35">
              <a:extLst>
                <a:ext uri="{FF2B5EF4-FFF2-40B4-BE49-F238E27FC236}">
                  <a16:creationId xmlns:a16="http://schemas.microsoft.com/office/drawing/2014/main" xmlns="" id="{5D114C36-A117-2BF2-A2CB-93DF0499F691}"/>
                </a:ext>
              </a:extLst>
            </p:cNvPr>
            <p:cNvSpPr/>
            <p:nvPr/>
          </p:nvSpPr>
          <p:spPr>
            <a:xfrm flipH="1">
              <a:off x="-2519507" y="3559575"/>
              <a:ext cx="2634148" cy="426428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8" name="Google Shape;13598;p35">
              <a:extLst>
                <a:ext uri="{FF2B5EF4-FFF2-40B4-BE49-F238E27FC236}">
                  <a16:creationId xmlns:a16="http://schemas.microsoft.com/office/drawing/2014/main" xmlns="" id="{6771E1DD-75DB-93BD-68AB-48629F3BE82C}"/>
                </a:ext>
              </a:extLst>
            </p:cNvPr>
            <p:cNvSpPr/>
            <p:nvPr/>
          </p:nvSpPr>
          <p:spPr>
            <a:xfrm flipH="1">
              <a:off x="-2519482" y="3559575"/>
              <a:ext cx="2634148" cy="86951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599" name="Google Shape;13599;p35">
              <a:extLst>
                <a:ext uri="{FF2B5EF4-FFF2-40B4-BE49-F238E27FC236}">
                  <a16:creationId xmlns:a16="http://schemas.microsoft.com/office/drawing/2014/main" xmlns="" id="{A976FA5A-BC4F-138B-92C9-607D739B2FE0}"/>
                </a:ext>
              </a:extLst>
            </p:cNvPr>
            <p:cNvSpPr/>
            <p:nvPr/>
          </p:nvSpPr>
          <p:spPr>
            <a:xfrm flipH="1">
              <a:off x="-2585707" y="3187000"/>
              <a:ext cx="2756250" cy="368451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0" name="Google Shape;13600;p35">
              <a:extLst>
                <a:ext uri="{FF2B5EF4-FFF2-40B4-BE49-F238E27FC236}">
                  <a16:creationId xmlns:a16="http://schemas.microsoft.com/office/drawing/2014/main" xmlns="" id="{D840FDFF-CFA5-509F-1C9B-3463C476788D}"/>
                </a:ext>
              </a:extLst>
            </p:cNvPr>
            <p:cNvSpPr/>
            <p:nvPr/>
          </p:nvSpPr>
          <p:spPr>
            <a:xfrm flipH="1">
              <a:off x="-2569152" y="3207700"/>
              <a:ext cx="2739667" cy="347752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1" name="Google Shape;13601;p35">
              <a:extLst>
                <a:ext uri="{FF2B5EF4-FFF2-40B4-BE49-F238E27FC236}">
                  <a16:creationId xmlns:a16="http://schemas.microsoft.com/office/drawing/2014/main" xmlns="" id="{30ECE194-8D68-D65C-95E7-6C8255E21D29}"/>
                </a:ext>
              </a:extLst>
            </p:cNvPr>
            <p:cNvSpPr/>
            <p:nvPr/>
          </p:nvSpPr>
          <p:spPr>
            <a:xfrm flipH="1">
              <a:off x="-1168232" y="3207712"/>
              <a:ext cx="782473" cy="1366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2" name="Google Shape;13602;p35">
              <a:extLst>
                <a:ext uri="{FF2B5EF4-FFF2-40B4-BE49-F238E27FC236}">
                  <a16:creationId xmlns:a16="http://schemas.microsoft.com/office/drawing/2014/main" xmlns="" id="{7906264A-72E0-538B-A49F-1E5BAC3A4C2E}"/>
                </a:ext>
              </a:extLst>
            </p:cNvPr>
            <p:cNvSpPr/>
            <p:nvPr/>
          </p:nvSpPr>
          <p:spPr>
            <a:xfrm flipH="1">
              <a:off x="-1052307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3" name="Google Shape;13603;p35">
              <a:extLst>
                <a:ext uri="{FF2B5EF4-FFF2-40B4-BE49-F238E27FC236}">
                  <a16:creationId xmlns:a16="http://schemas.microsoft.com/office/drawing/2014/main" xmlns="" id="{ACADF9A7-3499-C9D6-4607-D1D4061B5AE7}"/>
                </a:ext>
              </a:extLst>
            </p:cNvPr>
            <p:cNvSpPr/>
            <p:nvPr/>
          </p:nvSpPr>
          <p:spPr>
            <a:xfrm flipH="1">
              <a:off x="-932249" y="3236677"/>
              <a:ext cx="95294" cy="41421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4" name="Google Shape;13604;p35">
              <a:extLst>
                <a:ext uri="{FF2B5EF4-FFF2-40B4-BE49-F238E27FC236}">
                  <a16:creationId xmlns:a16="http://schemas.microsoft.com/office/drawing/2014/main" xmlns="" id="{5F667252-7628-D5A4-D3E3-E1CF9D58ABC8}"/>
                </a:ext>
              </a:extLst>
            </p:cNvPr>
            <p:cNvSpPr/>
            <p:nvPr/>
          </p:nvSpPr>
          <p:spPr>
            <a:xfrm flipH="1">
              <a:off x="-812190" y="3236677"/>
              <a:ext cx="95220" cy="41421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5" name="Google Shape;13605;p35">
              <a:extLst>
                <a:ext uri="{FF2B5EF4-FFF2-40B4-BE49-F238E27FC236}">
                  <a16:creationId xmlns:a16="http://schemas.microsoft.com/office/drawing/2014/main" xmlns="" id="{322FA733-FB7B-F5F9-1185-C43F9826E8F3}"/>
                </a:ext>
              </a:extLst>
            </p:cNvPr>
            <p:cNvSpPr/>
            <p:nvPr/>
          </p:nvSpPr>
          <p:spPr>
            <a:xfrm flipH="1">
              <a:off x="-688004" y="3236677"/>
              <a:ext cx="91093" cy="41421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6" name="Google Shape;13606;p35">
              <a:extLst>
                <a:ext uri="{FF2B5EF4-FFF2-40B4-BE49-F238E27FC236}">
                  <a16:creationId xmlns:a16="http://schemas.microsoft.com/office/drawing/2014/main" xmlns="" id="{0489B5AB-5952-7F85-D1DF-5DF339368DC2}"/>
                </a:ext>
              </a:extLst>
            </p:cNvPr>
            <p:cNvSpPr/>
            <p:nvPr/>
          </p:nvSpPr>
          <p:spPr>
            <a:xfrm flipH="1">
              <a:off x="-568020" y="3236677"/>
              <a:ext cx="91167" cy="41421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7" name="Google Shape;13607;p35">
              <a:extLst>
                <a:ext uri="{FF2B5EF4-FFF2-40B4-BE49-F238E27FC236}">
                  <a16:creationId xmlns:a16="http://schemas.microsoft.com/office/drawing/2014/main" xmlns="" id="{8C5C162B-B261-FC85-854A-F74CD8EA3AC3}"/>
                </a:ext>
              </a:extLst>
            </p:cNvPr>
            <p:cNvSpPr/>
            <p:nvPr/>
          </p:nvSpPr>
          <p:spPr>
            <a:xfrm flipH="1">
              <a:off x="-2391184" y="2504011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8" name="Google Shape;13608;p35">
              <a:extLst>
                <a:ext uri="{FF2B5EF4-FFF2-40B4-BE49-F238E27FC236}">
                  <a16:creationId xmlns:a16="http://schemas.microsoft.com/office/drawing/2014/main" xmlns="" id="{9A00E79D-127B-A4D4-7CD2-A3822DF9A54A}"/>
                </a:ext>
              </a:extLst>
            </p:cNvPr>
            <p:cNvSpPr/>
            <p:nvPr/>
          </p:nvSpPr>
          <p:spPr>
            <a:xfrm flipH="1">
              <a:off x="-2391184" y="2570195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09" name="Google Shape;13609;p35">
              <a:extLst>
                <a:ext uri="{FF2B5EF4-FFF2-40B4-BE49-F238E27FC236}">
                  <a16:creationId xmlns:a16="http://schemas.microsoft.com/office/drawing/2014/main" xmlns="" id="{DFDDFC18-1732-6A8E-BA32-A3B6BFA7E553}"/>
                </a:ext>
              </a:extLst>
            </p:cNvPr>
            <p:cNvSpPr/>
            <p:nvPr/>
          </p:nvSpPr>
          <p:spPr>
            <a:xfrm flipH="1">
              <a:off x="-2391184" y="2636452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0" name="Google Shape;13610;p35">
              <a:extLst>
                <a:ext uri="{FF2B5EF4-FFF2-40B4-BE49-F238E27FC236}">
                  <a16:creationId xmlns:a16="http://schemas.microsoft.com/office/drawing/2014/main" xmlns="" id="{B1B4A6AA-86C4-EE15-4369-77CF9EE06E3A}"/>
                </a:ext>
              </a:extLst>
            </p:cNvPr>
            <p:cNvSpPr/>
            <p:nvPr/>
          </p:nvSpPr>
          <p:spPr>
            <a:xfrm flipH="1">
              <a:off x="-2391184" y="2702710"/>
              <a:ext cx="562994" cy="2071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1" name="Google Shape;13611;p35">
              <a:extLst>
                <a:ext uri="{FF2B5EF4-FFF2-40B4-BE49-F238E27FC236}">
                  <a16:creationId xmlns:a16="http://schemas.microsoft.com/office/drawing/2014/main" xmlns="" id="{DEA51D77-B052-8817-DB5C-EA0C5D303D3D}"/>
                </a:ext>
              </a:extLst>
            </p:cNvPr>
            <p:cNvSpPr/>
            <p:nvPr/>
          </p:nvSpPr>
          <p:spPr>
            <a:xfrm flipH="1">
              <a:off x="-2391184" y="2768894"/>
              <a:ext cx="562994" cy="20784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2" name="Google Shape;13612;p35">
              <a:extLst>
                <a:ext uri="{FF2B5EF4-FFF2-40B4-BE49-F238E27FC236}">
                  <a16:creationId xmlns:a16="http://schemas.microsoft.com/office/drawing/2014/main" xmlns="" id="{E5C0D59C-42DC-3DEB-CF37-7415033E8DE1}"/>
                </a:ext>
              </a:extLst>
            </p:cNvPr>
            <p:cNvSpPr/>
            <p:nvPr/>
          </p:nvSpPr>
          <p:spPr>
            <a:xfrm flipH="1">
              <a:off x="-2391186" y="2835152"/>
              <a:ext cx="281534" cy="20784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3613" name="Google Shape;13613;p35">
            <a:extLst>
              <a:ext uri="{FF2B5EF4-FFF2-40B4-BE49-F238E27FC236}">
                <a16:creationId xmlns:a16="http://schemas.microsoft.com/office/drawing/2014/main" xmlns="" id="{404F0CF7-AC52-1312-5569-89C090357499}"/>
              </a:ext>
            </a:extLst>
          </p:cNvPr>
          <p:cNvGrpSpPr/>
          <p:nvPr/>
        </p:nvGrpSpPr>
        <p:grpSpPr>
          <a:xfrm>
            <a:off x="0" y="429925"/>
            <a:ext cx="2217259" cy="1181032"/>
            <a:chOff x="0" y="429925"/>
            <a:chExt cx="2217259" cy="1181032"/>
          </a:xfrm>
        </p:grpSpPr>
        <p:sp>
          <p:nvSpPr>
            <p:cNvPr id="13614" name="Google Shape;13614;p35">
              <a:extLst>
                <a:ext uri="{FF2B5EF4-FFF2-40B4-BE49-F238E27FC236}">
                  <a16:creationId xmlns:a16="http://schemas.microsoft.com/office/drawing/2014/main" xmlns="" id="{7426A20E-C8E8-4D83-5F0A-4B71F0A11DDE}"/>
                </a:ext>
              </a:extLst>
            </p:cNvPr>
            <p:cNvSpPr/>
            <p:nvPr/>
          </p:nvSpPr>
          <p:spPr>
            <a:xfrm>
              <a:off x="0" y="504437"/>
              <a:ext cx="704555" cy="1106520"/>
            </a:xfrm>
            <a:custGeom>
              <a:avLst/>
              <a:gdLst/>
              <a:ahLst/>
              <a:cxnLst/>
              <a:rect l="l" t="t" r="r" b="b"/>
              <a:pathLst>
                <a:path w="9777" h="15355" extrusionOk="0">
                  <a:moveTo>
                    <a:pt x="6633" y="0"/>
                  </a:moveTo>
                  <a:lnTo>
                    <a:pt x="0" y="6051"/>
                  </a:lnTo>
                  <a:lnTo>
                    <a:pt x="0" y="15354"/>
                  </a:lnTo>
                  <a:lnTo>
                    <a:pt x="9777" y="34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5" name="Google Shape;13615;p35">
              <a:extLst>
                <a:ext uri="{FF2B5EF4-FFF2-40B4-BE49-F238E27FC236}">
                  <a16:creationId xmlns:a16="http://schemas.microsoft.com/office/drawing/2014/main" xmlns="" id="{E6A2A894-5C4D-25C7-7949-FACAD3B82CFB}"/>
                </a:ext>
              </a:extLst>
            </p:cNvPr>
            <p:cNvSpPr/>
            <p:nvPr/>
          </p:nvSpPr>
          <p:spPr>
            <a:xfrm>
              <a:off x="0" y="518417"/>
              <a:ext cx="645608" cy="988553"/>
            </a:xfrm>
            <a:custGeom>
              <a:avLst/>
              <a:gdLst/>
              <a:ahLst/>
              <a:cxnLst/>
              <a:rect l="l" t="t" r="r" b="b"/>
              <a:pathLst>
                <a:path w="8959" h="13718" extrusionOk="0">
                  <a:moveTo>
                    <a:pt x="6417" y="0"/>
                  </a:moveTo>
                  <a:lnTo>
                    <a:pt x="0" y="5857"/>
                  </a:lnTo>
                  <a:lnTo>
                    <a:pt x="0" y="13717"/>
                  </a:lnTo>
                  <a:lnTo>
                    <a:pt x="8958" y="2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6" name="Google Shape;13616;p35">
              <a:extLst>
                <a:ext uri="{FF2B5EF4-FFF2-40B4-BE49-F238E27FC236}">
                  <a16:creationId xmlns:a16="http://schemas.microsoft.com/office/drawing/2014/main" xmlns="" id="{811ABAEB-84FC-F644-4F8C-933326FE49F2}"/>
                </a:ext>
              </a:extLst>
            </p:cNvPr>
            <p:cNvSpPr/>
            <p:nvPr/>
          </p:nvSpPr>
          <p:spPr>
            <a:xfrm>
              <a:off x="0" y="563384"/>
              <a:ext cx="645608" cy="943586"/>
            </a:xfrm>
            <a:custGeom>
              <a:avLst/>
              <a:gdLst/>
              <a:ahLst/>
              <a:cxnLst/>
              <a:rect l="l" t="t" r="r" b="b"/>
              <a:pathLst>
                <a:path w="8959" h="13094" extrusionOk="0">
                  <a:moveTo>
                    <a:pt x="6977" y="1"/>
                  </a:moveTo>
                  <a:lnTo>
                    <a:pt x="0" y="6396"/>
                  </a:lnTo>
                  <a:lnTo>
                    <a:pt x="0" y="13093"/>
                  </a:lnTo>
                  <a:lnTo>
                    <a:pt x="8958" y="219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7" name="Google Shape;13617;p35">
              <a:extLst>
                <a:ext uri="{FF2B5EF4-FFF2-40B4-BE49-F238E27FC236}">
                  <a16:creationId xmlns:a16="http://schemas.microsoft.com/office/drawing/2014/main" xmlns="" id="{855F5315-3ACF-2017-5A48-CCB8B2296659}"/>
                </a:ext>
              </a:extLst>
            </p:cNvPr>
            <p:cNvSpPr/>
            <p:nvPr/>
          </p:nvSpPr>
          <p:spPr>
            <a:xfrm>
              <a:off x="0" y="1326881"/>
              <a:ext cx="116453" cy="180084"/>
            </a:xfrm>
            <a:custGeom>
              <a:avLst/>
              <a:gdLst/>
              <a:ahLst/>
              <a:cxnLst/>
              <a:rect l="l" t="t" r="r" b="b"/>
              <a:pathLst>
                <a:path w="1616" h="2499" extrusionOk="0">
                  <a:moveTo>
                    <a:pt x="0" y="0"/>
                  </a:moveTo>
                  <a:lnTo>
                    <a:pt x="0" y="2498"/>
                  </a:lnTo>
                  <a:lnTo>
                    <a:pt x="1615" y="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8" name="Google Shape;13618;p35">
              <a:extLst>
                <a:ext uri="{FF2B5EF4-FFF2-40B4-BE49-F238E27FC236}">
                  <a16:creationId xmlns:a16="http://schemas.microsoft.com/office/drawing/2014/main" xmlns="" id="{04A7391D-6B84-FDD1-2C23-F2360A2BCB8E}"/>
                </a:ext>
              </a:extLst>
            </p:cNvPr>
            <p:cNvSpPr/>
            <p:nvPr/>
          </p:nvSpPr>
          <p:spPr>
            <a:xfrm rot="451037">
              <a:off x="1722525" y="613633"/>
              <a:ext cx="460980" cy="546301"/>
            </a:xfrm>
            <a:custGeom>
              <a:avLst/>
              <a:gdLst/>
              <a:ahLst/>
              <a:cxnLst/>
              <a:rect l="l" t="t" r="r" b="b"/>
              <a:pathLst>
                <a:path w="6397" h="7581" extrusionOk="0">
                  <a:moveTo>
                    <a:pt x="3274" y="1"/>
                  </a:moveTo>
                  <a:lnTo>
                    <a:pt x="3123" y="108"/>
                  </a:lnTo>
                  <a:lnTo>
                    <a:pt x="151" y="1809"/>
                  </a:lnTo>
                  <a:lnTo>
                    <a:pt x="0" y="1896"/>
                  </a:lnTo>
                  <a:lnTo>
                    <a:pt x="0" y="2089"/>
                  </a:lnTo>
                  <a:lnTo>
                    <a:pt x="0" y="5513"/>
                  </a:lnTo>
                  <a:lnTo>
                    <a:pt x="0" y="5686"/>
                  </a:lnTo>
                  <a:lnTo>
                    <a:pt x="151" y="5772"/>
                  </a:lnTo>
                  <a:lnTo>
                    <a:pt x="3123" y="7495"/>
                  </a:lnTo>
                  <a:lnTo>
                    <a:pt x="3274" y="7581"/>
                  </a:lnTo>
                  <a:lnTo>
                    <a:pt x="3424" y="7495"/>
                  </a:lnTo>
                  <a:lnTo>
                    <a:pt x="6396" y="5772"/>
                  </a:lnTo>
                  <a:lnTo>
                    <a:pt x="6095" y="5255"/>
                  </a:lnTo>
                  <a:lnTo>
                    <a:pt x="3274" y="6892"/>
                  </a:lnTo>
                  <a:lnTo>
                    <a:pt x="1034" y="5341"/>
                  </a:lnTo>
                  <a:lnTo>
                    <a:pt x="1034" y="2262"/>
                  </a:lnTo>
                  <a:lnTo>
                    <a:pt x="3274" y="711"/>
                  </a:lnTo>
                  <a:lnTo>
                    <a:pt x="6095" y="2348"/>
                  </a:lnTo>
                  <a:lnTo>
                    <a:pt x="6396" y="1809"/>
                  </a:lnTo>
                  <a:lnTo>
                    <a:pt x="3424" y="108"/>
                  </a:lnTo>
                  <a:lnTo>
                    <a:pt x="327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19" name="Google Shape;13619;p35">
              <a:extLst>
                <a:ext uri="{FF2B5EF4-FFF2-40B4-BE49-F238E27FC236}">
                  <a16:creationId xmlns:a16="http://schemas.microsoft.com/office/drawing/2014/main" xmlns="" id="{BA8110B5-D3B4-B9F9-D75E-FED0345D50CF}"/>
                </a:ext>
              </a:extLst>
            </p:cNvPr>
            <p:cNvSpPr/>
            <p:nvPr/>
          </p:nvSpPr>
          <p:spPr>
            <a:xfrm rot="451037">
              <a:off x="1216036" y="792144"/>
              <a:ext cx="533906" cy="65216"/>
            </a:xfrm>
            <a:custGeom>
              <a:avLst/>
              <a:gdLst/>
              <a:ahLst/>
              <a:cxnLst/>
              <a:rect l="l" t="t" r="r" b="b"/>
              <a:pathLst>
                <a:path w="7409" h="905" extrusionOk="0">
                  <a:moveTo>
                    <a:pt x="7408" y="905"/>
                  </a:moveTo>
                  <a:lnTo>
                    <a:pt x="7408" y="0"/>
                  </a:lnTo>
                  <a:lnTo>
                    <a:pt x="1" y="0"/>
                  </a:lnTo>
                  <a:lnTo>
                    <a:pt x="1" y="90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0" name="Google Shape;13620;p35">
              <a:extLst>
                <a:ext uri="{FF2B5EF4-FFF2-40B4-BE49-F238E27FC236}">
                  <a16:creationId xmlns:a16="http://schemas.microsoft.com/office/drawing/2014/main" xmlns="" id="{FEAF1F28-8527-D64B-7C3A-1C9291A13673}"/>
                </a:ext>
              </a:extLst>
            </p:cNvPr>
            <p:cNvSpPr/>
            <p:nvPr/>
          </p:nvSpPr>
          <p:spPr>
            <a:xfrm rot="451037">
              <a:off x="722275" y="678076"/>
              <a:ext cx="498163" cy="159905"/>
            </a:xfrm>
            <a:custGeom>
              <a:avLst/>
              <a:gdLst/>
              <a:ahLst/>
              <a:cxnLst/>
              <a:rect l="l" t="t" r="r" b="b"/>
              <a:pathLst>
                <a:path w="6913" h="2219" extrusionOk="0">
                  <a:moveTo>
                    <a:pt x="6913" y="2218"/>
                  </a:moveTo>
                  <a:lnTo>
                    <a:pt x="6913" y="0"/>
                  </a:lnTo>
                  <a:lnTo>
                    <a:pt x="0" y="0"/>
                  </a:lnTo>
                  <a:lnTo>
                    <a:pt x="0" y="221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1" name="Google Shape;13621;p35">
              <a:extLst>
                <a:ext uri="{FF2B5EF4-FFF2-40B4-BE49-F238E27FC236}">
                  <a16:creationId xmlns:a16="http://schemas.microsoft.com/office/drawing/2014/main" xmlns="" id="{B44DCA4C-4A5C-E30C-BEDB-47DB8E0C2430}"/>
                </a:ext>
              </a:extLst>
            </p:cNvPr>
            <p:cNvSpPr/>
            <p:nvPr/>
          </p:nvSpPr>
          <p:spPr>
            <a:xfrm rot="451037">
              <a:off x="723896" y="653409"/>
              <a:ext cx="121064" cy="159905"/>
            </a:xfrm>
            <a:custGeom>
              <a:avLst/>
              <a:gdLst/>
              <a:ahLst/>
              <a:cxnLst/>
              <a:rect l="l" t="t" r="r" b="b"/>
              <a:pathLst>
                <a:path w="1680" h="2219" extrusionOk="0">
                  <a:moveTo>
                    <a:pt x="1077" y="0"/>
                  </a:moveTo>
                  <a:lnTo>
                    <a:pt x="0" y="0"/>
                  </a:lnTo>
                  <a:lnTo>
                    <a:pt x="0" y="2218"/>
                  </a:lnTo>
                  <a:lnTo>
                    <a:pt x="1615" y="2218"/>
                  </a:lnTo>
                  <a:lnTo>
                    <a:pt x="1615" y="2154"/>
                  </a:lnTo>
                  <a:cubicBezTo>
                    <a:pt x="1680" y="1400"/>
                    <a:pt x="1486" y="646"/>
                    <a:pt x="1077" y="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2" name="Google Shape;13622;p35">
              <a:extLst>
                <a:ext uri="{FF2B5EF4-FFF2-40B4-BE49-F238E27FC236}">
                  <a16:creationId xmlns:a16="http://schemas.microsoft.com/office/drawing/2014/main" xmlns="" id="{B198321E-074E-0F36-ABDD-9D0B53CD7D21}"/>
                </a:ext>
              </a:extLst>
            </p:cNvPr>
            <p:cNvSpPr/>
            <p:nvPr/>
          </p:nvSpPr>
          <p:spPr>
            <a:xfrm>
              <a:off x="268432" y="429925"/>
              <a:ext cx="527714" cy="527714"/>
            </a:xfrm>
            <a:custGeom>
              <a:avLst/>
              <a:gdLst/>
              <a:ahLst/>
              <a:cxnLst/>
              <a:rect l="l" t="t" r="r" b="b"/>
              <a:pathLst>
                <a:path w="7323" h="7323" extrusionOk="0">
                  <a:moveTo>
                    <a:pt x="3920" y="151"/>
                  </a:moveTo>
                  <a:cubicBezTo>
                    <a:pt x="5858" y="302"/>
                    <a:pt x="7322" y="1982"/>
                    <a:pt x="7171" y="3920"/>
                  </a:cubicBezTo>
                  <a:cubicBezTo>
                    <a:pt x="7021" y="5858"/>
                    <a:pt x="5341" y="7322"/>
                    <a:pt x="3403" y="7172"/>
                  </a:cubicBezTo>
                  <a:cubicBezTo>
                    <a:pt x="1465" y="7021"/>
                    <a:pt x="0" y="5341"/>
                    <a:pt x="151" y="3403"/>
                  </a:cubicBezTo>
                  <a:cubicBezTo>
                    <a:pt x="302" y="1465"/>
                    <a:pt x="1982" y="1"/>
                    <a:pt x="3920" y="1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3" name="Google Shape;13623;p35">
              <a:extLst>
                <a:ext uri="{FF2B5EF4-FFF2-40B4-BE49-F238E27FC236}">
                  <a16:creationId xmlns:a16="http://schemas.microsoft.com/office/drawing/2014/main" xmlns="" id="{8E441DBA-E22A-B03E-8778-E0F1C0351A52}"/>
                </a:ext>
              </a:extLst>
            </p:cNvPr>
            <p:cNvSpPr/>
            <p:nvPr/>
          </p:nvSpPr>
          <p:spPr>
            <a:xfrm>
              <a:off x="294806" y="464082"/>
              <a:ext cx="493556" cy="493556"/>
            </a:xfrm>
            <a:custGeom>
              <a:avLst/>
              <a:gdLst/>
              <a:ahLst/>
              <a:cxnLst/>
              <a:rect l="l" t="t" r="r" b="b"/>
              <a:pathLst>
                <a:path w="6849" h="6849" extrusionOk="0">
                  <a:moveTo>
                    <a:pt x="6482" y="1702"/>
                  </a:moveTo>
                  <a:cubicBezTo>
                    <a:pt x="6741" y="2240"/>
                    <a:pt x="6848" y="2843"/>
                    <a:pt x="6805" y="3446"/>
                  </a:cubicBezTo>
                  <a:cubicBezTo>
                    <a:pt x="6655" y="5384"/>
                    <a:pt x="4975" y="6848"/>
                    <a:pt x="3037" y="6698"/>
                  </a:cubicBezTo>
                  <a:cubicBezTo>
                    <a:pt x="1960" y="6611"/>
                    <a:pt x="970" y="6051"/>
                    <a:pt x="367" y="5147"/>
                  </a:cubicBezTo>
                  <a:cubicBezTo>
                    <a:pt x="108" y="4609"/>
                    <a:pt x="0" y="4006"/>
                    <a:pt x="44" y="3403"/>
                  </a:cubicBezTo>
                  <a:cubicBezTo>
                    <a:pt x="194" y="1465"/>
                    <a:pt x="1874" y="0"/>
                    <a:pt x="3812" y="151"/>
                  </a:cubicBezTo>
                  <a:cubicBezTo>
                    <a:pt x="4889" y="216"/>
                    <a:pt x="5879" y="797"/>
                    <a:pt x="6482" y="170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4" name="Google Shape;13624;p35">
              <a:extLst>
                <a:ext uri="{FF2B5EF4-FFF2-40B4-BE49-F238E27FC236}">
                  <a16:creationId xmlns:a16="http://schemas.microsoft.com/office/drawing/2014/main" xmlns="" id="{17DF70B7-D96E-1F0C-ED64-07382B39F644}"/>
                </a:ext>
              </a:extLst>
            </p:cNvPr>
            <p:cNvSpPr/>
            <p:nvPr/>
          </p:nvSpPr>
          <p:spPr>
            <a:xfrm>
              <a:off x="373931" y="563384"/>
              <a:ext cx="329037" cy="329037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3575" y="733"/>
                  </a:moveTo>
                  <a:cubicBezTo>
                    <a:pt x="4437" y="1443"/>
                    <a:pt x="4566" y="2714"/>
                    <a:pt x="3855" y="3597"/>
                  </a:cubicBezTo>
                  <a:cubicBezTo>
                    <a:pt x="3123" y="4458"/>
                    <a:pt x="1853" y="4566"/>
                    <a:pt x="970" y="3855"/>
                  </a:cubicBezTo>
                  <a:cubicBezTo>
                    <a:pt x="108" y="3145"/>
                    <a:pt x="1" y="1852"/>
                    <a:pt x="711" y="991"/>
                  </a:cubicBezTo>
                  <a:cubicBezTo>
                    <a:pt x="1422" y="130"/>
                    <a:pt x="2714" y="1"/>
                    <a:pt x="3575" y="73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5" name="Google Shape;13625;p35">
              <a:extLst>
                <a:ext uri="{FF2B5EF4-FFF2-40B4-BE49-F238E27FC236}">
                  <a16:creationId xmlns:a16="http://schemas.microsoft.com/office/drawing/2014/main" xmlns="" id="{0C3A7055-CD8B-D0F0-9D48-FD8004FE89F7}"/>
                </a:ext>
              </a:extLst>
            </p:cNvPr>
            <p:cNvSpPr/>
            <p:nvPr/>
          </p:nvSpPr>
          <p:spPr>
            <a:xfrm>
              <a:off x="380128" y="541693"/>
              <a:ext cx="304248" cy="304176"/>
            </a:xfrm>
            <a:custGeom>
              <a:avLst/>
              <a:gdLst/>
              <a:ahLst/>
              <a:cxnLst/>
              <a:rect l="l" t="t" r="r" b="b"/>
              <a:pathLst>
                <a:path w="4222" h="4221" extrusionOk="0">
                  <a:moveTo>
                    <a:pt x="2262" y="86"/>
                  </a:moveTo>
                  <a:cubicBezTo>
                    <a:pt x="3382" y="172"/>
                    <a:pt x="4222" y="1141"/>
                    <a:pt x="4135" y="2261"/>
                  </a:cubicBezTo>
                  <a:cubicBezTo>
                    <a:pt x="4071" y="3381"/>
                    <a:pt x="3080" y="4221"/>
                    <a:pt x="1960" y="4156"/>
                  </a:cubicBezTo>
                  <a:cubicBezTo>
                    <a:pt x="841" y="4070"/>
                    <a:pt x="1" y="3079"/>
                    <a:pt x="87" y="1960"/>
                  </a:cubicBezTo>
                  <a:cubicBezTo>
                    <a:pt x="152" y="840"/>
                    <a:pt x="1142" y="0"/>
                    <a:pt x="2262" y="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6" name="Google Shape;13626;p35">
              <a:extLst>
                <a:ext uri="{FF2B5EF4-FFF2-40B4-BE49-F238E27FC236}">
                  <a16:creationId xmlns:a16="http://schemas.microsoft.com/office/drawing/2014/main" xmlns="" id="{74B41C9C-5A13-87BC-5781-5C581B6AFED0}"/>
                </a:ext>
              </a:extLst>
            </p:cNvPr>
            <p:cNvSpPr/>
            <p:nvPr/>
          </p:nvSpPr>
          <p:spPr>
            <a:xfrm>
              <a:off x="409674" y="571167"/>
              <a:ext cx="271604" cy="274702"/>
            </a:xfrm>
            <a:custGeom>
              <a:avLst/>
              <a:gdLst/>
              <a:ahLst/>
              <a:cxnLst/>
              <a:rect l="l" t="t" r="r" b="b"/>
              <a:pathLst>
                <a:path w="3769" h="3812" extrusionOk="0">
                  <a:moveTo>
                    <a:pt x="3402" y="582"/>
                  </a:moveTo>
                  <a:cubicBezTo>
                    <a:pt x="3661" y="969"/>
                    <a:pt x="3769" y="1400"/>
                    <a:pt x="3725" y="1852"/>
                  </a:cubicBezTo>
                  <a:cubicBezTo>
                    <a:pt x="3661" y="2972"/>
                    <a:pt x="2670" y="3812"/>
                    <a:pt x="1550" y="3726"/>
                  </a:cubicBezTo>
                  <a:cubicBezTo>
                    <a:pt x="1120" y="3704"/>
                    <a:pt x="689" y="3532"/>
                    <a:pt x="366" y="3230"/>
                  </a:cubicBezTo>
                  <a:cubicBezTo>
                    <a:pt x="108" y="2864"/>
                    <a:pt x="0" y="2412"/>
                    <a:pt x="43" y="1981"/>
                  </a:cubicBezTo>
                  <a:cubicBezTo>
                    <a:pt x="108" y="840"/>
                    <a:pt x="1098" y="0"/>
                    <a:pt x="2218" y="86"/>
                  </a:cubicBezTo>
                  <a:cubicBezTo>
                    <a:pt x="2649" y="129"/>
                    <a:pt x="3079" y="302"/>
                    <a:pt x="3402" y="5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27" name="Google Shape;13627;p35">
              <a:extLst>
                <a:ext uri="{FF2B5EF4-FFF2-40B4-BE49-F238E27FC236}">
                  <a16:creationId xmlns:a16="http://schemas.microsoft.com/office/drawing/2014/main" xmlns="" id="{FA56E130-055E-1CDC-F0CD-1F67C79451ED}"/>
                </a:ext>
              </a:extLst>
            </p:cNvPr>
            <p:cNvSpPr/>
            <p:nvPr/>
          </p:nvSpPr>
          <p:spPr>
            <a:xfrm>
              <a:off x="411187" y="572680"/>
              <a:ext cx="253011" cy="251498"/>
            </a:xfrm>
            <a:custGeom>
              <a:avLst/>
              <a:gdLst/>
              <a:ahLst/>
              <a:cxnLst/>
              <a:rect l="l" t="t" r="r" b="b"/>
              <a:pathLst>
                <a:path w="3511" h="3490" extrusionOk="0">
                  <a:moveTo>
                    <a:pt x="216" y="2994"/>
                  </a:moveTo>
                  <a:cubicBezTo>
                    <a:pt x="65" y="2671"/>
                    <a:pt x="1" y="2326"/>
                    <a:pt x="22" y="1960"/>
                  </a:cubicBezTo>
                  <a:cubicBezTo>
                    <a:pt x="87" y="841"/>
                    <a:pt x="1077" y="1"/>
                    <a:pt x="2197" y="87"/>
                  </a:cubicBezTo>
                  <a:cubicBezTo>
                    <a:pt x="2606" y="108"/>
                    <a:pt x="2972" y="259"/>
                    <a:pt x="3295" y="496"/>
                  </a:cubicBezTo>
                  <a:cubicBezTo>
                    <a:pt x="3446" y="819"/>
                    <a:pt x="3511" y="1164"/>
                    <a:pt x="3489" y="1530"/>
                  </a:cubicBezTo>
                  <a:cubicBezTo>
                    <a:pt x="3403" y="2649"/>
                    <a:pt x="2434" y="3489"/>
                    <a:pt x="1314" y="3403"/>
                  </a:cubicBezTo>
                  <a:cubicBezTo>
                    <a:pt x="905" y="3382"/>
                    <a:pt x="517" y="3231"/>
                    <a:pt x="216" y="299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  <p:extLst>
      <p:ext uri="{BB962C8B-B14F-4D97-AF65-F5344CB8AC3E}">
        <p14:creationId xmlns:p14="http://schemas.microsoft.com/office/powerpoint/2010/main" val="2880648001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1">
          <a:extLst>
            <a:ext uri="{FF2B5EF4-FFF2-40B4-BE49-F238E27FC236}">
              <a16:creationId xmlns:a16="http://schemas.microsoft.com/office/drawing/2014/main" xmlns="" id="{9AF1BA97-35DA-52E4-55D8-285FB8AD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2" name="Google Shape;16252;p53">
            <a:extLst>
              <a:ext uri="{FF2B5EF4-FFF2-40B4-BE49-F238E27FC236}">
                <a16:creationId xmlns:a16="http://schemas.microsoft.com/office/drawing/2014/main" xmlns="" id="{0B97D219-920C-BD83-631E-EF26B7623F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675" y="445025"/>
            <a:ext cx="7714800" cy="5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Conclusion</a:t>
            </a:r>
            <a:endParaRPr dirty="0"/>
          </a:p>
        </p:txBody>
      </p:sp>
      <p:grpSp>
        <p:nvGrpSpPr>
          <p:cNvPr id="16255" name="Google Shape;16255;p53">
            <a:extLst>
              <a:ext uri="{FF2B5EF4-FFF2-40B4-BE49-F238E27FC236}">
                <a16:creationId xmlns:a16="http://schemas.microsoft.com/office/drawing/2014/main" xmlns="" id="{DEAF6F3A-6574-843F-582D-9C70198FDD62}"/>
              </a:ext>
            </a:extLst>
          </p:cNvPr>
          <p:cNvGrpSpPr/>
          <p:nvPr/>
        </p:nvGrpSpPr>
        <p:grpSpPr>
          <a:xfrm>
            <a:off x="4720853" y="4521513"/>
            <a:ext cx="300558" cy="283271"/>
            <a:chOff x="4720853" y="4521513"/>
            <a:chExt cx="300558" cy="283271"/>
          </a:xfrm>
        </p:grpSpPr>
        <p:sp>
          <p:nvSpPr>
            <p:cNvPr id="16256" name="Google Shape;16256;p53">
              <a:extLst>
                <a:ext uri="{FF2B5EF4-FFF2-40B4-BE49-F238E27FC236}">
                  <a16:creationId xmlns:a16="http://schemas.microsoft.com/office/drawing/2014/main" xmlns="" id="{91592274-B17B-877F-F0C7-DF1B3BA6ABD7}"/>
                </a:ext>
              </a:extLst>
            </p:cNvPr>
            <p:cNvSpPr/>
            <p:nvPr/>
          </p:nvSpPr>
          <p:spPr>
            <a:xfrm flipH="1">
              <a:off x="4720854" y="4521513"/>
              <a:ext cx="300557" cy="283271"/>
            </a:xfrm>
            <a:custGeom>
              <a:avLst/>
              <a:gdLst/>
              <a:ahLst/>
              <a:cxnLst/>
              <a:rect l="l" t="t" r="r" b="b"/>
              <a:pathLst>
                <a:path w="2921" h="2753" extrusionOk="0">
                  <a:moveTo>
                    <a:pt x="450" y="1910"/>
                  </a:moveTo>
                  <a:cubicBezTo>
                    <a:pt x="0" y="955"/>
                    <a:pt x="955" y="1"/>
                    <a:pt x="1910" y="338"/>
                  </a:cubicBezTo>
                  <a:cubicBezTo>
                    <a:pt x="2921" y="731"/>
                    <a:pt x="2921" y="2079"/>
                    <a:pt x="1966" y="2528"/>
                  </a:cubicBezTo>
                  <a:cubicBezTo>
                    <a:pt x="1404" y="2753"/>
                    <a:pt x="730" y="2528"/>
                    <a:pt x="450" y="191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7" name="Google Shape;16257;p53">
              <a:extLst>
                <a:ext uri="{FF2B5EF4-FFF2-40B4-BE49-F238E27FC236}">
                  <a16:creationId xmlns:a16="http://schemas.microsoft.com/office/drawing/2014/main" xmlns="" id="{0835C031-5620-B12D-C937-FAADA35AF089}"/>
                </a:ext>
              </a:extLst>
            </p:cNvPr>
            <p:cNvSpPr/>
            <p:nvPr/>
          </p:nvSpPr>
          <p:spPr>
            <a:xfrm flipH="1">
              <a:off x="4720853" y="4544665"/>
              <a:ext cx="242833" cy="225444"/>
            </a:xfrm>
            <a:custGeom>
              <a:avLst/>
              <a:gdLst/>
              <a:ahLst/>
              <a:cxnLst/>
              <a:rect l="l" t="t" r="r" b="b"/>
              <a:pathLst>
                <a:path w="2360" h="2191" extrusionOk="0">
                  <a:moveTo>
                    <a:pt x="169" y="1573"/>
                  </a:moveTo>
                  <a:cubicBezTo>
                    <a:pt x="1" y="1124"/>
                    <a:pt x="226" y="618"/>
                    <a:pt x="619" y="450"/>
                  </a:cubicBezTo>
                  <a:cubicBezTo>
                    <a:pt x="1630" y="0"/>
                    <a:pt x="2360" y="1517"/>
                    <a:pt x="1349" y="2022"/>
                  </a:cubicBezTo>
                  <a:cubicBezTo>
                    <a:pt x="900" y="2191"/>
                    <a:pt x="394" y="2022"/>
                    <a:pt x="169" y="157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8" name="Google Shape;16258;p53">
              <a:extLst>
                <a:ext uri="{FF2B5EF4-FFF2-40B4-BE49-F238E27FC236}">
                  <a16:creationId xmlns:a16="http://schemas.microsoft.com/office/drawing/2014/main" xmlns="" id="{56A4DAA9-B152-0023-D58C-C34EA0D1C698}"/>
                </a:ext>
              </a:extLst>
            </p:cNvPr>
            <p:cNvSpPr/>
            <p:nvPr/>
          </p:nvSpPr>
          <p:spPr>
            <a:xfrm flipH="1">
              <a:off x="4790205" y="4590865"/>
              <a:ext cx="167616" cy="179244"/>
            </a:xfrm>
            <a:custGeom>
              <a:avLst/>
              <a:gdLst/>
              <a:ahLst/>
              <a:cxnLst/>
              <a:rect l="l" t="t" r="r" b="b"/>
              <a:pathLst>
                <a:path w="1629" h="1742" extrusionOk="0">
                  <a:moveTo>
                    <a:pt x="112" y="1124"/>
                  </a:moveTo>
                  <a:cubicBezTo>
                    <a:pt x="0" y="843"/>
                    <a:pt x="56" y="562"/>
                    <a:pt x="225" y="281"/>
                  </a:cubicBezTo>
                  <a:cubicBezTo>
                    <a:pt x="281" y="225"/>
                    <a:pt x="337" y="169"/>
                    <a:pt x="449" y="169"/>
                  </a:cubicBezTo>
                  <a:cubicBezTo>
                    <a:pt x="843" y="1"/>
                    <a:pt x="1348" y="169"/>
                    <a:pt x="1517" y="562"/>
                  </a:cubicBezTo>
                  <a:cubicBezTo>
                    <a:pt x="1629" y="843"/>
                    <a:pt x="1629" y="1124"/>
                    <a:pt x="1460" y="1405"/>
                  </a:cubicBezTo>
                  <a:cubicBezTo>
                    <a:pt x="1404" y="1461"/>
                    <a:pt x="1292" y="1517"/>
                    <a:pt x="1236" y="1573"/>
                  </a:cubicBezTo>
                  <a:cubicBezTo>
                    <a:pt x="786" y="1742"/>
                    <a:pt x="337" y="1517"/>
                    <a:pt x="112" y="112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59" name="Google Shape;16259;p53">
              <a:extLst>
                <a:ext uri="{FF2B5EF4-FFF2-40B4-BE49-F238E27FC236}">
                  <a16:creationId xmlns:a16="http://schemas.microsoft.com/office/drawing/2014/main" xmlns="" id="{34784FCD-85DC-BF8F-CD5F-2C1ACF4749A5}"/>
                </a:ext>
              </a:extLst>
            </p:cNvPr>
            <p:cNvSpPr/>
            <p:nvPr/>
          </p:nvSpPr>
          <p:spPr>
            <a:xfrm flipH="1">
              <a:off x="4813253" y="4619779"/>
              <a:ext cx="115757" cy="109892"/>
            </a:xfrm>
            <a:custGeom>
              <a:avLst/>
              <a:gdLst/>
              <a:ahLst/>
              <a:cxnLst/>
              <a:rect l="l" t="t" r="r" b="b"/>
              <a:pathLst>
                <a:path w="1125" h="1068" extrusionOk="0">
                  <a:moveTo>
                    <a:pt x="563" y="1068"/>
                  </a:moveTo>
                  <a:cubicBezTo>
                    <a:pt x="226" y="1011"/>
                    <a:pt x="1" y="674"/>
                    <a:pt x="57" y="337"/>
                  </a:cubicBezTo>
                  <a:cubicBezTo>
                    <a:pt x="57" y="225"/>
                    <a:pt x="113" y="113"/>
                    <a:pt x="226" y="0"/>
                  </a:cubicBezTo>
                  <a:cubicBezTo>
                    <a:pt x="169" y="57"/>
                    <a:pt x="169" y="169"/>
                    <a:pt x="113" y="225"/>
                  </a:cubicBezTo>
                  <a:cubicBezTo>
                    <a:pt x="57" y="562"/>
                    <a:pt x="282" y="899"/>
                    <a:pt x="675" y="955"/>
                  </a:cubicBezTo>
                  <a:cubicBezTo>
                    <a:pt x="843" y="955"/>
                    <a:pt x="1012" y="899"/>
                    <a:pt x="1124" y="787"/>
                  </a:cubicBezTo>
                  <a:cubicBezTo>
                    <a:pt x="1012" y="955"/>
                    <a:pt x="787" y="1068"/>
                    <a:pt x="563" y="10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260" name="Google Shape;16260;p53">
            <a:extLst>
              <a:ext uri="{FF2B5EF4-FFF2-40B4-BE49-F238E27FC236}">
                <a16:creationId xmlns:a16="http://schemas.microsoft.com/office/drawing/2014/main" xmlns="" id="{DBA26932-69F6-3A9C-4D28-CC52D4902C5B}"/>
              </a:ext>
            </a:extLst>
          </p:cNvPr>
          <p:cNvGrpSpPr/>
          <p:nvPr/>
        </p:nvGrpSpPr>
        <p:grpSpPr>
          <a:xfrm flipH="1">
            <a:off x="4028855" y="4475313"/>
            <a:ext cx="156092" cy="306422"/>
            <a:chOff x="474406" y="2974600"/>
            <a:chExt cx="106759" cy="209577"/>
          </a:xfrm>
        </p:grpSpPr>
        <p:sp>
          <p:nvSpPr>
            <p:cNvPr id="16261" name="Google Shape;16261;p53">
              <a:extLst>
                <a:ext uri="{FF2B5EF4-FFF2-40B4-BE49-F238E27FC236}">
                  <a16:creationId xmlns:a16="http://schemas.microsoft.com/office/drawing/2014/main" xmlns="" id="{735BCDCD-D9BE-9B66-CAC0-2E85E500494F}"/>
                </a:ext>
              </a:extLst>
            </p:cNvPr>
            <p:cNvSpPr/>
            <p:nvPr/>
          </p:nvSpPr>
          <p:spPr>
            <a:xfrm>
              <a:off x="474406" y="2974600"/>
              <a:ext cx="106759" cy="209577"/>
            </a:xfrm>
            <a:custGeom>
              <a:avLst/>
              <a:gdLst/>
              <a:ahLst/>
              <a:cxnLst/>
              <a:rect l="l" t="t" r="r" b="b"/>
              <a:pathLst>
                <a:path w="1517" h="2978" extrusionOk="0">
                  <a:moveTo>
                    <a:pt x="1517" y="2977"/>
                  </a:moveTo>
                  <a:lnTo>
                    <a:pt x="0" y="2977"/>
                  </a:lnTo>
                  <a:lnTo>
                    <a:pt x="0" y="731"/>
                  </a:lnTo>
                  <a:cubicBezTo>
                    <a:pt x="0" y="0"/>
                    <a:pt x="1517" y="0"/>
                    <a:pt x="1517" y="73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2" name="Google Shape;16262;p53">
              <a:extLst>
                <a:ext uri="{FF2B5EF4-FFF2-40B4-BE49-F238E27FC236}">
                  <a16:creationId xmlns:a16="http://schemas.microsoft.com/office/drawing/2014/main" xmlns="" id="{A2EF074E-4192-57C2-7DC2-84CFCF9E589D}"/>
                </a:ext>
              </a:extLst>
            </p:cNvPr>
            <p:cNvSpPr/>
            <p:nvPr/>
          </p:nvSpPr>
          <p:spPr>
            <a:xfrm>
              <a:off x="474406" y="2982482"/>
              <a:ext cx="98877" cy="201695"/>
            </a:xfrm>
            <a:custGeom>
              <a:avLst/>
              <a:gdLst/>
              <a:ahLst/>
              <a:cxnLst/>
              <a:rect l="l" t="t" r="r" b="b"/>
              <a:pathLst>
                <a:path w="1405" h="2866" extrusionOk="0">
                  <a:moveTo>
                    <a:pt x="1405" y="2865"/>
                  </a:moveTo>
                  <a:lnTo>
                    <a:pt x="0" y="2865"/>
                  </a:lnTo>
                  <a:lnTo>
                    <a:pt x="0" y="619"/>
                  </a:lnTo>
                  <a:cubicBezTo>
                    <a:pt x="0" y="506"/>
                    <a:pt x="57" y="338"/>
                    <a:pt x="169" y="282"/>
                  </a:cubicBezTo>
                  <a:cubicBezTo>
                    <a:pt x="618" y="1"/>
                    <a:pt x="1405" y="169"/>
                    <a:pt x="1405" y="675"/>
                  </a:cubicBezTo>
                  <a:lnTo>
                    <a:pt x="1405" y="2865"/>
                  </a:ln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3" name="Google Shape;16263;p53">
              <a:extLst>
                <a:ext uri="{FF2B5EF4-FFF2-40B4-BE49-F238E27FC236}">
                  <a16:creationId xmlns:a16="http://schemas.microsoft.com/office/drawing/2014/main" xmlns="" id="{AB3BA6CA-C408-ED5B-07A7-392A84316D46}"/>
                </a:ext>
              </a:extLst>
            </p:cNvPr>
            <p:cNvSpPr/>
            <p:nvPr/>
          </p:nvSpPr>
          <p:spPr>
            <a:xfrm>
              <a:off x="482288" y="3014151"/>
              <a:ext cx="83113" cy="98877"/>
            </a:xfrm>
            <a:custGeom>
              <a:avLst/>
              <a:gdLst/>
              <a:ahLst/>
              <a:cxnLst/>
              <a:rect l="l" t="t" r="r" b="b"/>
              <a:pathLst>
                <a:path w="1181" h="1405" extrusionOk="0">
                  <a:moveTo>
                    <a:pt x="1068" y="618"/>
                  </a:moveTo>
                  <a:cubicBezTo>
                    <a:pt x="1180" y="1404"/>
                    <a:pt x="1" y="1404"/>
                    <a:pt x="57" y="618"/>
                  </a:cubicBezTo>
                  <a:cubicBezTo>
                    <a:pt x="169" y="0"/>
                    <a:pt x="1012" y="0"/>
                    <a:pt x="1068" y="6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4" name="Google Shape;16264;p53">
              <a:extLst>
                <a:ext uri="{FF2B5EF4-FFF2-40B4-BE49-F238E27FC236}">
                  <a16:creationId xmlns:a16="http://schemas.microsoft.com/office/drawing/2014/main" xmlns="" id="{E07B2E45-67E2-62ED-9E53-042ABA359324}"/>
                </a:ext>
              </a:extLst>
            </p:cNvPr>
            <p:cNvSpPr/>
            <p:nvPr/>
          </p:nvSpPr>
          <p:spPr>
            <a:xfrm>
              <a:off x="482288" y="3029915"/>
              <a:ext cx="79172" cy="59397"/>
            </a:xfrm>
            <a:custGeom>
              <a:avLst/>
              <a:gdLst/>
              <a:ahLst/>
              <a:cxnLst/>
              <a:rect l="l" t="t" r="r" b="b"/>
              <a:pathLst>
                <a:path w="1125" h="844" extrusionOk="0">
                  <a:moveTo>
                    <a:pt x="225" y="57"/>
                  </a:moveTo>
                  <a:cubicBezTo>
                    <a:pt x="338" y="1"/>
                    <a:pt x="394" y="1"/>
                    <a:pt x="506" y="1"/>
                  </a:cubicBezTo>
                  <a:cubicBezTo>
                    <a:pt x="899" y="1"/>
                    <a:pt x="1124" y="450"/>
                    <a:pt x="956" y="787"/>
                  </a:cubicBezTo>
                  <a:cubicBezTo>
                    <a:pt x="843" y="843"/>
                    <a:pt x="787" y="843"/>
                    <a:pt x="675" y="843"/>
                  </a:cubicBezTo>
                  <a:cubicBezTo>
                    <a:pt x="282" y="843"/>
                    <a:pt x="1" y="394"/>
                    <a:pt x="225" y="57"/>
                  </a:cubicBezTo>
                  <a:close/>
                </a:path>
              </a:pathLst>
            </a:custGeom>
            <a:solidFill>
              <a:srgbClr val="7A7A7A">
                <a:alpha val="60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6265" name="Google Shape;16265;p53">
            <a:extLst>
              <a:ext uri="{FF2B5EF4-FFF2-40B4-BE49-F238E27FC236}">
                <a16:creationId xmlns:a16="http://schemas.microsoft.com/office/drawing/2014/main" xmlns="" id="{E1CBD915-05F4-5F54-A729-699419CF2101}"/>
              </a:ext>
            </a:extLst>
          </p:cNvPr>
          <p:cNvGrpSpPr/>
          <p:nvPr/>
        </p:nvGrpSpPr>
        <p:grpSpPr>
          <a:xfrm rot="-10333780" flipH="1">
            <a:off x="6932030" y="2208836"/>
            <a:ext cx="2741135" cy="2405827"/>
            <a:chOff x="7103607" y="158760"/>
            <a:chExt cx="2741185" cy="2405871"/>
          </a:xfrm>
        </p:grpSpPr>
        <p:sp>
          <p:nvSpPr>
            <p:cNvPr id="16266" name="Google Shape;16266;p53">
              <a:extLst>
                <a:ext uri="{FF2B5EF4-FFF2-40B4-BE49-F238E27FC236}">
                  <a16:creationId xmlns:a16="http://schemas.microsoft.com/office/drawing/2014/main" xmlns="" id="{2B7AD644-0A3B-316D-9CBB-61D1B842C88D}"/>
                </a:ext>
              </a:extLst>
            </p:cNvPr>
            <p:cNvSpPr/>
            <p:nvPr/>
          </p:nvSpPr>
          <p:spPr>
            <a:xfrm rot="923072" flipH="1">
              <a:off x="8757029" y="1390196"/>
              <a:ext cx="963666" cy="1065701"/>
            </a:xfrm>
            <a:custGeom>
              <a:avLst/>
              <a:gdLst/>
              <a:ahLst/>
              <a:cxnLst/>
              <a:rect l="l" t="t" r="r" b="b"/>
              <a:pathLst>
                <a:path w="14450" h="15980" extrusionOk="0">
                  <a:moveTo>
                    <a:pt x="14450" y="4114"/>
                  </a:moveTo>
                  <a:lnTo>
                    <a:pt x="9238" y="1"/>
                  </a:lnTo>
                  <a:lnTo>
                    <a:pt x="0" y="11888"/>
                  </a:lnTo>
                  <a:lnTo>
                    <a:pt x="5190" y="1597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7" name="Google Shape;16267;p53">
              <a:extLst>
                <a:ext uri="{FF2B5EF4-FFF2-40B4-BE49-F238E27FC236}">
                  <a16:creationId xmlns:a16="http://schemas.microsoft.com/office/drawing/2014/main" xmlns="" id="{068DAB39-9250-7E78-D40C-81548F667CB9}"/>
                </a:ext>
              </a:extLst>
            </p:cNvPr>
            <p:cNvSpPr/>
            <p:nvPr/>
          </p:nvSpPr>
          <p:spPr>
            <a:xfrm rot="923072" flipH="1">
              <a:off x="8758525" y="1432433"/>
              <a:ext cx="906246" cy="1016884"/>
            </a:xfrm>
            <a:custGeom>
              <a:avLst/>
              <a:gdLst/>
              <a:ahLst/>
              <a:cxnLst/>
              <a:rect l="l" t="t" r="r" b="b"/>
              <a:pathLst>
                <a:path w="13589" h="15248" extrusionOk="0">
                  <a:moveTo>
                    <a:pt x="1" y="11759"/>
                  </a:moveTo>
                  <a:lnTo>
                    <a:pt x="4437" y="15247"/>
                  </a:lnTo>
                  <a:lnTo>
                    <a:pt x="13589" y="3511"/>
                  </a:lnTo>
                  <a:lnTo>
                    <a:pt x="915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8" name="Google Shape;16268;p53">
              <a:extLst>
                <a:ext uri="{FF2B5EF4-FFF2-40B4-BE49-F238E27FC236}">
                  <a16:creationId xmlns:a16="http://schemas.microsoft.com/office/drawing/2014/main" xmlns="" id="{B41CFA88-946F-D0F9-84F2-4C43B60AE119}"/>
                </a:ext>
              </a:extLst>
            </p:cNvPr>
            <p:cNvSpPr/>
            <p:nvPr/>
          </p:nvSpPr>
          <p:spPr>
            <a:xfrm rot="923072" flipH="1">
              <a:off x="8811828" y="1439434"/>
              <a:ext cx="855962" cy="976670"/>
            </a:xfrm>
            <a:custGeom>
              <a:avLst/>
              <a:gdLst/>
              <a:ahLst/>
              <a:cxnLst/>
              <a:rect l="l" t="t" r="r" b="b"/>
              <a:pathLst>
                <a:path w="12835" h="14645" extrusionOk="0">
                  <a:moveTo>
                    <a:pt x="12835" y="2930"/>
                  </a:moveTo>
                  <a:lnTo>
                    <a:pt x="9131" y="1"/>
                  </a:lnTo>
                  <a:lnTo>
                    <a:pt x="0" y="11716"/>
                  </a:lnTo>
                  <a:lnTo>
                    <a:pt x="3726" y="1464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69" name="Google Shape;16269;p53">
              <a:extLst>
                <a:ext uri="{FF2B5EF4-FFF2-40B4-BE49-F238E27FC236}">
                  <a16:creationId xmlns:a16="http://schemas.microsoft.com/office/drawing/2014/main" xmlns="" id="{6C122524-FF19-762D-ED96-429AFAD57454}"/>
                </a:ext>
              </a:extLst>
            </p:cNvPr>
            <p:cNvSpPr/>
            <p:nvPr/>
          </p:nvSpPr>
          <p:spPr>
            <a:xfrm rot="3331772" flipH="1">
              <a:off x="8263789" y="876268"/>
              <a:ext cx="818680" cy="652023"/>
            </a:xfrm>
            <a:custGeom>
              <a:avLst/>
              <a:gdLst/>
              <a:ahLst/>
              <a:cxnLst/>
              <a:rect l="l" t="t" r="r" b="b"/>
              <a:pathLst>
                <a:path w="12276" h="9777" extrusionOk="0">
                  <a:moveTo>
                    <a:pt x="9820" y="9777"/>
                  </a:moveTo>
                  <a:lnTo>
                    <a:pt x="12275" y="5362"/>
                  </a:lnTo>
                  <a:lnTo>
                    <a:pt x="2456" y="0"/>
                  </a:lnTo>
                  <a:lnTo>
                    <a:pt x="1" y="44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0" name="Google Shape;16270;p53">
              <a:extLst>
                <a:ext uri="{FF2B5EF4-FFF2-40B4-BE49-F238E27FC236}">
                  <a16:creationId xmlns:a16="http://schemas.microsoft.com/office/drawing/2014/main" xmlns="" id="{41F63FBB-2E7A-CBD9-343B-06EDA6F03748}"/>
                </a:ext>
              </a:extLst>
            </p:cNvPr>
            <p:cNvSpPr/>
            <p:nvPr/>
          </p:nvSpPr>
          <p:spPr>
            <a:xfrm rot="3331772" flipH="1">
              <a:off x="8215349" y="830790"/>
              <a:ext cx="789870" cy="613276"/>
            </a:xfrm>
            <a:custGeom>
              <a:avLst/>
              <a:gdLst/>
              <a:ahLst/>
              <a:cxnLst/>
              <a:rect l="l" t="t" r="r" b="b"/>
              <a:pathLst>
                <a:path w="11844" h="9196" extrusionOk="0">
                  <a:moveTo>
                    <a:pt x="11844" y="5534"/>
                  </a:moveTo>
                  <a:lnTo>
                    <a:pt x="2132" y="0"/>
                  </a:lnTo>
                  <a:lnTo>
                    <a:pt x="0" y="3661"/>
                  </a:lnTo>
                  <a:lnTo>
                    <a:pt x="9712" y="9195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1" name="Google Shape;16271;p53">
              <a:extLst>
                <a:ext uri="{FF2B5EF4-FFF2-40B4-BE49-F238E27FC236}">
                  <a16:creationId xmlns:a16="http://schemas.microsoft.com/office/drawing/2014/main" xmlns="" id="{D8AC0959-334A-D628-696D-F5DDA89288F1}"/>
                </a:ext>
              </a:extLst>
            </p:cNvPr>
            <p:cNvSpPr/>
            <p:nvPr/>
          </p:nvSpPr>
          <p:spPr>
            <a:xfrm rot="3331772" flipH="1">
              <a:off x="7454277" y="326969"/>
              <a:ext cx="647755" cy="455289"/>
            </a:xfrm>
            <a:custGeom>
              <a:avLst/>
              <a:gdLst/>
              <a:ahLst/>
              <a:cxnLst/>
              <a:rect l="l" t="t" r="r" b="b"/>
              <a:pathLst>
                <a:path w="9713" h="6827" extrusionOk="0">
                  <a:moveTo>
                    <a:pt x="0" y="4005"/>
                  </a:moveTo>
                  <a:lnTo>
                    <a:pt x="2369" y="0"/>
                  </a:lnTo>
                  <a:lnTo>
                    <a:pt x="7408" y="3532"/>
                  </a:lnTo>
                  <a:lnTo>
                    <a:pt x="9712" y="6374"/>
                  </a:lnTo>
                  <a:lnTo>
                    <a:pt x="9002" y="6826"/>
                  </a:lnTo>
                  <a:lnTo>
                    <a:pt x="6698" y="4005"/>
                  </a:lnTo>
                  <a:lnTo>
                    <a:pt x="3381" y="2046"/>
                  </a:lnTo>
                  <a:lnTo>
                    <a:pt x="1788" y="478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2" name="Google Shape;16272;p53">
              <a:extLst>
                <a:ext uri="{FF2B5EF4-FFF2-40B4-BE49-F238E27FC236}">
                  <a16:creationId xmlns:a16="http://schemas.microsoft.com/office/drawing/2014/main" xmlns="" id="{F19CF797-A920-0D53-B84F-55CB65406ABA}"/>
                </a:ext>
              </a:extLst>
            </p:cNvPr>
            <p:cNvSpPr/>
            <p:nvPr/>
          </p:nvSpPr>
          <p:spPr>
            <a:xfrm rot="3331772" flipH="1">
              <a:off x="7331536" y="611852"/>
              <a:ext cx="619012" cy="488367"/>
            </a:xfrm>
            <a:custGeom>
              <a:avLst/>
              <a:gdLst/>
              <a:ahLst/>
              <a:cxnLst/>
              <a:rect l="l" t="t" r="r" b="b"/>
              <a:pathLst>
                <a:path w="9282" h="7323" extrusionOk="0">
                  <a:moveTo>
                    <a:pt x="2347" y="0"/>
                  </a:moveTo>
                  <a:lnTo>
                    <a:pt x="0" y="4006"/>
                  </a:lnTo>
                  <a:lnTo>
                    <a:pt x="5556" y="6698"/>
                  </a:lnTo>
                  <a:lnTo>
                    <a:pt x="9152" y="7322"/>
                  </a:lnTo>
                  <a:lnTo>
                    <a:pt x="9281" y="6396"/>
                  </a:lnTo>
                  <a:lnTo>
                    <a:pt x="5621" y="5858"/>
                  </a:lnTo>
                  <a:lnTo>
                    <a:pt x="2304" y="3898"/>
                  </a:lnTo>
                  <a:lnTo>
                    <a:pt x="3898" y="11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3" name="Google Shape;16273;p53">
              <a:extLst>
                <a:ext uri="{FF2B5EF4-FFF2-40B4-BE49-F238E27FC236}">
                  <a16:creationId xmlns:a16="http://schemas.microsoft.com/office/drawing/2014/main" xmlns="" id="{D71953B8-AD8F-70AD-486A-B76E59E422AB}"/>
                </a:ext>
              </a:extLst>
            </p:cNvPr>
            <p:cNvSpPr/>
            <p:nvPr/>
          </p:nvSpPr>
          <p:spPr>
            <a:xfrm rot="3331772" flipH="1">
              <a:off x="7460178" y="331564"/>
              <a:ext cx="623346" cy="425145"/>
            </a:xfrm>
            <a:custGeom>
              <a:avLst/>
              <a:gdLst/>
              <a:ahLst/>
              <a:cxnLst/>
              <a:rect l="l" t="t" r="r" b="b"/>
              <a:pathLst>
                <a:path w="9347" h="6375" extrusionOk="0">
                  <a:moveTo>
                    <a:pt x="2305" y="0"/>
                  </a:moveTo>
                  <a:lnTo>
                    <a:pt x="7042" y="3317"/>
                  </a:lnTo>
                  <a:lnTo>
                    <a:pt x="9346" y="6159"/>
                  </a:lnTo>
                  <a:lnTo>
                    <a:pt x="9002" y="6375"/>
                  </a:lnTo>
                  <a:lnTo>
                    <a:pt x="6676" y="3963"/>
                  </a:lnTo>
                  <a:lnTo>
                    <a:pt x="3360" y="2025"/>
                  </a:lnTo>
                  <a:lnTo>
                    <a:pt x="3338" y="2025"/>
                  </a:lnTo>
                  <a:lnTo>
                    <a:pt x="3015" y="1831"/>
                  </a:lnTo>
                  <a:lnTo>
                    <a:pt x="1422" y="4566"/>
                  </a:lnTo>
                  <a:lnTo>
                    <a:pt x="1" y="394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4" name="Google Shape;16274;p53">
              <a:extLst>
                <a:ext uri="{FF2B5EF4-FFF2-40B4-BE49-F238E27FC236}">
                  <a16:creationId xmlns:a16="http://schemas.microsoft.com/office/drawing/2014/main" xmlns="" id="{D9A76639-5D5B-3CD0-CA5D-351CB3A78F2B}"/>
                </a:ext>
              </a:extLst>
            </p:cNvPr>
            <p:cNvSpPr/>
            <p:nvPr/>
          </p:nvSpPr>
          <p:spPr>
            <a:xfrm rot="3331772" flipH="1">
              <a:off x="7335639" y="617739"/>
              <a:ext cx="588868" cy="472562"/>
            </a:xfrm>
            <a:custGeom>
              <a:avLst/>
              <a:gdLst/>
              <a:ahLst/>
              <a:cxnLst/>
              <a:rect l="l" t="t" r="r" b="b"/>
              <a:pathLst>
                <a:path w="8830" h="7086" extrusionOk="0">
                  <a:moveTo>
                    <a:pt x="1" y="3941"/>
                  </a:moveTo>
                  <a:lnTo>
                    <a:pt x="5212" y="6461"/>
                  </a:lnTo>
                  <a:lnTo>
                    <a:pt x="8808" y="7085"/>
                  </a:lnTo>
                  <a:lnTo>
                    <a:pt x="8830" y="6676"/>
                  </a:lnTo>
                  <a:lnTo>
                    <a:pt x="5600" y="5793"/>
                  </a:lnTo>
                  <a:lnTo>
                    <a:pt x="5277" y="5621"/>
                  </a:lnTo>
                  <a:lnTo>
                    <a:pt x="5277" y="5621"/>
                  </a:lnTo>
                  <a:lnTo>
                    <a:pt x="1960" y="3661"/>
                  </a:lnTo>
                  <a:lnTo>
                    <a:pt x="3554" y="926"/>
                  </a:lnTo>
                  <a:lnTo>
                    <a:pt x="2326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5" name="Google Shape;16275;p53">
              <a:extLst>
                <a:ext uri="{FF2B5EF4-FFF2-40B4-BE49-F238E27FC236}">
                  <a16:creationId xmlns:a16="http://schemas.microsoft.com/office/drawing/2014/main" xmlns="" id="{5BCF4F6A-005B-3771-C865-8E3E8BA545EB}"/>
                </a:ext>
              </a:extLst>
            </p:cNvPr>
            <p:cNvSpPr/>
            <p:nvPr/>
          </p:nvSpPr>
          <p:spPr>
            <a:xfrm rot="3331772" flipH="1">
              <a:off x="7910830" y="771890"/>
              <a:ext cx="324644" cy="270026"/>
            </a:xfrm>
            <a:custGeom>
              <a:avLst/>
              <a:gdLst/>
              <a:ahLst/>
              <a:cxnLst/>
              <a:rect l="l" t="t" r="r" b="b"/>
              <a:pathLst>
                <a:path w="4868" h="4049" extrusionOk="0">
                  <a:moveTo>
                    <a:pt x="3769" y="4049"/>
                  </a:moveTo>
                  <a:lnTo>
                    <a:pt x="4867" y="2175"/>
                  </a:lnTo>
                  <a:lnTo>
                    <a:pt x="1099" y="0"/>
                  </a:lnTo>
                  <a:lnTo>
                    <a:pt x="0" y="189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6" name="Google Shape;16276;p53">
              <a:extLst>
                <a:ext uri="{FF2B5EF4-FFF2-40B4-BE49-F238E27FC236}">
                  <a16:creationId xmlns:a16="http://schemas.microsoft.com/office/drawing/2014/main" xmlns="" id="{EF6FBE6B-6998-FDD1-A602-DC4FD7AA2CA4}"/>
                </a:ext>
              </a:extLst>
            </p:cNvPr>
            <p:cNvSpPr/>
            <p:nvPr/>
          </p:nvSpPr>
          <p:spPr>
            <a:xfrm rot="3331772" flipH="1">
              <a:off x="8036047" y="837811"/>
              <a:ext cx="202536" cy="198201"/>
            </a:xfrm>
            <a:custGeom>
              <a:avLst/>
              <a:gdLst/>
              <a:ahLst/>
              <a:cxnLst/>
              <a:rect l="l" t="t" r="r" b="b"/>
              <a:pathLst>
                <a:path w="3037" h="2972" extrusionOk="0">
                  <a:moveTo>
                    <a:pt x="3037" y="1120"/>
                  </a:moveTo>
                  <a:lnTo>
                    <a:pt x="1099" y="0"/>
                  </a:lnTo>
                  <a:lnTo>
                    <a:pt x="0" y="1895"/>
                  </a:lnTo>
                  <a:lnTo>
                    <a:pt x="1895" y="2972"/>
                  </a:lnTo>
                  <a:cubicBezTo>
                    <a:pt x="2520" y="2541"/>
                    <a:pt x="2929" y="1852"/>
                    <a:pt x="3037" y="112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7" name="Google Shape;16277;p53">
              <a:extLst>
                <a:ext uri="{FF2B5EF4-FFF2-40B4-BE49-F238E27FC236}">
                  <a16:creationId xmlns:a16="http://schemas.microsoft.com/office/drawing/2014/main" xmlns="" id="{B606C38E-F3CF-B917-3CB5-0479C95198E9}"/>
                </a:ext>
              </a:extLst>
            </p:cNvPr>
            <p:cNvSpPr/>
            <p:nvPr/>
          </p:nvSpPr>
          <p:spPr>
            <a:xfrm rot="3331772" flipH="1">
              <a:off x="7767321" y="694060"/>
              <a:ext cx="284431" cy="291566"/>
            </a:xfrm>
            <a:custGeom>
              <a:avLst/>
              <a:gdLst/>
              <a:ahLst/>
              <a:cxnLst/>
              <a:rect l="l" t="t" r="r" b="b"/>
              <a:pathLst>
                <a:path w="4265" h="4372" extrusionOk="0">
                  <a:moveTo>
                    <a:pt x="3942" y="1637"/>
                  </a:moveTo>
                  <a:cubicBezTo>
                    <a:pt x="3446" y="151"/>
                    <a:pt x="1401" y="0"/>
                    <a:pt x="690" y="1400"/>
                  </a:cubicBezTo>
                  <a:cubicBezTo>
                    <a:pt x="1" y="2800"/>
                    <a:pt x="1336" y="4372"/>
                    <a:pt x="2843" y="3876"/>
                  </a:cubicBezTo>
                  <a:cubicBezTo>
                    <a:pt x="3748" y="3553"/>
                    <a:pt x="4265" y="2563"/>
                    <a:pt x="3942" y="163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8" name="Google Shape;16278;p53">
              <a:extLst>
                <a:ext uri="{FF2B5EF4-FFF2-40B4-BE49-F238E27FC236}">
                  <a16:creationId xmlns:a16="http://schemas.microsoft.com/office/drawing/2014/main" xmlns="" id="{B2E64BCA-3378-4F92-E52E-E08EE08DD30A}"/>
                </a:ext>
              </a:extLst>
            </p:cNvPr>
            <p:cNvSpPr/>
            <p:nvPr/>
          </p:nvSpPr>
          <p:spPr>
            <a:xfrm rot="3331772" flipH="1">
              <a:off x="7749472" y="687662"/>
              <a:ext cx="277295" cy="290166"/>
            </a:xfrm>
            <a:custGeom>
              <a:avLst/>
              <a:gdLst/>
              <a:ahLst/>
              <a:cxnLst/>
              <a:rect l="l" t="t" r="r" b="b"/>
              <a:pathLst>
                <a:path w="4158" h="4351" extrusionOk="0">
                  <a:moveTo>
                    <a:pt x="3640" y="1422"/>
                  </a:moveTo>
                  <a:cubicBezTo>
                    <a:pt x="3511" y="1056"/>
                    <a:pt x="3274" y="754"/>
                    <a:pt x="2973" y="539"/>
                  </a:cubicBezTo>
                  <a:cubicBezTo>
                    <a:pt x="2154" y="1"/>
                    <a:pt x="1056" y="237"/>
                    <a:pt x="518" y="1056"/>
                  </a:cubicBezTo>
                  <a:cubicBezTo>
                    <a:pt x="1" y="1874"/>
                    <a:pt x="216" y="2972"/>
                    <a:pt x="1035" y="3489"/>
                  </a:cubicBezTo>
                  <a:cubicBezTo>
                    <a:pt x="2434" y="4351"/>
                    <a:pt x="4157" y="2994"/>
                    <a:pt x="3640" y="142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79" name="Google Shape;16279;p53">
              <a:extLst>
                <a:ext uri="{FF2B5EF4-FFF2-40B4-BE49-F238E27FC236}">
                  <a16:creationId xmlns:a16="http://schemas.microsoft.com/office/drawing/2014/main" xmlns="" id="{D5B949CB-6AE9-BA83-11AD-B7AD1D3AB643}"/>
                </a:ext>
              </a:extLst>
            </p:cNvPr>
            <p:cNvSpPr/>
            <p:nvPr/>
          </p:nvSpPr>
          <p:spPr>
            <a:xfrm rot="3331772" flipH="1">
              <a:off x="8774554" y="1149893"/>
              <a:ext cx="527114" cy="528581"/>
            </a:xfrm>
            <a:custGeom>
              <a:avLst/>
              <a:gdLst/>
              <a:ahLst/>
              <a:cxnLst/>
              <a:rect l="l" t="t" r="r" b="b"/>
              <a:pathLst>
                <a:path w="7904" h="7926" extrusionOk="0">
                  <a:moveTo>
                    <a:pt x="3166" y="453"/>
                  </a:moveTo>
                  <a:cubicBezTo>
                    <a:pt x="5104" y="1"/>
                    <a:pt x="7042" y="1228"/>
                    <a:pt x="7472" y="3167"/>
                  </a:cubicBezTo>
                  <a:cubicBezTo>
                    <a:pt x="7903" y="5105"/>
                    <a:pt x="6697" y="7043"/>
                    <a:pt x="4759" y="7473"/>
                  </a:cubicBezTo>
                  <a:cubicBezTo>
                    <a:pt x="2800" y="7926"/>
                    <a:pt x="883" y="6698"/>
                    <a:pt x="452" y="4760"/>
                  </a:cubicBezTo>
                  <a:cubicBezTo>
                    <a:pt x="0" y="2822"/>
                    <a:pt x="1228" y="884"/>
                    <a:pt x="3166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0" name="Google Shape;16280;p53">
              <a:extLst>
                <a:ext uri="{FF2B5EF4-FFF2-40B4-BE49-F238E27FC236}">
                  <a16:creationId xmlns:a16="http://schemas.microsoft.com/office/drawing/2014/main" xmlns="" id="{BEF005D3-F977-07C6-30AE-89F95AC3EE15}"/>
                </a:ext>
              </a:extLst>
            </p:cNvPr>
            <p:cNvSpPr/>
            <p:nvPr/>
          </p:nvSpPr>
          <p:spPr>
            <a:xfrm rot="3331772" flipH="1">
              <a:off x="8770383" y="1172151"/>
              <a:ext cx="499838" cy="475429"/>
            </a:xfrm>
            <a:custGeom>
              <a:avLst/>
              <a:gdLst/>
              <a:ahLst/>
              <a:cxnLst/>
              <a:rect l="l" t="t" r="r" b="b"/>
              <a:pathLst>
                <a:path w="7495" h="7129" extrusionOk="0">
                  <a:moveTo>
                    <a:pt x="6224" y="969"/>
                  </a:moveTo>
                  <a:cubicBezTo>
                    <a:pt x="6633" y="1422"/>
                    <a:pt x="6913" y="1982"/>
                    <a:pt x="7063" y="2585"/>
                  </a:cubicBezTo>
                  <a:cubicBezTo>
                    <a:pt x="7494" y="4523"/>
                    <a:pt x="6267" y="6461"/>
                    <a:pt x="4329" y="6891"/>
                  </a:cubicBezTo>
                  <a:cubicBezTo>
                    <a:pt x="3252" y="7128"/>
                    <a:pt x="2132" y="6870"/>
                    <a:pt x="1271" y="6181"/>
                  </a:cubicBezTo>
                  <a:cubicBezTo>
                    <a:pt x="862" y="5707"/>
                    <a:pt x="560" y="5147"/>
                    <a:pt x="431" y="4566"/>
                  </a:cubicBezTo>
                  <a:cubicBezTo>
                    <a:pt x="0" y="2606"/>
                    <a:pt x="1206" y="690"/>
                    <a:pt x="3144" y="259"/>
                  </a:cubicBezTo>
                  <a:cubicBezTo>
                    <a:pt x="4221" y="0"/>
                    <a:pt x="5362" y="280"/>
                    <a:pt x="6224" y="9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1" name="Google Shape;16281;p53">
              <a:extLst>
                <a:ext uri="{FF2B5EF4-FFF2-40B4-BE49-F238E27FC236}">
                  <a16:creationId xmlns:a16="http://schemas.microsoft.com/office/drawing/2014/main" xmlns="" id="{A0A03CD4-8945-4820-203B-D0B30A4B629B}"/>
                </a:ext>
              </a:extLst>
            </p:cNvPr>
            <p:cNvSpPr/>
            <p:nvPr/>
          </p:nvSpPr>
          <p:spPr>
            <a:xfrm rot="3331772" flipH="1">
              <a:off x="8856178" y="1246629"/>
              <a:ext cx="304504" cy="304504"/>
            </a:xfrm>
            <a:custGeom>
              <a:avLst/>
              <a:gdLst/>
              <a:ahLst/>
              <a:cxnLst/>
              <a:rect l="l" t="t" r="r" b="b"/>
              <a:pathLst>
                <a:path w="4566" h="4566" extrusionOk="0">
                  <a:moveTo>
                    <a:pt x="1831" y="259"/>
                  </a:moveTo>
                  <a:cubicBezTo>
                    <a:pt x="2951" y="1"/>
                    <a:pt x="4070" y="690"/>
                    <a:pt x="4329" y="1831"/>
                  </a:cubicBezTo>
                  <a:cubicBezTo>
                    <a:pt x="4566" y="2951"/>
                    <a:pt x="3877" y="4049"/>
                    <a:pt x="2735" y="4307"/>
                  </a:cubicBezTo>
                  <a:cubicBezTo>
                    <a:pt x="1615" y="4566"/>
                    <a:pt x="517" y="3855"/>
                    <a:pt x="259" y="2735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2" name="Google Shape;16282;p53">
              <a:extLst>
                <a:ext uri="{FF2B5EF4-FFF2-40B4-BE49-F238E27FC236}">
                  <a16:creationId xmlns:a16="http://schemas.microsoft.com/office/drawing/2014/main" xmlns="" id="{7B84F305-CF88-18AB-FC80-49FE8ABF2EB7}"/>
                </a:ext>
              </a:extLst>
            </p:cNvPr>
            <p:cNvSpPr/>
            <p:nvPr/>
          </p:nvSpPr>
          <p:spPr>
            <a:xfrm rot="3331772" flipH="1">
              <a:off x="8885173" y="1261957"/>
              <a:ext cx="305905" cy="304504"/>
            </a:xfrm>
            <a:custGeom>
              <a:avLst/>
              <a:gdLst/>
              <a:ahLst/>
              <a:cxnLst/>
              <a:rect l="l" t="t" r="r" b="b"/>
              <a:pathLst>
                <a:path w="4587" h="4566" extrusionOk="0">
                  <a:moveTo>
                    <a:pt x="1831" y="259"/>
                  </a:moveTo>
                  <a:cubicBezTo>
                    <a:pt x="2950" y="1"/>
                    <a:pt x="4070" y="711"/>
                    <a:pt x="4329" y="1831"/>
                  </a:cubicBezTo>
                  <a:cubicBezTo>
                    <a:pt x="4587" y="2951"/>
                    <a:pt x="3876" y="4071"/>
                    <a:pt x="2757" y="4308"/>
                  </a:cubicBezTo>
                  <a:cubicBezTo>
                    <a:pt x="1637" y="4566"/>
                    <a:pt x="517" y="3855"/>
                    <a:pt x="259" y="2736"/>
                  </a:cubicBezTo>
                  <a:cubicBezTo>
                    <a:pt x="0" y="1616"/>
                    <a:pt x="711" y="496"/>
                    <a:pt x="1831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3" name="Google Shape;16283;p53">
              <a:extLst>
                <a:ext uri="{FF2B5EF4-FFF2-40B4-BE49-F238E27FC236}">
                  <a16:creationId xmlns:a16="http://schemas.microsoft.com/office/drawing/2014/main" xmlns="" id="{5FC3AAE5-476F-F306-F1C2-FE73C487F328}"/>
                </a:ext>
              </a:extLst>
            </p:cNvPr>
            <p:cNvSpPr/>
            <p:nvPr/>
          </p:nvSpPr>
          <p:spPr>
            <a:xfrm rot="3331772" flipH="1">
              <a:off x="8883748" y="1274666"/>
              <a:ext cx="271426" cy="262890"/>
            </a:xfrm>
            <a:custGeom>
              <a:avLst/>
              <a:gdLst/>
              <a:ahLst/>
              <a:cxnLst/>
              <a:rect l="l" t="t" r="r" b="b"/>
              <a:pathLst>
                <a:path w="4070" h="3942" extrusionOk="0">
                  <a:moveTo>
                    <a:pt x="3122" y="216"/>
                  </a:moveTo>
                  <a:cubicBezTo>
                    <a:pt x="3467" y="496"/>
                    <a:pt x="3725" y="905"/>
                    <a:pt x="3812" y="1357"/>
                  </a:cubicBezTo>
                  <a:cubicBezTo>
                    <a:pt x="4070" y="2477"/>
                    <a:pt x="3359" y="3597"/>
                    <a:pt x="2240" y="3834"/>
                  </a:cubicBezTo>
                  <a:cubicBezTo>
                    <a:pt x="1809" y="3941"/>
                    <a:pt x="1357" y="3898"/>
                    <a:pt x="948" y="3704"/>
                  </a:cubicBezTo>
                  <a:cubicBezTo>
                    <a:pt x="581" y="3403"/>
                    <a:pt x="345" y="3015"/>
                    <a:pt x="237" y="2563"/>
                  </a:cubicBezTo>
                  <a:cubicBezTo>
                    <a:pt x="0" y="1443"/>
                    <a:pt x="689" y="345"/>
                    <a:pt x="1809" y="87"/>
                  </a:cubicBezTo>
                  <a:cubicBezTo>
                    <a:pt x="2240" y="0"/>
                    <a:pt x="2713" y="43"/>
                    <a:pt x="3122" y="216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4" name="Google Shape;16284;p53">
              <a:extLst>
                <a:ext uri="{FF2B5EF4-FFF2-40B4-BE49-F238E27FC236}">
                  <a16:creationId xmlns:a16="http://schemas.microsoft.com/office/drawing/2014/main" xmlns="" id="{E6872677-68C9-562E-5036-7CD3B4213716}"/>
                </a:ext>
              </a:extLst>
            </p:cNvPr>
            <p:cNvSpPr/>
            <p:nvPr/>
          </p:nvSpPr>
          <p:spPr>
            <a:xfrm rot="3331772" flipH="1">
              <a:off x="8907416" y="1287899"/>
              <a:ext cx="251353" cy="245617"/>
            </a:xfrm>
            <a:custGeom>
              <a:avLst/>
              <a:gdLst/>
              <a:ahLst/>
              <a:cxnLst/>
              <a:rect l="l" t="t" r="r" b="b"/>
              <a:pathLst>
                <a:path w="3769" h="3683" extrusionOk="0">
                  <a:moveTo>
                    <a:pt x="754" y="3510"/>
                  </a:moveTo>
                  <a:cubicBezTo>
                    <a:pt x="496" y="3252"/>
                    <a:pt x="324" y="2929"/>
                    <a:pt x="259" y="2563"/>
                  </a:cubicBezTo>
                  <a:cubicBezTo>
                    <a:pt x="0" y="1443"/>
                    <a:pt x="711" y="345"/>
                    <a:pt x="1831" y="87"/>
                  </a:cubicBezTo>
                  <a:cubicBezTo>
                    <a:pt x="2240" y="0"/>
                    <a:pt x="2649" y="22"/>
                    <a:pt x="3037" y="173"/>
                  </a:cubicBezTo>
                  <a:cubicBezTo>
                    <a:pt x="3274" y="453"/>
                    <a:pt x="3446" y="776"/>
                    <a:pt x="3511" y="1120"/>
                  </a:cubicBezTo>
                  <a:cubicBezTo>
                    <a:pt x="3769" y="2240"/>
                    <a:pt x="3058" y="3338"/>
                    <a:pt x="1939" y="3597"/>
                  </a:cubicBezTo>
                  <a:cubicBezTo>
                    <a:pt x="1551" y="3683"/>
                    <a:pt x="1120" y="3640"/>
                    <a:pt x="754" y="3510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5" name="Google Shape;16285;p53">
              <a:extLst>
                <a:ext uri="{FF2B5EF4-FFF2-40B4-BE49-F238E27FC236}">
                  <a16:creationId xmlns:a16="http://schemas.microsoft.com/office/drawing/2014/main" xmlns="" id="{D619AFC0-E829-C19B-A22F-1342AB96E930}"/>
                </a:ext>
              </a:extLst>
            </p:cNvPr>
            <p:cNvSpPr/>
            <p:nvPr/>
          </p:nvSpPr>
          <p:spPr>
            <a:xfrm rot="3331772" flipH="1">
              <a:off x="8069427" y="802729"/>
              <a:ext cx="406539" cy="406472"/>
            </a:xfrm>
            <a:custGeom>
              <a:avLst/>
              <a:gdLst/>
              <a:ahLst/>
              <a:cxnLst/>
              <a:rect l="l" t="t" r="r" b="b"/>
              <a:pathLst>
                <a:path w="6096" h="6095" extrusionOk="0">
                  <a:moveTo>
                    <a:pt x="2219" y="453"/>
                  </a:moveTo>
                  <a:cubicBezTo>
                    <a:pt x="3662" y="0"/>
                    <a:pt x="5191" y="797"/>
                    <a:pt x="5643" y="2219"/>
                  </a:cubicBezTo>
                  <a:cubicBezTo>
                    <a:pt x="6095" y="3661"/>
                    <a:pt x="5320" y="5190"/>
                    <a:pt x="3877" y="5642"/>
                  </a:cubicBezTo>
                  <a:cubicBezTo>
                    <a:pt x="2434" y="6095"/>
                    <a:pt x="905" y="5319"/>
                    <a:pt x="453" y="3877"/>
                  </a:cubicBezTo>
                  <a:cubicBezTo>
                    <a:pt x="1" y="2434"/>
                    <a:pt x="776" y="905"/>
                    <a:pt x="2219" y="4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6" name="Google Shape;16286;p53">
              <a:extLst>
                <a:ext uri="{FF2B5EF4-FFF2-40B4-BE49-F238E27FC236}">
                  <a16:creationId xmlns:a16="http://schemas.microsoft.com/office/drawing/2014/main" xmlns="" id="{57A1B3D0-77C6-7F3C-DBE3-AF2B7070417B}"/>
                </a:ext>
              </a:extLst>
            </p:cNvPr>
            <p:cNvSpPr/>
            <p:nvPr/>
          </p:nvSpPr>
          <p:spPr>
            <a:xfrm rot="3331772" flipH="1">
              <a:off x="8067008" y="820259"/>
              <a:ext cx="384998" cy="363391"/>
            </a:xfrm>
            <a:custGeom>
              <a:avLst/>
              <a:gdLst/>
              <a:ahLst/>
              <a:cxnLst/>
              <a:rect l="l" t="t" r="r" b="b"/>
              <a:pathLst>
                <a:path w="5773" h="5449" extrusionOk="0">
                  <a:moveTo>
                    <a:pt x="4588" y="604"/>
                  </a:moveTo>
                  <a:cubicBezTo>
                    <a:pt x="4932" y="927"/>
                    <a:pt x="5191" y="1336"/>
                    <a:pt x="5320" y="1767"/>
                  </a:cubicBezTo>
                  <a:cubicBezTo>
                    <a:pt x="5772" y="3209"/>
                    <a:pt x="4997" y="4738"/>
                    <a:pt x="3554" y="5190"/>
                  </a:cubicBezTo>
                  <a:cubicBezTo>
                    <a:pt x="2757" y="5449"/>
                    <a:pt x="1874" y="5320"/>
                    <a:pt x="1185" y="4846"/>
                  </a:cubicBezTo>
                  <a:cubicBezTo>
                    <a:pt x="841" y="4523"/>
                    <a:pt x="582" y="4114"/>
                    <a:pt x="453" y="3683"/>
                  </a:cubicBezTo>
                  <a:cubicBezTo>
                    <a:pt x="1" y="2240"/>
                    <a:pt x="798" y="711"/>
                    <a:pt x="2219" y="259"/>
                  </a:cubicBezTo>
                  <a:cubicBezTo>
                    <a:pt x="3016" y="1"/>
                    <a:pt x="3899" y="130"/>
                    <a:pt x="4588" y="60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7" name="Google Shape;16287;p53">
              <a:extLst>
                <a:ext uri="{FF2B5EF4-FFF2-40B4-BE49-F238E27FC236}">
                  <a16:creationId xmlns:a16="http://schemas.microsoft.com/office/drawing/2014/main" xmlns="" id="{51EB2855-4ACD-E837-C60F-3C259F51E892}"/>
                </a:ext>
              </a:extLst>
            </p:cNvPr>
            <p:cNvSpPr/>
            <p:nvPr/>
          </p:nvSpPr>
          <p:spPr>
            <a:xfrm rot="3331772" flipH="1">
              <a:off x="8133193" y="873591"/>
              <a:ext cx="235614" cy="237014"/>
            </a:xfrm>
            <a:custGeom>
              <a:avLst/>
              <a:gdLst/>
              <a:ahLst/>
              <a:cxnLst/>
              <a:rect l="l" t="t" r="r" b="b"/>
              <a:pathLst>
                <a:path w="3533" h="3554" extrusionOk="0">
                  <a:moveTo>
                    <a:pt x="1292" y="281"/>
                  </a:moveTo>
                  <a:cubicBezTo>
                    <a:pt x="2111" y="1"/>
                    <a:pt x="2994" y="475"/>
                    <a:pt x="3274" y="1293"/>
                  </a:cubicBezTo>
                  <a:cubicBezTo>
                    <a:pt x="3532" y="2133"/>
                    <a:pt x="3080" y="3016"/>
                    <a:pt x="2240" y="3274"/>
                  </a:cubicBezTo>
                  <a:cubicBezTo>
                    <a:pt x="1400" y="3554"/>
                    <a:pt x="517" y="3080"/>
                    <a:pt x="259" y="2262"/>
                  </a:cubicBezTo>
                  <a:cubicBezTo>
                    <a:pt x="0" y="1422"/>
                    <a:pt x="453" y="539"/>
                    <a:pt x="1292" y="28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8" name="Google Shape;16288;p53">
              <a:extLst>
                <a:ext uri="{FF2B5EF4-FFF2-40B4-BE49-F238E27FC236}">
                  <a16:creationId xmlns:a16="http://schemas.microsoft.com/office/drawing/2014/main" xmlns="" id="{6B89918A-6882-D379-C715-2BBB43583C92}"/>
                </a:ext>
              </a:extLst>
            </p:cNvPr>
            <p:cNvSpPr/>
            <p:nvPr/>
          </p:nvSpPr>
          <p:spPr>
            <a:xfrm rot="3331772" flipH="1">
              <a:off x="8153582" y="888572"/>
              <a:ext cx="237014" cy="235614"/>
            </a:xfrm>
            <a:custGeom>
              <a:avLst/>
              <a:gdLst/>
              <a:ahLst/>
              <a:cxnLst/>
              <a:rect l="l" t="t" r="r" b="b"/>
              <a:pathLst>
                <a:path w="3554" h="3533" extrusionOk="0">
                  <a:moveTo>
                    <a:pt x="1292" y="259"/>
                  </a:moveTo>
                  <a:cubicBezTo>
                    <a:pt x="2132" y="1"/>
                    <a:pt x="3015" y="453"/>
                    <a:pt x="3274" y="1271"/>
                  </a:cubicBezTo>
                  <a:cubicBezTo>
                    <a:pt x="3553" y="2111"/>
                    <a:pt x="3080" y="2994"/>
                    <a:pt x="2261" y="3252"/>
                  </a:cubicBezTo>
                  <a:cubicBezTo>
                    <a:pt x="1422" y="3532"/>
                    <a:pt x="539" y="3058"/>
                    <a:pt x="280" y="2240"/>
                  </a:cubicBezTo>
                  <a:cubicBezTo>
                    <a:pt x="0" y="1400"/>
                    <a:pt x="474" y="517"/>
                    <a:pt x="1292" y="2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89" name="Google Shape;16289;p53">
              <a:extLst>
                <a:ext uri="{FF2B5EF4-FFF2-40B4-BE49-F238E27FC236}">
                  <a16:creationId xmlns:a16="http://schemas.microsoft.com/office/drawing/2014/main" xmlns="" id="{2E1099CE-64C8-5313-537E-8B2B660DD76D}"/>
                </a:ext>
              </a:extLst>
            </p:cNvPr>
            <p:cNvSpPr/>
            <p:nvPr/>
          </p:nvSpPr>
          <p:spPr>
            <a:xfrm rot="3331772" flipH="1">
              <a:off x="8154453" y="898451"/>
              <a:ext cx="211206" cy="201069"/>
            </a:xfrm>
            <a:custGeom>
              <a:avLst/>
              <a:gdLst/>
              <a:ahLst/>
              <a:cxnLst/>
              <a:rect l="l" t="t" r="r" b="b"/>
              <a:pathLst>
                <a:path w="3167" h="3015" extrusionOk="0">
                  <a:moveTo>
                    <a:pt x="2305" y="129"/>
                  </a:moveTo>
                  <a:cubicBezTo>
                    <a:pt x="2585" y="323"/>
                    <a:pt x="2779" y="603"/>
                    <a:pt x="2887" y="926"/>
                  </a:cubicBezTo>
                  <a:cubicBezTo>
                    <a:pt x="3166" y="1766"/>
                    <a:pt x="2693" y="2649"/>
                    <a:pt x="1874" y="2907"/>
                  </a:cubicBezTo>
                  <a:cubicBezTo>
                    <a:pt x="1551" y="3015"/>
                    <a:pt x="1185" y="3015"/>
                    <a:pt x="862" y="2907"/>
                  </a:cubicBezTo>
                  <a:cubicBezTo>
                    <a:pt x="582" y="2692"/>
                    <a:pt x="389" y="2412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616" y="0"/>
                    <a:pt x="1982" y="0"/>
                    <a:pt x="2305" y="129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0" name="Google Shape;16290;p53">
              <a:extLst>
                <a:ext uri="{FF2B5EF4-FFF2-40B4-BE49-F238E27FC236}">
                  <a16:creationId xmlns:a16="http://schemas.microsoft.com/office/drawing/2014/main" xmlns="" id="{864E4F47-442A-5BD6-EA53-DB78A0C38CA8}"/>
                </a:ext>
              </a:extLst>
            </p:cNvPr>
            <p:cNvSpPr/>
            <p:nvPr/>
          </p:nvSpPr>
          <p:spPr>
            <a:xfrm rot="3331772" flipH="1">
              <a:off x="8172654" y="908033"/>
              <a:ext cx="194000" cy="189598"/>
            </a:xfrm>
            <a:custGeom>
              <a:avLst/>
              <a:gdLst/>
              <a:ahLst/>
              <a:cxnLst/>
              <a:rect l="l" t="t" r="r" b="b"/>
              <a:pathLst>
                <a:path w="2909" h="2843" extrusionOk="0">
                  <a:moveTo>
                    <a:pt x="712" y="2778"/>
                  </a:moveTo>
                  <a:cubicBezTo>
                    <a:pt x="496" y="2584"/>
                    <a:pt x="367" y="2347"/>
                    <a:pt x="281" y="2089"/>
                  </a:cubicBezTo>
                  <a:cubicBezTo>
                    <a:pt x="1" y="1249"/>
                    <a:pt x="475" y="366"/>
                    <a:pt x="1293" y="108"/>
                  </a:cubicBezTo>
                  <a:cubicBezTo>
                    <a:pt x="1594" y="22"/>
                    <a:pt x="1918" y="0"/>
                    <a:pt x="2219" y="86"/>
                  </a:cubicBezTo>
                  <a:cubicBezTo>
                    <a:pt x="2413" y="280"/>
                    <a:pt x="2564" y="517"/>
                    <a:pt x="2650" y="775"/>
                  </a:cubicBezTo>
                  <a:cubicBezTo>
                    <a:pt x="2908" y="1615"/>
                    <a:pt x="2456" y="2498"/>
                    <a:pt x="1616" y="2756"/>
                  </a:cubicBezTo>
                  <a:cubicBezTo>
                    <a:pt x="1315" y="2843"/>
                    <a:pt x="1013" y="2843"/>
                    <a:pt x="712" y="2756"/>
                  </a:cubicBezTo>
                  <a:close/>
                </a:path>
              </a:pathLst>
            </a:custGeom>
            <a:solidFill>
              <a:srgbClr val="EFF0F1">
                <a:alpha val="4151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1" name="Google Shape;16291;p53">
              <a:extLst>
                <a:ext uri="{FF2B5EF4-FFF2-40B4-BE49-F238E27FC236}">
                  <a16:creationId xmlns:a16="http://schemas.microsoft.com/office/drawing/2014/main" xmlns="" id="{50E80137-26F1-50E4-6809-F315EC8DD488}"/>
                </a:ext>
              </a:extLst>
            </p:cNvPr>
            <p:cNvSpPr/>
            <p:nvPr/>
          </p:nvSpPr>
          <p:spPr>
            <a:xfrm rot="3331772" flipH="1">
              <a:off x="7807881" y="746340"/>
              <a:ext cx="165257" cy="169525"/>
            </a:xfrm>
            <a:custGeom>
              <a:avLst/>
              <a:gdLst/>
              <a:ahLst/>
              <a:cxnLst/>
              <a:rect l="l" t="t" r="r" b="b"/>
              <a:pathLst>
                <a:path w="2478" h="2542" extrusionOk="0">
                  <a:moveTo>
                    <a:pt x="2305" y="948"/>
                  </a:moveTo>
                  <a:cubicBezTo>
                    <a:pt x="2003" y="87"/>
                    <a:pt x="819" y="1"/>
                    <a:pt x="410" y="819"/>
                  </a:cubicBezTo>
                  <a:cubicBezTo>
                    <a:pt x="1" y="1638"/>
                    <a:pt x="776" y="2542"/>
                    <a:pt x="1659" y="2241"/>
                  </a:cubicBezTo>
                  <a:cubicBezTo>
                    <a:pt x="2197" y="2068"/>
                    <a:pt x="2477" y="1487"/>
                    <a:pt x="2305" y="94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2" name="Google Shape;16292;p53">
              <a:extLst>
                <a:ext uri="{FF2B5EF4-FFF2-40B4-BE49-F238E27FC236}">
                  <a16:creationId xmlns:a16="http://schemas.microsoft.com/office/drawing/2014/main" xmlns="" id="{10274E74-580F-E5EA-F9E3-A3496E000FB4}"/>
                </a:ext>
              </a:extLst>
            </p:cNvPr>
            <p:cNvSpPr/>
            <p:nvPr/>
          </p:nvSpPr>
          <p:spPr>
            <a:xfrm rot="3331772" flipH="1">
              <a:off x="7824901" y="752845"/>
              <a:ext cx="165190" cy="168057"/>
            </a:xfrm>
            <a:custGeom>
              <a:avLst/>
              <a:gdLst/>
              <a:ahLst/>
              <a:cxnLst/>
              <a:rect l="l" t="t" r="r" b="b"/>
              <a:pathLst>
                <a:path w="2477" h="2520" extrusionOk="0">
                  <a:moveTo>
                    <a:pt x="2305" y="948"/>
                  </a:moveTo>
                  <a:cubicBezTo>
                    <a:pt x="2003" y="86"/>
                    <a:pt x="819" y="0"/>
                    <a:pt x="410" y="797"/>
                  </a:cubicBezTo>
                  <a:cubicBezTo>
                    <a:pt x="0" y="1615"/>
                    <a:pt x="776" y="2520"/>
                    <a:pt x="1659" y="2240"/>
                  </a:cubicBezTo>
                  <a:cubicBezTo>
                    <a:pt x="2175" y="2068"/>
                    <a:pt x="2477" y="1486"/>
                    <a:pt x="2305" y="94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3" name="Google Shape;16293;p53">
              <a:extLst>
                <a:ext uri="{FF2B5EF4-FFF2-40B4-BE49-F238E27FC236}">
                  <a16:creationId xmlns:a16="http://schemas.microsoft.com/office/drawing/2014/main" xmlns="" id="{02E21CC6-83F2-C1DC-B1CD-A6F0DF84F8A4}"/>
                </a:ext>
              </a:extLst>
            </p:cNvPr>
            <p:cNvSpPr/>
            <p:nvPr/>
          </p:nvSpPr>
          <p:spPr>
            <a:xfrm rot="3331772" flipH="1">
              <a:off x="7187503" y="401006"/>
              <a:ext cx="393601" cy="410740"/>
            </a:xfrm>
            <a:custGeom>
              <a:avLst/>
              <a:gdLst/>
              <a:ahLst/>
              <a:cxnLst/>
              <a:rect l="l" t="t" r="r" b="b"/>
              <a:pathLst>
                <a:path w="5902" h="6159" extrusionOk="0">
                  <a:moveTo>
                    <a:pt x="4092" y="5276"/>
                  </a:moveTo>
                  <a:cubicBezTo>
                    <a:pt x="2068" y="6159"/>
                    <a:pt x="1" y="4178"/>
                    <a:pt x="798" y="2110"/>
                  </a:cubicBezTo>
                  <a:cubicBezTo>
                    <a:pt x="1573" y="65"/>
                    <a:pt x="4458" y="0"/>
                    <a:pt x="5363" y="2003"/>
                  </a:cubicBezTo>
                  <a:cubicBezTo>
                    <a:pt x="5901" y="3252"/>
                    <a:pt x="5341" y="4716"/>
                    <a:pt x="4092" y="527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4" name="Google Shape;16294;p53">
              <a:extLst>
                <a:ext uri="{FF2B5EF4-FFF2-40B4-BE49-F238E27FC236}">
                  <a16:creationId xmlns:a16="http://schemas.microsoft.com/office/drawing/2014/main" xmlns="" id="{A1A9A369-0665-B6AB-565C-A456D4676BBF}"/>
                </a:ext>
              </a:extLst>
            </p:cNvPr>
            <p:cNvSpPr/>
            <p:nvPr/>
          </p:nvSpPr>
          <p:spPr>
            <a:xfrm rot="3331772" flipH="1">
              <a:off x="7241965" y="454739"/>
              <a:ext cx="285831" cy="297302"/>
            </a:xfrm>
            <a:custGeom>
              <a:avLst/>
              <a:gdLst/>
              <a:ahLst/>
              <a:cxnLst/>
              <a:rect l="l" t="t" r="r" b="b"/>
              <a:pathLst>
                <a:path w="4286" h="4458" extrusionOk="0">
                  <a:moveTo>
                    <a:pt x="2972" y="3812"/>
                  </a:moveTo>
                  <a:cubicBezTo>
                    <a:pt x="1530" y="4458"/>
                    <a:pt x="1" y="3015"/>
                    <a:pt x="582" y="1529"/>
                  </a:cubicBezTo>
                  <a:cubicBezTo>
                    <a:pt x="1163" y="43"/>
                    <a:pt x="3252" y="0"/>
                    <a:pt x="3898" y="1465"/>
                  </a:cubicBezTo>
                  <a:cubicBezTo>
                    <a:pt x="4286" y="2369"/>
                    <a:pt x="3877" y="3424"/>
                    <a:pt x="2972" y="381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5" name="Google Shape;16295;p53">
              <a:extLst>
                <a:ext uri="{FF2B5EF4-FFF2-40B4-BE49-F238E27FC236}">
                  <a16:creationId xmlns:a16="http://schemas.microsoft.com/office/drawing/2014/main" xmlns="" id="{E6FD0DCE-2F15-FA4A-F923-C2D72E56BABB}"/>
                </a:ext>
              </a:extLst>
            </p:cNvPr>
            <p:cNvSpPr/>
            <p:nvPr/>
          </p:nvSpPr>
          <p:spPr>
            <a:xfrm rot="3331772" flipH="1">
              <a:off x="7248660" y="451364"/>
              <a:ext cx="305971" cy="284431"/>
            </a:xfrm>
            <a:custGeom>
              <a:avLst/>
              <a:gdLst/>
              <a:ahLst/>
              <a:cxnLst/>
              <a:rect l="l" t="t" r="r" b="b"/>
              <a:pathLst>
                <a:path w="4588" h="4265" extrusionOk="0">
                  <a:moveTo>
                    <a:pt x="3144" y="4006"/>
                  </a:moveTo>
                  <a:cubicBezTo>
                    <a:pt x="2584" y="4264"/>
                    <a:pt x="1938" y="4200"/>
                    <a:pt x="1422" y="3855"/>
                  </a:cubicBezTo>
                  <a:cubicBezTo>
                    <a:pt x="0" y="2305"/>
                    <a:pt x="1960" y="1"/>
                    <a:pt x="3726" y="1142"/>
                  </a:cubicBezTo>
                  <a:cubicBezTo>
                    <a:pt x="4587" y="2046"/>
                    <a:pt x="4286" y="3532"/>
                    <a:pt x="3144" y="402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6296" name="Google Shape;16296;p53">
              <a:extLst>
                <a:ext uri="{FF2B5EF4-FFF2-40B4-BE49-F238E27FC236}">
                  <a16:creationId xmlns:a16="http://schemas.microsoft.com/office/drawing/2014/main" xmlns="" id="{A685A12A-FD0D-953C-48FC-7357CC683C17}"/>
                </a:ext>
              </a:extLst>
            </p:cNvPr>
            <p:cNvSpPr/>
            <p:nvPr/>
          </p:nvSpPr>
          <p:spPr>
            <a:xfrm rot="3331772" flipH="1">
              <a:off x="7282561" y="501150"/>
              <a:ext cx="160922" cy="183930"/>
            </a:xfrm>
            <a:custGeom>
              <a:avLst/>
              <a:gdLst/>
              <a:ahLst/>
              <a:cxnLst/>
              <a:rect l="l" t="t" r="r" b="b"/>
              <a:pathLst>
                <a:path w="2413" h="2758" extrusionOk="0">
                  <a:moveTo>
                    <a:pt x="2176" y="1271"/>
                  </a:moveTo>
                  <a:cubicBezTo>
                    <a:pt x="2046" y="2327"/>
                    <a:pt x="754" y="2757"/>
                    <a:pt x="1" y="2004"/>
                  </a:cubicBezTo>
                  <a:cubicBezTo>
                    <a:pt x="151" y="2090"/>
                    <a:pt x="324" y="2133"/>
                    <a:pt x="496" y="2154"/>
                  </a:cubicBezTo>
                  <a:cubicBezTo>
                    <a:pt x="1702" y="2327"/>
                    <a:pt x="2412" y="862"/>
                    <a:pt x="1573" y="1"/>
                  </a:cubicBezTo>
                  <a:cubicBezTo>
                    <a:pt x="2003" y="259"/>
                    <a:pt x="2240" y="755"/>
                    <a:pt x="2176" y="1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6664BC1-9796-D17D-3A42-7B71D0794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4675" y="1485300"/>
            <a:ext cx="5563950" cy="2527800"/>
          </a:xfrm>
        </p:spPr>
        <p:txBody>
          <a:bodyPr/>
          <a:lstStyle/>
          <a:p>
            <a:r>
              <a:rPr lang="en-US" dirty="0"/>
              <a:t>A smart pick-and-place robotic system using the NED2 robot was designed</a:t>
            </a:r>
          </a:p>
          <a:p>
            <a:r>
              <a:rPr lang="en-US" dirty="0"/>
              <a:t>Visio-based detection and motion planning enables accurate automation</a:t>
            </a:r>
          </a:p>
          <a:p>
            <a:r>
              <a:rPr lang="en-US" dirty="0"/>
              <a:t>System integration between hardware, software, and control was achieved</a:t>
            </a:r>
          </a:p>
          <a:p>
            <a:endParaRPr lang="en-US" dirty="0"/>
          </a:p>
          <a:p>
            <a:pPr marL="0" lvl="0" indent="0">
              <a:buNone/>
            </a:pPr>
            <a:r>
              <a:rPr lang="en-US" sz="1700" dirty="0">
                <a:latin typeface="Michroma"/>
                <a:ea typeface="Michroma"/>
                <a:cs typeface="Michroma"/>
                <a:sym typeface="Michroma"/>
              </a:rPr>
              <a:t>Future improvements </a:t>
            </a:r>
          </a:p>
          <a:p>
            <a:pPr marL="0" lvl="0" indent="0">
              <a:buNone/>
            </a:pPr>
            <a:endParaRPr lang="en-US" sz="1200" b="1" dirty="0">
              <a:latin typeface="Michroma"/>
              <a:ea typeface="Michroma"/>
              <a:cs typeface="Michroma"/>
              <a:sym typeface="Michroma"/>
            </a:endParaRPr>
          </a:p>
          <a:p>
            <a:r>
              <a:rPr lang="en-US" dirty="0"/>
              <a:t>Include higher autonomy, smarter vision, and full production line integration</a:t>
            </a:r>
          </a:p>
          <a:p>
            <a:pPr marL="1397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204131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2" name="Google Shape;14462;p50"/>
          <p:cNvSpPr txBox="1">
            <a:spLocks noGrp="1"/>
          </p:cNvSpPr>
          <p:nvPr>
            <p:ph type="title"/>
          </p:nvPr>
        </p:nvSpPr>
        <p:spPr>
          <a:xfrm>
            <a:off x="346843" y="178919"/>
            <a:ext cx="7023538" cy="8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Thank you for listening</a:t>
            </a:r>
            <a:endParaRPr sz="4400" dirty="0"/>
          </a:p>
        </p:txBody>
      </p:sp>
      <p:sp>
        <p:nvSpPr>
          <p:cNvPr id="14463" name="Google Shape;14463;p50"/>
          <p:cNvSpPr txBox="1">
            <a:spLocks noGrp="1"/>
          </p:cNvSpPr>
          <p:nvPr>
            <p:ph type="subTitle" idx="1"/>
          </p:nvPr>
        </p:nvSpPr>
        <p:spPr>
          <a:xfrm rot="20705546">
            <a:off x="4382813" y="2633912"/>
            <a:ext cx="3957145" cy="1219200"/>
          </a:xfrm>
          <a:prstGeom prst="rect">
            <a:avLst/>
          </a:prstGeom>
          <a:solidFill>
            <a:srgbClr val="0AAAC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" dirty="0">
                <a:latin typeface="Michroma" panose="020B0604020202020204" charset="0"/>
              </a:rPr>
              <a:t>Do you have any questions?</a:t>
            </a:r>
            <a:endParaRPr dirty="0">
              <a:latin typeface="Michroma" panose="020B0604020202020204" charset="0"/>
            </a:endParaRPr>
          </a:p>
        </p:txBody>
      </p:sp>
      <p:grpSp>
        <p:nvGrpSpPr>
          <p:cNvPr id="14485" name="Google Shape;14485;p50"/>
          <p:cNvGrpSpPr/>
          <p:nvPr/>
        </p:nvGrpSpPr>
        <p:grpSpPr>
          <a:xfrm flipH="1">
            <a:off x="842221" y="1277663"/>
            <a:ext cx="5055841" cy="3684538"/>
            <a:chOff x="3621478" y="1435849"/>
            <a:chExt cx="5055841" cy="3684538"/>
          </a:xfrm>
        </p:grpSpPr>
        <p:sp>
          <p:nvSpPr>
            <p:cNvPr id="14486" name="Google Shape;14486;p50"/>
            <p:cNvSpPr/>
            <p:nvPr/>
          </p:nvSpPr>
          <p:spPr>
            <a:xfrm rot="3647001">
              <a:off x="4259163" y="2524081"/>
              <a:ext cx="211548" cy="398286"/>
            </a:xfrm>
            <a:custGeom>
              <a:avLst/>
              <a:gdLst/>
              <a:ahLst/>
              <a:cxnLst/>
              <a:rect l="l" t="t" r="r" b="b"/>
              <a:pathLst>
                <a:path w="1910" h="3596" extrusionOk="0">
                  <a:moveTo>
                    <a:pt x="0" y="1"/>
                  </a:moveTo>
                  <a:lnTo>
                    <a:pt x="0" y="3595"/>
                  </a:lnTo>
                  <a:lnTo>
                    <a:pt x="1910" y="3595"/>
                  </a:lnTo>
                  <a:lnTo>
                    <a:pt x="191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7" name="Google Shape;14487;p50"/>
            <p:cNvSpPr/>
            <p:nvPr/>
          </p:nvSpPr>
          <p:spPr>
            <a:xfrm rot="3647001">
              <a:off x="4348774" y="2570436"/>
              <a:ext cx="211548" cy="205346"/>
            </a:xfrm>
            <a:custGeom>
              <a:avLst/>
              <a:gdLst/>
              <a:ahLst/>
              <a:cxnLst/>
              <a:rect l="l" t="t" r="r" b="b"/>
              <a:pathLst>
                <a:path w="1910" h="1854" extrusionOk="0">
                  <a:moveTo>
                    <a:pt x="0" y="57"/>
                  </a:moveTo>
                  <a:lnTo>
                    <a:pt x="0" y="1854"/>
                  </a:lnTo>
                  <a:cubicBezTo>
                    <a:pt x="169" y="1854"/>
                    <a:pt x="281" y="1854"/>
                    <a:pt x="393" y="1854"/>
                  </a:cubicBezTo>
                  <a:cubicBezTo>
                    <a:pt x="955" y="1854"/>
                    <a:pt x="1517" y="1629"/>
                    <a:pt x="1910" y="1180"/>
                  </a:cubicBezTo>
                  <a:lnTo>
                    <a:pt x="1910" y="1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8" name="Google Shape;14488;p50"/>
            <p:cNvSpPr/>
            <p:nvPr/>
          </p:nvSpPr>
          <p:spPr>
            <a:xfrm>
              <a:off x="7414325" y="3127965"/>
              <a:ext cx="970562" cy="722691"/>
            </a:xfrm>
            <a:custGeom>
              <a:avLst/>
              <a:gdLst/>
              <a:ahLst/>
              <a:cxnLst/>
              <a:rect l="l" t="t" r="r" b="b"/>
              <a:pathLst>
                <a:path w="12975" h="9661" extrusionOk="0">
                  <a:moveTo>
                    <a:pt x="12974" y="0"/>
                  </a:moveTo>
                  <a:lnTo>
                    <a:pt x="0" y="0"/>
                  </a:lnTo>
                  <a:lnTo>
                    <a:pt x="0" y="9661"/>
                  </a:lnTo>
                  <a:lnTo>
                    <a:pt x="12974" y="966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89" name="Google Shape;14489;p50"/>
            <p:cNvSpPr/>
            <p:nvPr/>
          </p:nvSpPr>
          <p:spPr>
            <a:xfrm>
              <a:off x="7813393" y="3850565"/>
              <a:ext cx="172345" cy="235337"/>
            </a:xfrm>
            <a:custGeom>
              <a:avLst/>
              <a:gdLst/>
              <a:ahLst/>
              <a:cxnLst/>
              <a:rect l="l" t="t" r="r" b="b"/>
              <a:pathLst>
                <a:path w="2304" h="3146" extrusionOk="0">
                  <a:moveTo>
                    <a:pt x="2304" y="1"/>
                  </a:moveTo>
                  <a:lnTo>
                    <a:pt x="1" y="1"/>
                  </a:lnTo>
                  <a:lnTo>
                    <a:pt x="1" y="3146"/>
                  </a:lnTo>
                  <a:lnTo>
                    <a:pt x="2304" y="31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0" name="Google Shape;14490;p50"/>
            <p:cNvSpPr/>
            <p:nvPr/>
          </p:nvSpPr>
          <p:spPr>
            <a:xfrm>
              <a:off x="7813393" y="3850565"/>
              <a:ext cx="172345" cy="63061"/>
            </a:xfrm>
            <a:custGeom>
              <a:avLst/>
              <a:gdLst/>
              <a:ahLst/>
              <a:cxnLst/>
              <a:rect l="l" t="t" r="r" b="b"/>
              <a:pathLst>
                <a:path w="2304" h="843" extrusionOk="0">
                  <a:moveTo>
                    <a:pt x="2304" y="1"/>
                  </a:moveTo>
                  <a:lnTo>
                    <a:pt x="1" y="1"/>
                  </a:lnTo>
                  <a:lnTo>
                    <a:pt x="1" y="843"/>
                  </a:lnTo>
                  <a:lnTo>
                    <a:pt x="2304" y="843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1" name="Google Shape;14491;p50"/>
            <p:cNvSpPr/>
            <p:nvPr/>
          </p:nvSpPr>
          <p:spPr>
            <a:xfrm>
              <a:off x="7510969" y="3199328"/>
              <a:ext cx="777273" cy="579888"/>
            </a:xfrm>
            <a:custGeom>
              <a:avLst/>
              <a:gdLst/>
              <a:ahLst/>
              <a:cxnLst/>
              <a:rect l="l" t="t" r="r" b="b"/>
              <a:pathLst>
                <a:path w="10391" h="7752" extrusionOk="0">
                  <a:moveTo>
                    <a:pt x="10390" y="1"/>
                  </a:moveTo>
                  <a:lnTo>
                    <a:pt x="0" y="1"/>
                  </a:lnTo>
                  <a:lnTo>
                    <a:pt x="0" y="7752"/>
                  </a:lnTo>
                  <a:lnTo>
                    <a:pt x="10390" y="77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2" name="Google Shape;14492;p50"/>
            <p:cNvSpPr/>
            <p:nvPr/>
          </p:nvSpPr>
          <p:spPr>
            <a:xfrm>
              <a:off x="6064543" y="2836404"/>
              <a:ext cx="783831" cy="1107464"/>
            </a:xfrm>
            <a:custGeom>
              <a:avLst/>
              <a:gdLst/>
              <a:ahLst/>
              <a:cxnLst/>
              <a:rect l="l" t="t" r="r" b="b"/>
              <a:pathLst>
                <a:path w="7077" h="9999" extrusionOk="0">
                  <a:moveTo>
                    <a:pt x="7077" y="1"/>
                  </a:moveTo>
                  <a:lnTo>
                    <a:pt x="0" y="1"/>
                  </a:lnTo>
                  <a:lnTo>
                    <a:pt x="0" y="9998"/>
                  </a:lnTo>
                  <a:lnTo>
                    <a:pt x="7077" y="99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3" name="Google Shape;14493;p50"/>
            <p:cNvSpPr/>
            <p:nvPr/>
          </p:nvSpPr>
          <p:spPr>
            <a:xfrm>
              <a:off x="6064543" y="2892447"/>
              <a:ext cx="696775" cy="1051421"/>
            </a:xfrm>
            <a:custGeom>
              <a:avLst/>
              <a:gdLst/>
              <a:ahLst/>
              <a:cxnLst/>
              <a:rect l="l" t="t" r="r" b="b"/>
              <a:pathLst>
                <a:path w="6291" h="9493" extrusionOk="0">
                  <a:moveTo>
                    <a:pt x="0" y="0"/>
                  </a:moveTo>
                  <a:lnTo>
                    <a:pt x="0" y="9492"/>
                  </a:lnTo>
                  <a:lnTo>
                    <a:pt x="6291" y="9492"/>
                  </a:lnTo>
                  <a:lnTo>
                    <a:pt x="629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4" name="Google Shape;14494;p50"/>
            <p:cNvSpPr/>
            <p:nvPr/>
          </p:nvSpPr>
          <p:spPr>
            <a:xfrm>
              <a:off x="6145394" y="2892447"/>
              <a:ext cx="615922" cy="1051421"/>
            </a:xfrm>
            <a:custGeom>
              <a:avLst/>
              <a:gdLst/>
              <a:ahLst/>
              <a:cxnLst/>
              <a:rect l="l" t="t" r="r" b="b"/>
              <a:pathLst>
                <a:path w="5561" h="9493" extrusionOk="0">
                  <a:moveTo>
                    <a:pt x="0" y="9492"/>
                  </a:moveTo>
                  <a:lnTo>
                    <a:pt x="5561" y="9492"/>
                  </a:lnTo>
                  <a:lnTo>
                    <a:pt x="556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5" name="Google Shape;14495;p50"/>
            <p:cNvSpPr/>
            <p:nvPr/>
          </p:nvSpPr>
          <p:spPr>
            <a:xfrm>
              <a:off x="6300895" y="3284299"/>
              <a:ext cx="261388" cy="659561"/>
            </a:xfrm>
            <a:custGeom>
              <a:avLst/>
              <a:gdLst/>
              <a:ahLst/>
              <a:cxnLst/>
              <a:rect l="l" t="t" r="r" b="b"/>
              <a:pathLst>
                <a:path w="2360" h="5955" extrusionOk="0">
                  <a:moveTo>
                    <a:pt x="0" y="5954"/>
                  </a:moveTo>
                  <a:lnTo>
                    <a:pt x="2359" y="5954"/>
                  </a:lnTo>
                  <a:lnTo>
                    <a:pt x="2359" y="1068"/>
                  </a:lnTo>
                  <a:cubicBezTo>
                    <a:pt x="2303" y="450"/>
                    <a:pt x="1798" y="1"/>
                    <a:pt x="1180" y="1"/>
                  </a:cubicBezTo>
                  <a:lnTo>
                    <a:pt x="1180" y="1"/>
                  </a:lnTo>
                  <a:cubicBezTo>
                    <a:pt x="562" y="1"/>
                    <a:pt x="57" y="450"/>
                    <a:pt x="0" y="106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6" name="Google Shape;14496;p50"/>
            <p:cNvSpPr/>
            <p:nvPr/>
          </p:nvSpPr>
          <p:spPr>
            <a:xfrm>
              <a:off x="5162548" y="1634987"/>
              <a:ext cx="1362428" cy="1262857"/>
            </a:xfrm>
            <a:custGeom>
              <a:avLst/>
              <a:gdLst/>
              <a:ahLst/>
              <a:cxnLst/>
              <a:rect l="l" t="t" r="r" b="b"/>
              <a:pathLst>
                <a:path w="12301" h="11402" extrusionOk="0">
                  <a:moveTo>
                    <a:pt x="0" y="3988"/>
                  </a:moveTo>
                  <a:lnTo>
                    <a:pt x="3258" y="0"/>
                  </a:lnTo>
                  <a:lnTo>
                    <a:pt x="12300" y="7414"/>
                  </a:lnTo>
                  <a:lnTo>
                    <a:pt x="9043" y="114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7" name="Google Shape;14497;p50"/>
            <p:cNvSpPr/>
            <p:nvPr/>
          </p:nvSpPr>
          <p:spPr>
            <a:xfrm>
              <a:off x="5174953" y="1703434"/>
              <a:ext cx="1293980" cy="1194409"/>
            </a:xfrm>
            <a:custGeom>
              <a:avLst/>
              <a:gdLst/>
              <a:ahLst/>
              <a:cxnLst/>
              <a:rect l="l" t="t" r="r" b="b"/>
              <a:pathLst>
                <a:path w="11683" h="10784" extrusionOk="0">
                  <a:moveTo>
                    <a:pt x="11683" y="7358"/>
                  </a:moveTo>
                  <a:lnTo>
                    <a:pt x="8931" y="10784"/>
                  </a:lnTo>
                  <a:lnTo>
                    <a:pt x="1" y="3426"/>
                  </a:lnTo>
                  <a:lnTo>
                    <a:pt x="27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8" name="Google Shape;14498;p50"/>
            <p:cNvSpPr/>
            <p:nvPr/>
          </p:nvSpPr>
          <p:spPr>
            <a:xfrm>
              <a:off x="5224682" y="1703434"/>
              <a:ext cx="1244250" cy="1132163"/>
            </a:xfrm>
            <a:custGeom>
              <a:avLst/>
              <a:gdLst/>
              <a:ahLst/>
              <a:cxnLst/>
              <a:rect l="l" t="t" r="r" b="b"/>
              <a:pathLst>
                <a:path w="11234" h="10222" extrusionOk="0">
                  <a:moveTo>
                    <a:pt x="1" y="2864"/>
                  </a:moveTo>
                  <a:lnTo>
                    <a:pt x="2304" y="0"/>
                  </a:lnTo>
                  <a:lnTo>
                    <a:pt x="11234" y="7358"/>
                  </a:lnTo>
                  <a:lnTo>
                    <a:pt x="8931" y="10222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499" name="Google Shape;14499;p50"/>
            <p:cNvSpPr/>
            <p:nvPr/>
          </p:nvSpPr>
          <p:spPr>
            <a:xfrm>
              <a:off x="4453380" y="1759365"/>
              <a:ext cx="970568" cy="1001580"/>
            </a:xfrm>
            <a:custGeom>
              <a:avLst/>
              <a:gdLst/>
              <a:ahLst/>
              <a:cxnLst/>
              <a:rect l="l" t="t" r="r" b="b"/>
              <a:pathLst>
                <a:path w="8763" h="9043" extrusionOk="0">
                  <a:moveTo>
                    <a:pt x="2865" y="9043"/>
                  </a:moveTo>
                  <a:lnTo>
                    <a:pt x="1" y="6403"/>
                  </a:lnTo>
                  <a:lnTo>
                    <a:pt x="5842" y="1"/>
                  </a:lnTo>
                  <a:lnTo>
                    <a:pt x="8762" y="26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0" name="Google Shape;14500;p50"/>
            <p:cNvSpPr/>
            <p:nvPr/>
          </p:nvSpPr>
          <p:spPr>
            <a:xfrm>
              <a:off x="4453380" y="1759365"/>
              <a:ext cx="920727" cy="951850"/>
            </a:xfrm>
            <a:custGeom>
              <a:avLst/>
              <a:gdLst/>
              <a:ahLst/>
              <a:cxnLst/>
              <a:rect l="l" t="t" r="r" b="b"/>
              <a:pathLst>
                <a:path w="8313" h="8594" extrusionOk="0">
                  <a:moveTo>
                    <a:pt x="1" y="6403"/>
                  </a:moveTo>
                  <a:lnTo>
                    <a:pt x="5842" y="1"/>
                  </a:lnTo>
                  <a:lnTo>
                    <a:pt x="8313" y="2191"/>
                  </a:lnTo>
                  <a:lnTo>
                    <a:pt x="2416" y="859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1" name="Google Shape;14501;p50"/>
            <p:cNvSpPr/>
            <p:nvPr/>
          </p:nvSpPr>
          <p:spPr>
            <a:xfrm>
              <a:off x="4944803" y="1759365"/>
              <a:ext cx="485339" cy="416891"/>
            </a:xfrm>
            <a:custGeom>
              <a:avLst/>
              <a:gdLst/>
              <a:ahLst/>
              <a:cxnLst/>
              <a:rect l="l" t="t" r="r" b="b"/>
              <a:pathLst>
                <a:path w="4382" h="3764" extrusionOk="0">
                  <a:moveTo>
                    <a:pt x="57" y="1517"/>
                  </a:moveTo>
                  <a:cubicBezTo>
                    <a:pt x="281" y="2809"/>
                    <a:pt x="1461" y="3764"/>
                    <a:pt x="2809" y="3764"/>
                  </a:cubicBezTo>
                  <a:cubicBezTo>
                    <a:pt x="2977" y="3764"/>
                    <a:pt x="3146" y="3764"/>
                    <a:pt x="3370" y="3707"/>
                  </a:cubicBezTo>
                  <a:lnTo>
                    <a:pt x="4381" y="2640"/>
                  </a:lnTo>
                  <a:lnTo>
                    <a:pt x="1405" y="1"/>
                  </a:lnTo>
                  <a:lnTo>
                    <a:pt x="1" y="1517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2" name="Google Shape;14502;p50"/>
            <p:cNvSpPr/>
            <p:nvPr/>
          </p:nvSpPr>
          <p:spPr>
            <a:xfrm>
              <a:off x="5971176" y="2393882"/>
              <a:ext cx="503947" cy="503947"/>
            </a:xfrm>
            <a:custGeom>
              <a:avLst/>
              <a:gdLst/>
              <a:ahLst/>
              <a:cxnLst/>
              <a:rect l="l" t="t" r="r" b="b"/>
              <a:pathLst>
                <a:path w="4550" h="4550" extrusionOk="0">
                  <a:moveTo>
                    <a:pt x="3202" y="56"/>
                  </a:moveTo>
                  <a:cubicBezTo>
                    <a:pt x="1573" y="281"/>
                    <a:pt x="282" y="1517"/>
                    <a:pt x="1" y="3146"/>
                  </a:cubicBezTo>
                  <a:lnTo>
                    <a:pt x="1742" y="4550"/>
                  </a:lnTo>
                  <a:lnTo>
                    <a:pt x="4550" y="1124"/>
                  </a:lnTo>
                  <a:lnTo>
                    <a:pt x="3202" y="0"/>
                  </a:lnTo>
                  <a:close/>
                </a:path>
              </a:pathLst>
            </a:custGeom>
            <a:solidFill>
              <a:srgbClr val="37598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3" name="Google Shape;14503;p50"/>
            <p:cNvSpPr/>
            <p:nvPr/>
          </p:nvSpPr>
          <p:spPr>
            <a:xfrm>
              <a:off x="6064543" y="2773329"/>
              <a:ext cx="696775" cy="535069"/>
            </a:xfrm>
            <a:custGeom>
              <a:avLst/>
              <a:gdLst/>
              <a:ahLst/>
              <a:cxnLst/>
              <a:rect l="l" t="t" r="r" b="b"/>
              <a:pathLst>
                <a:path w="6291" h="4831" extrusionOk="0">
                  <a:moveTo>
                    <a:pt x="0" y="2696"/>
                  </a:moveTo>
                  <a:cubicBezTo>
                    <a:pt x="1741" y="4830"/>
                    <a:pt x="5167" y="4381"/>
                    <a:pt x="6291" y="1798"/>
                  </a:cubicBezTo>
                  <a:lnTo>
                    <a:pt x="6291" y="10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4" name="Google Shape;14504;p50"/>
            <p:cNvSpPr/>
            <p:nvPr/>
          </p:nvSpPr>
          <p:spPr>
            <a:xfrm>
              <a:off x="5909042" y="2319233"/>
              <a:ext cx="970457" cy="964255"/>
            </a:xfrm>
            <a:custGeom>
              <a:avLst/>
              <a:gdLst/>
              <a:ahLst/>
              <a:cxnLst/>
              <a:rect l="l" t="t" r="r" b="b"/>
              <a:pathLst>
                <a:path w="8762" h="8706" extrusionOk="0">
                  <a:moveTo>
                    <a:pt x="4999" y="0"/>
                  </a:moveTo>
                  <a:cubicBezTo>
                    <a:pt x="1685" y="0"/>
                    <a:pt x="0" y="4044"/>
                    <a:pt x="2359" y="6347"/>
                  </a:cubicBezTo>
                  <a:cubicBezTo>
                    <a:pt x="4718" y="8706"/>
                    <a:pt x="8762" y="7077"/>
                    <a:pt x="8762" y="3707"/>
                  </a:cubicBezTo>
                  <a:cubicBezTo>
                    <a:pt x="8762" y="1685"/>
                    <a:pt x="7077" y="0"/>
                    <a:pt x="49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5" name="Google Shape;14505;p50"/>
            <p:cNvSpPr/>
            <p:nvPr/>
          </p:nvSpPr>
          <p:spPr>
            <a:xfrm>
              <a:off x="5852999" y="2126408"/>
              <a:ext cx="1188206" cy="1262857"/>
            </a:xfrm>
            <a:custGeom>
              <a:avLst/>
              <a:gdLst/>
              <a:ahLst/>
              <a:cxnLst/>
              <a:rect l="l" t="t" r="r" b="b"/>
              <a:pathLst>
                <a:path w="10728" h="11402" extrusionOk="0">
                  <a:moveTo>
                    <a:pt x="2247" y="3651"/>
                  </a:moveTo>
                  <a:cubicBezTo>
                    <a:pt x="1" y="7695"/>
                    <a:pt x="5617" y="11402"/>
                    <a:pt x="8481" y="7751"/>
                  </a:cubicBezTo>
                  <a:cubicBezTo>
                    <a:pt x="10728" y="3763"/>
                    <a:pt x="5112" y="0"/>
                    <a:pt x="2247" y="365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6" name="Google Shape;14506;p50"/>
            <p:cNvSpPr/>
            <p:nvPr/>
          </p:nvSpPr>
          <p:spPr>
            <a:xfrm>
              <a:off x="6101867" y="2530665"/>
              <a:ext cx="559879" cy="559990"/>
            </a:xfrm>
            <a:custGeom>
              <a:avLst/>
              <a:gdLst/>
              <a:ahLst/>
              <a:cxnLst/>
              <a:rect l="l" t="t" r="r" b="b"/>
              <a:pathLst>
                <a:path w="5055" h="5056" extrusionOk="0">
                  <a:moveTo>
                    <a:pt x="2865" y="1"/>
                  </a:moveTo>
                  <a:cubicBezTo>
                    <a:pt x="955" y="1"/>
                    <a:pt x="0" y="2304"/>
                    <a:pt x="1348" y="3708"/>
                  </a:cubicBezTo>
                  <a:cubicBezTo>
                    <a:pt x="2696" y="5056"/>
                    <a:pt x="5055" y="4101"/>
                    <a:pt x="5055" y="2191"/>
                  </a:cubicBezTo>
                  <a:cubicBezTo>
                    <a:pt x="5055" y="956"/>
                    <a:pt x="4044" y="1"/>
                    <a:pt x="2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7" name="Google Shape;14507;p50"/>
            <p:cNvSpPr/>
            <p:nvPr/>
          </p:nvSpPr>
          <p:spPr>
            <a:xfrm>
              <a:off x="6145394" y="2493340"/>
              <a:ext cx="559990" cy="559990"/>
            </a:xfrm>
            <a:custGeom>
              <a:avLst/>
              <a:gdLst/>
              <a:ahLst/>
              <a:cxnLst/>
              <a:rect l="l" t="t" r="r" b="b"/>
              <a:pathLst>
                <a:path w="5056" h="5056" extrusionOk="0">
                  <a:moveTo>
                    <a:pt x="2865" y="1"/>
                  </a:moveTo>
                  <a:cubicBezTo>
                    <a:pt x="955" y="1"/>
                    <a:pt x="0" y="2304"/>
                    <a:pt x="1348" y="3708"/>
                  </a:cubicBezTo>
                  <a:cubicBezTo>
                    <a:pt x="2696" y="5056"/>
                    <a:pt x="5055" y="4101"/>
                    <a:pt x="5055" y="2135"/>
                  </a:cubicBezTo>
                  <a:cubicBezTo>
                    <a:pt x="5055" y="956"/>
                    <a:pt x="4100" y="1"/>
                    <a:pt x="28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8" name="Google Shape;14508;p50"/>
            <p:cNvSpPr/>
            <p:nvPr/>
          </p:nvSpPr>
          <p:spPr>
            <a:xfrm>
              <a:off x="6207528" y="2512058"/>
              <a:ext cx="528867" cy="541272"/>
            </a:xfrm>
            <a:custGeom>
              <a:avLst/>
              <a:gdLst/>
              <a:ahLst/>
              <a:cxnLst/>
              <a:rect l="l" t="t" r="r" b="b"/>
              <a:pathLst>
                <a:path w="4775" h="4887" extrusionOk="0">
                  <a:moveTo>
                    <a:pt x="619" y="674"/>
                  </a:moveTo>
                  <a:cubicBezTo>
                    <a:pt x="338" y="1068"/>
                    <a:pt x="169" y="1517"/>
                    <a:pt x="169" y="1966"/>
                  </a:cubicBezTo>
                  <a:cubicBezTo>
                    <a:pt x="1" y="3820"/>
                    <a:pt x="2191" y="4887"/>
                    <a:pt x="3483" y="3539"/>
                  </a:cubicBezTo>
                  <a:cubicBezTo>
                    <a:pt x="4775" y="2247"/>
                    <a:pt x="3708" y="0"/>
                    <a:pt x="1911" y="225"/>
                  </a:cubicBezTo>
                  <a:cubicBezTo>
                    <a:pt x="1405" y="225"/>
                    <a:pt x="956" y="394"/>
                    <a:pt x="619" y="67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09" name="Google Shape;14509;p50"/>
            <p:cNvSpPr/>
            <p:nvPr/>
          </p:nvSpPr>
          <p:spPr>
            <a:xfrm>
              <a:off x="6251166" y="2474733"/>
              <a:ext cx="404376" cy="528867"/>
            </a:xfrm>
            <a:custGeom>
              <a:avLst/>
              <a:gdLst/>
              <a:ahLst/>
              <a:cxnLst/>
              <a:rect l="l" t="t" r="r" b="b"/>
              <a:pathLst>
                <a:path w="3651" h="4775" extrusionOk="0">
                  <a:moveTo>
                    <a:pt x="3370" y="3820"/>
                  </a:moveTo>
                  <a:cubicBezTo>
                    <a:pt x="3538" y="3483"/>
                    <a:pt x="3651" y="3146"/>
                    <a:pt x="3651" y="2752"/>
                  </a:cubicBezTo>
                  <a:cubicBezTo>
                    <a:pt x="3651" y="1011"/>
                    <a:pt x="1741" y="0"/>
                    <a:pt x="281" y="955"/>
                  </a:cubicBezTo>
                  <a:cubicBezTo>
                    <a:pt x="112" y="1292"/>
                    <a:pt x="0" y="1629"/>
                    <a:pt x="0" y="2022"/>
                  </a:cubicBezTo>
                  <a:cubicBezTo>
                    <a:pt x="0" y="3707"/>
                    <a:pt x="1910" y="4774"/>
                    <a:pt x="3370" y="3820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0" name="Google Shape;14510;p50"/>
            <p:cNvSpPr/>
            <p:nvPr/>
          </p:nvSpPr>
          <p:spPr>
            <a:xfrm>
              <a:off x="4895074" y="1510498"/>
              <a:ext cx="727898" cy="728009"/>
            </a:xfrm>
            <a:custGeom>
              <a:avLst/>
              <a:gdLst/>
              <a:ahLst/>
              <a:cxnLst/>
              <a:rect l="l" t="t" r="r" b="b"/>
              <a:pathLst>
                <a:path w="6572" h="6573" extrusionOk="0">
                  <a:moveTo>
                    <a:pt x="3763" y="1"/>
                  </a:moveTo>
                  <a:cubicBezTo>
                    <a:pt x="1292" y="1"/>
                    <a:pt x="0" y="3034"/>
                    <a:pt x="1797" y="4775"/>
                  </a:cubicBezTo>
                  <a:cubicBezTo>
                    <a:pt x="3539" y="6572"/>
                    <a:pt x="6571" y="5280"/>
                    <a:pt x="6571" y="2809"/>
                  </a:cubicBezTo>
                  <a:cubicBezTo>
                    <a:pt x="6571" y="1237"/>
                    <a:pt x="5336" y="1"/>
                    <a:pt x="376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1" name="Google Shape;14511;p50"/>
            <p:cNvSpPr/>
            <p:nvPr/>
          </p:nvSpPr>
          <p:spPr>
            <a:xfrm>
              <a:off x="4926196" y="1435849"/>
              <a:ext cx="665653" cy="690684"/>
            </a:xfrm>
            <a:custGeom>
              <a:avLst/>
              <a:gdLst/>
              <a:ahLst/>
              <a:cxnLst/>
              <a:rect l="l" t="t" r="r" b="b"/>
              <a:pathLst>
                <a:path w="6010" h="6236" extrusionOk="0">
                  <a:moveTo>
                    <a:pt x="1011" y="2079"/>
                  </a:moveTo>
                  <a:cubicBezTo>
                    <a:pt x="0" y="3932"/>
                    <a:pt x="1348" y="6235"/>
                    <a:pt x="3482" y="6235"/>
                  </a:cubicBezTo>
                  <a:cubicBezTo>
                    <a:pt x="4325" y="6235"/>
                    <a:pt x="5167" y="5842"/>
                    <a:pt x="5673" y="5168"/>
                  </a:cubicBezTo>
                  <a:cubicBezTo>
                    <a:pt x="5897" y="4775"/>
                    <a:pt x="6010" y="4269"/>
                    <a:pt x="6010" y="3820"/>
                  </a:cubicBezTo>
                  <a:cubicBezTo>
                    <a:pt x="6010" y="1180"/>
                    <a:pt x="2696" y="1"/>
                    <a:pt x="1011" y="207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2" name="Google Shape;14512;p50"/>
            <p:cNvSpPr/>
            <p:nvPr/>
          </p:nvSpPr>
          <p:spPr>
            <a:xfrm>
              <a:off x="5038170" y="1666109"/>
              <a:ext cx="423094" cy="423094"/>
            </a:xfrm>
            <a:custGeom>
              <a:avLst/>
              <a:gdLst/>
              <a:ahLst/>
              <a:cxnLst/>
              <a:rect l="l" t="t" r="r" b="b"/>
              <a:pathLst>
                <a:path w="3820" h="3820" extrusionOk="0">
                  <a:moveTo>
                    <a:pt x="2190" y="0"/>
                  </a:moveTo>
                  <a:cubicBezTo>
                    <a:pt x="730" y="0"/>
                    <a:pt x="0" y="1741"/>
                    <a:pt x="1011" y="2808"/>
                  </a:cubicBezTo>
                  <a:cubicBezTo>
                    <a:pt x="2078" y="3819"/>
                    <a:pt x="3819" y="3089"/>
                    <a:pt x="3819" y="1629"/>
                  </a:cubicBezTo>
                  <a:cubicBezTo>
                    <a:pt x="3819" y="730"/>
                    <a:pt x="3089" y="0"/>
                    <a:pt x="21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3" name="Google Shape;14513;p50"/>
            <p:cNvSpPr/>
            <p:nvPr/>
          </p:nvSpPr>
          <p:spPr>
            <a:xfrm>
              <a:off x="5069181" y="1641189"/>
              <a:ext cx="423204" cy="416891"/>
            </a:xfrm>
            <a:custGeom>
              <a:avLst/>
              <a:gdLst/>
              <a:ahLst/>
              <a:cxnLst/>
              <a:rect l="l" t="t" r="r" b="b"/>
              <a:pathLst>
                <a:path w="3821" h="3764" extrusionOk="0">
                  <a:moveTo>
                    <a:pt x="2191" y="0"/>
                  </a:moveTo>
                  <a:cubicBezTo>
                    <a:pt x="731" y="0"/>
                    <a:pt x="1" y="1741"/>
                    <a:pt x="1068" y="2752"/>
                  </a:cubicBezTo>
                  <a:cubicBezTo>
                    <a:pt x="2079" y="3763"/>
                    <a:pt x="3820" y="3033"/>
                    <a:pt x="3820" y="1629"/>
                  </a:cubicBezTo>
                  <a:cubicBezTo>
                    <a:pt x="3820" y="731"/>
                    <a:pt x="3090" y="0"/>
                    <a:pt x="21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4" name="Google Shape;14514;p50"/>
            <p:cNvSpPr/>
            <p:nvPr/>
          </p:nvSpPr>
          <p:spPr>
            <a:xfrm>
              <a:off x="5131426" y="1672312"/>
              <a:ext cx="379566" cy="323523"/>
            </a:xfrm>
            <a:custGeom>
              <a:avLst/>
              <a:gdLst/>
              <a:ahLst/>
              <a:cxnLst/>
              <a:rect l="l" t="t" r="r" b="b"/>
              <a:pathLst>
                <a:path w="3427" h="2921" extrusionOk="0">
                  <a:moveTo>
                    <a:pt x="337" y="337"/>
                  </a:moveTo>
                  <a:cubicBezTo>
                    <a:pt x="113" y="618"/>
                    <a:pt x="0" y="955"/>
                    <a:pt x="0" y="1348"/>
                  </a:cubicBezTo>
                  <a:cubicBezTo>
                    <a:pt x="0" y="2191"/>
                    <a:pt x="731" y="2921"/>
                    <a:pt x="1629" y="2921"/>
                  </a:cubicBezTo>
                  <a:cubicBezTo>
                    <a:pt x="1966" y="2921"/>
                    <a:pt x="2303" y="2808"/>
                    <a:pt x="2584" y="2640"/>
                  </a:cubicBezTo>
                  <a:cubicBezTo>
                    <a:pt x="3427" y="1573"/>
                    <a:pt x="2640" y="0"/>
                    <a:pt x="1348" y="0"/>
                  </a:cubicBezTo>
                  <a:cubicBezTo>
                    <a:pt x="955" y="0"/>
                    <a:pt x="618" y="113"/>
                    <a:pt x="337" y="33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5" name="Google Shape;14515;p50"/>
            <p:cNvSpPr/>
            <p:nvPr/>
          </p:nvSpPr>
          <p:spPr>
            <a:xfrm>
              <a:off x="5156346" y="1622472"/>
              <a:ext cx="298713" cy="398284"/>
            </a:xfrm>
            <a:custGeom>
              <a:avLst/>
              <a:gdLst/>
              <a:ahLst/>
              <a:cxnLst/>
              <a:rect l="l" t="t" r="r" b="b"/>
              <a:pathLst>
                <a:path w="2697" h="3596" extrusionOk="0">
                  <a:moveTo>
                    <a:pt x="2528" y="2865"/>
                  </a:moveTo>
                  <a:cubicBezTo>
                    <a:pt x="2640" y="2641"/>
                    <a:pt x="2696" y="2360"/>
                    <a:pt x="2696" y="2079"/>
                  </a:cubicBezTo>
                  <a:cubicBezTo>
                    <a:pt x="2696" y="787"/>
                    <a:pt x="1292" y="1"/>
                    <a:pt x="225" y="731"/>
                  </a:cubicBezTo>
                  <a:cubicBezTo>
                    <a:pt x="56" y="956"/>
                    <a:pt x="0" y="1237"/>
                    <a:pt x="0" y="1517"/>
                  </a:cubicBezTo>
                  <a:cubicBezTo>
                    <a:pt x="0" y="2809"/>
                    <a:pt x="1404" y="3595"/>
                    <a:pt x="2528" y="2865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6" name="Google Shape;14516;p50"/>
            <p:cNvSpPr/>
            <p:nvPr/>
          </p:nvSpPr>
          <p:spPr>
            <a:xfrm>
              <a:off x="4310284" y="2368962"/>
              <a:ext cx="547585" cy="547585"/>
            </a:xfrm>
            <a:custGeom>
              <a:avLst/>
              <a:gdLst/>
              <a:ahLst/>
              <a:cxnLst/>
              <a:rect l="l" t="t" r="r" b="b"/>
              <a:pathLst>
                <a:path w="4944" h="4944" extrusionOk="0">
                  <a:moveTo>
                    <a:pt x="2809" y="1"/>
                  </a:moveTo>
                  <a:cubicBezTo>
                    <a:pt x="956" y="1"/>
                    <a:pt x="1" y="2247"/>
                    <a:pt x="1349" y="3595"/>
                  </a:cubicBezTo>
                  <a:cubicBezTo>
                    <a:pt x="2641" y="4943"/>
                    <a:pt x="4943" y="3988"/>
                    <a:pt x="4943" y="2135"/>
                  </a:cubicBezTo>
                  <a:cubicBezTo>
                    <a:pt x="4943" y="955"/>
                    <a:pt x="3988" y="1"/>
                    <a:pt x="28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7" name="Google Shape;14517;p50"/>
            <p:cNvSpPr/>
            <p:nvPr/>
          </p:nvSpPr>
          <p:spPr>
            <a:xfrm>
              <a:off x="4248150" y="2306718"/>
              <a:ext cx="591002" cy="703089"/>
            </a:xfrm>
            <a:custGeom>
              <a:avLst/>
              <a:gdLst/>
              <a:ahLst/>
              <a:cxnLst/>
              <a:rect l="l" t="t" r="r" b="b"/>
              <a:pathLst>
                <a:path w="5336" h="6348" extrusionOk="0">
                  <a:moveTo>
                    <a:pt x="1517" y="1630"/>
                  </a:moveTo>
                  <a:cubicBezTo>
                    <a:pt x="0" y="3989"/>
                    <a:pt x="3482" y="6348"/>
                    <a:pt x="5055" y="3989"/>
                  </a:cubicBezTo>
                  <a:cubicBezTo>
                    <a:pt x="5223" y="3652"/>
                    <a:pt x="5336" y="3315"/>
                    <a:pt x="5336" y="2978"/>
                  </a:cubicBezTo>
                  <a:cubicBezTo>
                    <a:pt x="5336" y="900"/>
                    <a:pt x="2752" y="1"/>
                    <a:pt x="1517" y="163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8" name="Google Shape;14518;p50"/>
            <p:cNvSpPr/>
            <p:nvPr/>
          </p:nvSpPr>
          <p:spPr>
            <a:xfrm>
              <a:off x="4416055" y="2487138"/>
              <a:ext cx="317320" cy="323633"/>
            </a:xfrm>
            <a:custGeom>
              <a:avLst/>
              <a:gdLst/>
              <a:ahLst/>
              <a:cxnLst/>
              <a:rect l="l" t="t" r="r" b="b"/>
              <a:pathLst>
                <a:path w="2865" h="2922" extrusionOk="0">
                  <a:moveTo>
                    <a:pt x="1629" y="1"/>
                  </a:moveTo>
                  <a:cubicBezTo>
                    <a:pt x="562" y="1"/>
                    <a:pt x="1" y="1349"/>
                    <a:pt x="787" y="2135"/>
                  </a:cubicBezTo>
                  <a:cubicBezTo>
                    <a:pt x="1517" y="2921"/>
                    <a:pt x="2865" y="2360"/>
                    <a:pt x="2865" y="1236"/>
                  </a:cubicBezTo>
                  <a:cubicBezTo>
                    <a:pt x="2865" y="562"/>
                    <a:pt x="2303" y="1"/>
                    <a:pt x="162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19" name="Google Shape;14519;p50"/>
            <p:cNvSpPr/>
            <p:nvPr/>
          </p:nvSpPr>
          <p:spPr>
            <a:xfrm>
              <a:off x="4440975" y="2468531"/>
              <a:ext cx="317320" cy="317320"/>
            </a:xfrm>
            <a:custGeom>
              <a:avLst/>
              <a:gdLst/>
              <a:ahLst/>
              <a:cxnLst/>
              <a:rect l="l" t="t" r="r" b="b"/>
              <a:pathLst>
                <a:path w="2865" h="2865" extrusionOk="0">
                  <a:moveTo>
                    <a:pt x="1629" y="0"/>
                  </a:moveTo>
                  <a:cubicBezTo>
                    <a:pt x="562" y="0"/>
                    <a:pt x="0" y="1348"/>
                    <a:pt x="787" y="2078"/>
                  </a:cubicBezTo>
                  <a:cubicBezTo>
                    <a:pt x="1573" y="2865"/>
                    <a:pt x="2865" y="2303"/>
                    <a:pt x="2865" y="1236"/>
                  </a:cubicBezTo>
                  <a:cubicBezTo>
                    <a:pt x="2865" y="562"/>
                    <a:pt x="2303" y="0"/>
                    <a:pt x="16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0" name="Google Shape;14520;p50"/>
            <p:cNvSpPr/>
            <p:nvPr/>
          </p:nvSpPr>
          <p:spPr>
            <a:xfrm>
              <a:off x="4447178" y="2493340"/>
              <a:ext cx="292511" cy="255185"/>
            </a:xfrm>
            <a:custGeom>
              <a:avLst/>
              <a:gdLst/>
              <a:ahLst/>
              <a:cxnLst/>
              <a:rect l="l" t="t" r="r" b="b"/>
              <a:pathLst>
                <a:path w="2641" h="2304" extrusionOk="0">
                  <a:moveTo>
                    <a:pt x="618" y="282"/>
                  </a:moveTo>
                  <a:cubicBezTo>
                    <a:pt x="0" y="1068"/>
                    <a:pt x="562" y="2248"/>
                    <a:pt x="1573" y="2248"/>
                  </a:cubicBezTo>
                  <a:cubicBezTo>
                    <a:pt x="2135" y="2304"/>
                    <a:pt x="2640" y="1798"/>
                    <a:pt x="2528" y="1237"/>
                  </a:cubicBezTo>
                  <a:cubicBezTo>
                    <a:pt x="2528" y="563"/>
                    <a:pt x="2022" y="1"/>
                    <a:pt x="1348" y="1"/>
                  </a:cubicBezTo>
                  <a:cubicBezTo>
                    <a:pt x="1068" y="1"/>
                    <a:pt x="787" y="113"/>
                    <a:pt x="562" y="282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1" name="Google Shape;14521;p50"/>
            <p:cNvSpPr/>
            <p:nvPr/>
          </p:nvSpPr>
          <p:spPr>
            <a:xfrm>
              <a:off x="4503109" y="2493340"/>
              <a:ext cx="230265" cy="230376"/>
            </a:xfrm>
            <a:custGeom>
              <a:avLst/>
              <a:gdLst/>
              <a:ahLst/>
              <a:cxnLst/>
              <a:rect l="l" t="t" r="r" b="b"/>
              <a:pathLst>
                <a:path w="2079" h="2080" extrusionOk="0">
                  <a:moveTo>
                    <a:pt x="1910" y="1854"/>
                  </a:moveTo>
                  <a:cubicBezTo>
                    <a:pt x="2023" y="1686"/>
                    <a:pt x="2079" y="1461"/>
                    <a:pt x="2079" y="1237"/>
                  </a:cubicBezTo>
                  <a:cubicBezTo>
                    <a:pt x="2079" y="563"/>
                    <a:pt x="1517" y="1"/>
                    <a:pt x="843" y="1"/>
                  </a:cubicBezTo>
                  <a:cubicBezTo>
                    <a:pt x="619" y="1"/>
                    <a:pt x="338" y="57"/>
                    <a:pt x="169" y="226"/>
                  </a:cubicBezTo>
                  <a:cubicBezTo>
                    <a:pt x="57" y="394"/>
                    <a:pt x="1" y="619"/>
                    <a:pt x="1" y="843"/>
                  </a:cubicBezTo>
                  <a:cubicBezTo>
                    <a:pt x="1" y="1517"/>
                    <a:pt x="563" y="2079"/>
                    <a:pt x="1236" y="2079"/>
                  </a:cubicBezTo>
                  <a:cubicBezTo>
                    <a:pt x="1461" y="2079"/>
                    <a:pt x="1686" y="1967"/>
                    <a:pt x="1910" y="1854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2" name="Google Shape;14522;p50"/>
            <p:cNvSpPr/>
            <p:nvPr/>
          </p:nvSpPr>
          <p:spPr>
            <a:xfrm rot="3647001">
              <a:off x="3738613" y="2647042"/>
              <a:ext cx="528870" cy="578600"/>
            </a:xfrm>
            <a:custGeom>
              <a:avLst/>
              <a:gdLst/>
              <a:ahLst/>
              <a:cxnLst/>
              <a:rect l="l" t="t" r="r" b="b"/>
              <a:pathLst>
                <a:path w="4775" h="5224" extrusionOk="0">
                  <a:moveTo>
                    <a:pt x="2359" y="0"/>
                  </a:moveTo>
                  <a:cubicBezTo>
                    <a:pt x="1067" y="0"/>
                    <a:pt x="0" y="1405"/>
                    <a:pt x="0" y="3202"/>
                  </a:cubicBezTo>
                  <a:cubicBezTo>
                    <a:pt x="0" y="3932"/>
                    <a:pt x="169" y="4606"/>
                    <a:pt x="562" y="5224"/>
                  </a:cubicBezTo>
                  <a:cubicBezTo>
                    <a:pt x="562" y="5111"/>
                    <a:pt x="618" y="4999"/>
                    <a:pt x="618" y="4887"/>
                  </a:cubicBezTo>
                  <a:cubicBezTo>
                    <a:pt x="506" y="4550"/>
                    <a:pt x="450" y="4157"/>
                    <a:pt x="450" y="3763"/>
                  </a:cubicBezTo>
                  <a:cubicBezTo>
                    <a:pt x="450" y="2359"/>
                    <a:pt x="1292" y="1180"/>
                    <a:pt x="2359" y="1180"/>
                  </a:cubicBezTo>
                  <a:cubicBezTo>
                    <a:pt x="3426" y="1180"/>
                    <a:pt x="4325" y="2359"/>
                    <a:pt x="4325" y="3763"/>
                  </a:cubicBezTo>
                  <a:cubicBezTo>
                    <a:pt x="4325" y="4157"/>
                    <a:pt x="4269" y="4550"/>
                    <a:pt x="4100" y="4887"/>
                  </a:cubicBezTo>
                  <a:cubicBezTo>
                    <a:pt x="4156" y="4999"/>
                    <a:pt x="4213" y="5111"/>
                    <a:pt x="4213" y="5224"/>
                  </a:cubicBezTo>
                  <a:cubicBezTo>
                    <a:pt x="4606" y="4606"/>
                    <a:pt x="4774" y="3932"/>
                    <a:pt x="4774" y="3202"/>
                  </a:cubicBezTo>
                  <a:cubicBezTo>
                    <a:pt x="4774" y="1461"/>
                    <a:pt x="3707" y="0"/>
                    <a:pt x="23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3" name="Google Shape;14523;p50"/>
            <p:cNvSpPr/>
            <p:nvPr/>
          </p:nvSpPr>
          <p:spPr>
            <a:xfrm>
              <a:off x="6332018" y="3284299"/>
              <a:ext cx="230265" cy="827469"/>
            </a:xfrm>
            <a:custGeom>
              <a:avLst/>
              <a:gdLst/>
              <a:ahLst/>
              <a:cxnLst/>
              <a:rect l="l" t="t" r="r" b="b"/>
              <a:pathLst>
                <a:path w="2079" h="7471" extrusionOk="0">
                  <a:moveTo>
                    <a:pt x="1067" y="57"/>
                  </a:moveTo>
                  <a:lnTo>
                    <a:pt x="1067" y="57"/>
                  </a:lnTo>
                  <a:cubicBezTo>
                    <a:pt x="506" y="57"/>
                    <a:pt x="56" y="506"/>
                    <a:pt x="56" y="1068"/>
                  </a:cubicBezTo>
                  <a:lnTo>
                    <a:pt x="56" y="6460"/>
                  </a:lnTo>
                  <a:cubicBezTo>
                    <a:pt x="0" y="7021"/>
                    <a:pt x="506" y="7471"/>
                    <a:pt x="1067" y="7471"/>
                  </a:cubicBezTo>
                  <a:lnTo>
                    <a:pt x="1067" y="7471"/>
                  </a:lnTo>
                  <a:cubicBezTo>
                    <a:pt x="1629" y="7471"/>
                    <a:pt x="2078" y="7021"/>
                    <a:pt x="2078" y="6460"/>
                  </a:cubicBezTo>
                  <a:lnTo>
                    <a:pt x="2078" y="1068"/>
                  </a:lnTo>
                  <a:cubicBezTo>
                    <a:pt x="2078" y="450"/>
                    <a:pt x="1629" y="1"/>
                    <a:pt x="10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4" name="Google Shape;14524;p50"/>
            <p:cNvSpPr/>
            <p:nvPr/>
          </p:nvSpPr>
          <p:spPr>
            <a:xfrm>
              <a:off x="5703701" y="4479545"/>
              <a:ext cx="2874046" cy="640843"/>
            </a:xfrm>
            <a:custGeom>
              <a:avLst/>
              <a:gdLst/>
              <a:ahLst/>
              <a:cxnLst/>
              <a:rect l="l" t="t" r="r" b="b"/>
              <a:pathLst>
                <a:path w="25949" h="5786" extrusionOk="0">
                  <a:moveTo>
                    <a:pt x="25949" y="0"/>
                  </a:moveTo>
                  <a:lnTo>
                    <a:pt x="1" y="0"/>
                  </a:lnTo>
                  <a:lnTo>
                    <a:pt x="1" y="5785"/>
                  </a:lnTo>
                  <a:lnTo>
                    <a:pt x="25949" y="578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5" name="Google Shape;14525;p50"/>
            <p:cNvSpPr/>
            <p:nvPr/>
          </p:nvSpPr>
          <p:spPr>
            <a:xfrm>
              <a:off x="5703701" y="4479545"/>
              <a:ext cx="2874046" cy="130694"/>
            </a:xfrm>
            <a:custGeom>
              <a:avLst/>
              <a:gdLst/>
              <a:ahLst/>
              <a:cxnLst/>
              <a:rect l="l" t="t" r="r" b="b"/>
              <a:pathLst>
                <a:path w="25949" h="1180" extrusionOk="0">
                  <a:moveTo>
                    <a:pt x="25949" y="0"/>
                  </a:moveTo>
                  <a:lnTo>
                    <a:pt x="1" y="0"/>
                  </a:lnTo>
                  <a:lnTo>
                    <a:pt x="1" y="1180"/>
                  </a:lnTo>
                  <a:lnTo>
                    <a:pt x="25949" y="118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6" name="Google Shape;14526;p50"/>
            <p:cNvSpPr/>
            <p:nvPr/>
          </p:nvSpPr>
          <p:spPr>
            <a:xfrm>
              <a:off x="5597929" y="3942794"/>
              <a:ext cx="3079391" cy="553677"/>
            </a:xfrm>
            <a:custGeom>
              <a:avLst/>
              <a:gdLst/>
              <a:ahLst/>
              <a:cxnLst/>
              <a:rect l="l" t="t" r="r" b="b"/>
              <a:pathLst>
                <a:path w="27803" h="4999" extrusionOk="0">
                  <a:moveTo>
                    <a:pt x="27802" y="0"/>
                  </a:moveTo>
                  <a:lnTo>
                    <a:pt x="1" y="0"/>
                  </a:lnTo>
                  <a:lnTo>
                    <a:pt x="1" y="4999"/>
                  </a:lnTo>
                  <a:lnTo>
                    <a:pt x="27802" y="499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7" name="Google Shape;14527;p50"/>
            <p:cNvSpPr/>
            <p:nvPr/>
          </p:nvSpPr>
          <p:spPr>
            <a:xfrm>
              <a:off x="5597929" y="3973916"/>
              <a:ext cx="3054470" cy="522554"/>
            </a:xfrm>
            <a:custGeom>
              <a:avLst/>
              <a:gdLst/>
              <a:ahLst/>
              <a:cxnLst/>
              <a:rect l="l" t="t" r="r" b="b"/>
              <a:pathLst>
                <a:path w="27578" h="4718" extrusionOk="0">
                  <a:moveTo>
                    <a:pt x="1" y="0"/>
                  </a:moveTo>
                  <a:lnTo>
                    <a:pt x="1" y="4718"/>
                  </a:lnTo>
                  <a:lnTo>
                    <a:pt x="27578" y="4718"/>
                  </a:lnTo>
                  <a:lnTo>
                    <a:pt x="27578" y="0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8" name="Google Shape;14528;p50"/>
            <p:cNvSpPr/>
            <p:nvPr/>
          </p:nvSpPr>
          <p:spPr>
            <a:xfrm>
              <a:off x="6058230" y="3973916"/>
              <a:ext cx="1175912" cy="205344"/>
            </a:xfrm>
            <a:custGeom>
              <a:avLst/>
              <a:gdLst/>
              <a:ahLst/>
              <a:cxnLst/>
              <a:rect l="l" t="t" r="r" b="b"/>
              <a:pathLst>
                <a:path w="10617" h="1854" extrusionOk="0">
                  <a:moveTo>
                    <a:pt x="1" y="0"/>
                  </a:moveTo>
                  <a:lnTo>
                    <a:pt x="1" y="393"/>
                  </a:lnTo>
                  <a:cubicBezTo>
                    <a:pt x="1" y="1236"/>
                    <a:pt x="619" y="1854"/>
                    <a:pt x="1461" y="1854"/>
                  </a:cubicBezTo>
                  <a:lnTo>
                    <a:pt x="9156" y="1854"/>
                  </a:lnTo>
                  <a:cubicBezTo>
                    <a:pt x="9998" y="1854"/>
                    <a:pt x="10616" y="1236"/>
                    <a:pt x="10616" y="393"/>
                  </a:cubicBezTo>
                  <a:lnTo>
                    <a:pt x="106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29" name="Google Shape;14529;p50"/>
            <p:cNvSpPr/>
            <p:nvPr/>
          </p:nvSpPr>
          <p:spPr>
            <a:xfrm>
              <a:off x="6916697" y="4017443"/>
              <a:ext cx="143209" cy="62246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2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0" name="Google Shape;14530;p50"/>
            <p:cNvSpPr/>
            <p:nvPr/>
          </p:nvSpPr>
          <p:spPr>
            <a:xfrm>
              <a:off x="6736276" y="4017443"/>
              <a:ext cx="143209" cy="62246"/>
            </a:xfrm>
            <a:custGeom>
              <a:avLst/>
              <a:gdLst/>
              <a:ahLst/>
              <a:cxnLst/>
              <a:rect l="l" t="t" r="r" b="b"/>
              <a:pathLst>
                <a:path w="1293" h="562" extrusionOk="0">
                  <a:moveTo>
                    <a:pt x="1293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93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1" name="Google Shape;14531;p50"/>
            <p:cNvSpPr/>
            <p:nvPr/>
          </p:nvSpPr>
          <p:spPr>
            <a:xfrm>
              <a:off x="6555965" y="4017443"/>
              <a:ext cx="143099" cy="62246"/>
            </a:xfrm>
            <a:custGeom>
              <a:avLst/>
              <a:gdLst/>
              <a:ahLst/>
              <a:cxnLst/>
              <a:rect l="l" t="t" r="r" b="b"/>
              <a:pathLst>
                <a:path w="1292" h="562" extrusionOk="0">
                  <a:moveTo>
                    <a:pt x="1292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92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2" name="Google Shape;14532;p50"/>
            <p:cNvSpPr/>
            <p:nvPr/>
          </p:nvSpPr>
          <p:spPr>
            <a:xfrm>
              <a:off x="6375544" y="4017443"/>
              <a:ext cx="136896" cy="62246"/>
            </a:xfrm>
            <a:custGeom>
              <a:avLst/>
              <a:gdLst/>
              <a:ahLst/>
              <a:cxnLst/>
              <a:rect l="l" t="t" r="r" b="b"/>
              <a:pathLst>
                <a:path w="1236" h="562" extrusionOk="0">
                  <a:moveTo>
                    <a:pt x="1236" y="0"/>
                  </a:moveTo>
                  <a:lnTo>
                    <a:pt x="0" y="0"/>
                  </a:lnTo>
                  <a:lnTo>
                    <a:pt x="0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3" name="Google Shape;14533;p50"/>
            <p:cNvSpPr/>
            <p:nvPr/>
          </p:nvSpPr>
          <p:spPr>
            <a:xfrm>
              <a:off x="6195124" y="4017443"/>
              <a:ext cx="137007" cy="62246"/>
            </a:xfrm>
            <a:custGeom>
              <a:avLst/>
              <a:gdLst/>
              <a:ahLst/>
              <a:cxnLst/>
              <a:rect l="l" t="t" r="r" b="b"/>
              <a:pathLst>
                <a:path w="1237" h="562" extrusionOk="0">
                  <a:moveTo>
                    <a:pt x="1236" y="0"/>
                  </a:moveTo>
                  <a:lnTo>
                    <a:pt x="1" y="0"/>
                  </a:lnTo>
                  <a:lnTo>
                    <a:pt x="1" y="562"/>
                  </a:lnTo>
                  <a:lnTo>
                    <a:pt x="1236" y="56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4" name="Google Shape;14534;p50"/>
            <p:cNvSpPr/>
            <p:nvPr/>
          </p:nvSpPr>
          <p:spPr>
            <a:xfrm>
              <a:off x="7615991" y="3304426"/>
              <a:ext cx="571416" cy="2102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5" name="Google Shape;14535;p50"/>
            <p:cNvSpPr/>
            <p:nvPr/>
          </p:nvSpPr>
          <p:spPr>
            <a:xfrm>
              <a:off x="7615991" y="3371600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2"/>
                  </a:lnTo>
                  <a:lnTo>
                    <a:pt x="7639" y="28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6" name="Google Shape;14536;p50"/>
            <p:cNvSpPr/>
            <p:nvPr/>
          </p:nvSpPr>
          <p:spPr>
            <a:xfrm>
              <a:off x="7615991" y="3438848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7" name="Google Shape;14537;p50"/>
            <p:cNvSpPr/>
            <p:nvPr/>
          </p:nvSpPr>
          <p:spPr>
            <a:xfrm>
              <a:off x="7615991" y="3506096"/>
              <a:ext cx="571416" cy="21020"/>
            </a:xfrm>
            <a:custGeom>
              <a:avLst/>
              <a:gdLst/>
              <a:ahLst/>
              <a:cxnLst/>
              <a:rect l="l" t="t" r="r" b="b"/>
              <a:pathLst>
                <a:path w="7639" h="281" extrusionOk="0">
                  <a:moveTo>
                    <a:pt x="7639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8" name="Google Shape;14538;p50"/>
            <p:cNvSpPr/>
            <p:nvPr/>
          </p:nvSpPr>
          <p:spPr>
            <a:xfrm>
              <a:off x="7615991" y="3573269"/>
              <a:ext cx="571416" cy="21095"/>
            </a:xfrm>
            <a:custGeom>
              <a:avLst/>
              <a:gdLst/>
              <a:ahLst/>
              <a:cxnLst/>
              <a:rect l="l" t="t" r="r" b="b"/>
              <a:pathLst>
                <a:path w="7639" h="282" extrusionOk="0">
                  <a:moveTo>
                    <a:pt x="7639" y="1"/>
                  </a:moveTo>
                  <a:lnTo>
                    <a:pt x="0" y="1"/>
                  </a:lnTo>
                  <a:lnTo>
                    <a:pt x="0" y="281"/>
                  </a:lnTo>
                  <a:lnTo>
                    <a:pt x="7639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39" name="Google Shape;14539;p50"/>
            <p:cNvSpPr/>
            <p:nvPr/>
          </p:nvSpPr>
          <p:spPr>
            <a:xfrm>
              <a:off x="7901659" y="3640517"/>
              <a:ext cx="285746" cy="21095"/>
            </a:xfrm>
            <a:custGeom>
              <a:avLst/>
              <a:gdLst/>
              <a:ahLst/>
              <a:cxnLst/>
              <a:rect l="l" t="t" r="r" b="b"/>
              <a:pathLst>
                <a:path w="3820" h="282" extrusionOk="0">
                  <a:moveTo>
                    <a:pt x="3820" y="0"/>
                  </a:moveTo>
                  <a:lnTo>
                    <a:pt x="0" y="0"/>
                  </a:lnTo>
                  <a:lnTo>
                    <a:pt x="0" y="281"/>
                  </a:lnTo>
                  <a:lnTo>
                    <a:pt x="3820" y="28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4540" name="Google Shape;14540;p50"/>
          <p:cNvGrpSpPr/>
          <p:nvPr/>
        </p:nvGrpSpPr>
        <p:grpSpPr>
          <a:xfrm>
            <a:off x="6678900" y="0"/>
            <a:ext cx="1884750" cy="1946377"/>
            <a:chOff x="6678900" y="0"/>
            <a:chExt cx="1884750" cy="1946377"/>
          </a:xfrm>
        </p:grpSpPr>
        <p:sp>
          <p:nvSpPr>
            <p:cNvPr id="14541" name="Google Shape;14541;p50"/>
            <p:cNvSpPr/>
            <p:nvPr/>
          </p:nvSpPr>
          <p:spPr>
            <a:xfrm flipH="1">
              <a:off x="6832968" y="1556041"/>
              <a:ext cx="775552" cy="313348"/>
            </a:xfrm>
            <a:custGeom>
              <a:avLst/>
              <a:gdLst/>
              <a:ahLst/>
              <a:cxnLst/>
              <a:rect l="l" t="t" r="r" b="b"/>
              <a:pathLst>
                <a:path w="8482" h="3427" extrusionOk="0">
                  <a:moveTo>
                    <a:pt x="57" y="1236"/>
                  </a:moveTo>
                  <a:lnTo>
                    <a:pt x="1" y="3427"/>
                  </a:lnTo>
                  <a:lnTo>
                    <a:pt x="8482" y="3427"/>
                  </a:lnTo>
                  <a:lnTo>
                    <a:pt x="84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2" name="Google Shape;14542;p50"/>
            <p:cNvSpPr/>
            <p:nvPr/>
          </p:nvSpPr>
          <p:spPr>
            <a:xfrm flipH="1">
              <a:off x="6832968" y="1597095"/>
              <a:ext cx="760099" cy="272293"/>
            </a:xfrm>
            <a:custGeom>
              <a:avLst/>
              <a:gdLst/>
              <a:ahLst/>
              <a:cxnLst/>
              <a:rect l="l" t="t" r="r" b="b"/>
              <a:pathLst>
                <a:path w="8313" h="2978" extrusionOk="0">
                  <a:moveTo>
                    <a:pt x="0" y="2978"/>
                  </a:moveTo>
                  <a:lnTo>
                    <a:pt x="8313" y="2978"/>
                  </a:lnTo>
                  <a:lnTo>
                    <a:pt x="8256" y="1"/>
                  </a:lnTo>
                  <a:lnTo>
                    <a:pt x="0" y="118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3" name="Google Shape;14543;p50"/>
            <p:cNvSpPr/>
            <p:nvPr/>
          </p:nvSpPr>
          <p:spPr>
            <a:xfrm flipH="1">
              <a:off x="6832968" y="1597095"/>
              <a:ext cx="760099" cy="236359"/>
            </a:xfrm>
            <a:custGeom>
              <a:avLst/>
              <a:gdLst/>
              <a:ahLst/>
              <a:cxnLst/>
              <a:rect l="l" t="t" r="r" b="b"/>
              <a:pathLst>
                <a:path w="8313" h="2585" extrusionOk="0">
                  <a:moveTo>
                    <a:pt x="8313" y="2584"/>
                  </a:moveTo>
                  <a:lnTo>
                    <a:pt x="8256" y="1"/>
                  </a:lnTo>
                  <a:lnTo>
                    <a:pt x="0" y="1180"/>
                  </a:lnTo>
                  <a:lnTo>
                    <a:pt x="0" y="2584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4" name="Google Shape;14544;p50"/>
            <p:cNvSpPr/>
            <p:nvPr/>
          </p:nvSpPr>
          <p:spPr>
            <a:xfrm flipH="1">
              <a:off x="6832968" y="1597095"/>
              <a:ext cx="267082" cy="236359"/>
            </a:xfrm>
            <a:custGeom>
              <a:avLst/>
              <a:gdLst/>
              <a:ahLst/>
              <a:cxnLst/>
              <a:rect l="l" t="t" r="r" b="b"/>
              <a:pathLst>
                <a:path w="2921" h="2585" extrusionOk="0">
                  <a:moveTo>
                    <a:pt x="2921" y="2584"/>
                  </a:moveTo>
                  <a:lnTo>
                    <a:pt x="2864" y="1"/>
                  </a:lnTo>
                  <a:lnTo>
                    <a:pt x="0" y="394"/>
                  </a:lnTo>
                  <a:lnTo>
                    <a:pt x="1179" y="2528"/>
                  </a:lnTo>
                  <a:cubicBezTo>
                    <a:pt x="1179" y="2528"/>
                    <a:pt x="1179" y="2528"/>
                    <a:pt x="1179" y="2584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5" name="Google Shape;14545;p50"/>
            <p:cNvSpPr/>
            <p:nvPr/>
          </p:nvSpPr>
          <p:spPr>
            <a:xfrm flipH="1">
              <a:off x="8286236" y="1581734"/>
              <a:ext cx="277414" cy="328709"/>
            </a:xfrm>
            <a:custGeom>
              <a:avLst/>
              <a:gdLst/>
              <a:ahLst/>
              <a:cxnLst/>
              <a:rect l="l" t="t" r="r" b="b"/>
              <a:pathLst>
                <a:path w="3034" h="3595" extrusionOk="0">
                  <a:moveTo>
                    <a:pt x="1517" y="0"/>
                  </a:moveTo>
                  <a:lnTo>
                    <a:pt x="1404" y="56"/>
                  </a:lnTo>
                  <a:lnTo>
                    <a:pt x="0" y="843"/>
                  </a:lnTo>
                  <a:lnTo>
                    <a:pt x="169" y="1124"/>
                  </a:lnTo>
                  <a:lnTo>
                    <a:pt x="1517" y="337"/>
                  </a:lnTo>
                  <a:lnTo>
                    <a:pt x="2584" y="1067"/>
                  </a:lnTo>
                  <a:lnTo>
                    <a:pt x="2584" y="2528"/>
                  </a:lnTo>
                  <a:lnTo>
                    <a:pt x="1517" y="3258"/>
                  </a:lnTo>
                  <a:lnTo>
                    <a:pt x="169" y="2472"/>
                  </a:lnTo>
                  <a:lnTo>
                    <a:pt x="0" y="2752"/>
                  </a:lnTo>
                  <a:lnTo>
                    <a:pt x="1404" y="3539"/>
                  </a:lnTo>
                  <a:lnTo>
                    <a:pt x="1517" y="3595"/>
                  </a:lnTo>
                  <a:lnTo>
                    <a:pt x="1573" y="3539"/>
                  </a:lnTo>
                  <a:lnTo>
                    <a:pt x="2977" y="2752"/>
                  </a:lnTo>
                  <a:lnTo>
                    <a:pt x="3033" y="2696"/>
                  </a:lnTo>
                  <a:lnTo>
                    <a:pt x="3033" y="2584"/>
                  </a:lnTo>
                  <a:lnTo>
                    <a:pt x="3033" y="955"/>
                  </a:lnTo>
                  <a:lnTo>
                    <a:pt x="3033" y="899"/>
                  </a:lnTo>
                  <a:lnTo>
                    <a:pt x="2977" y="843"/>
                  </a:lnTo>
                  <a:lnTo>
                    <a:pt x="1573" y="56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6" name="Google Shape;14546;p50"/>
            <p:cNvSpPr/>
            <p:nvPr/>
          </p:nvSpPr>
          <p:spPr>
            <a:xfrm flipH="1">
              <a:off x="7978191" y="1725470"/>
              <a:ext cx="323588" cy="41237"/>
            </a:xfrm>
            <a:custGeom>
              <a:avLst/>
              <a:gdLst/>
              <a:ahLst/>
              <a:cxnLst/>
              <a:rect l="l" t="t" r="r" b="b"/>
              <a:pathLst>
                <a:path w="3539" h="451" extrusionOk="0">
                  <a:moveTo>
                    <a:pt x="1" y="1"/>
                  </a:moveTo>
                  <a:lnTo>
                    <a:pt x="1" y="450"/>
                  </a:lnTo>
                  <a:lnTo>
                    <a:pt x="3539" y="450"/>
                  </a:lnTo>
                  <a:lnTo>
                    <a:pt x="353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7" name="Google Shape;14547;p50"/>
            <p:cNvSpPr/>
            <p:nvPr/>
          </p:nvSpPr>
          <p:spPr>
            <a:xfrm flipH="1">
              <a:off x="7680296" y="1699868"/>
              <a:ext cx="297987" cy="92532"/>
            </a:xfrm>
            <a:custGeom>
              <a:avLst/>
              <a:gdLst/>
              <a:ahLst/>
              <a:cxnLst/>
              <a:rect l="l" t="t" r="r" b="b"/>
              <a:pathLst>
                <a:path w="3259" h="1012" extrusionOk="0">
                  <a:moveTo>
                    <a:pt x="1" y="0"/>
                  </a:moveTo>
                  <a:lnTo>
                    <a:pt x="1" y="1011"/>
                  </a:lnTo>
                  <a:lnTo>
                    <a:pt x="3258" y="1011"/>
                  </a:lnTo>
                  <a:lnTo>
                    <a:pt x="32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8" name="Google Shape;14548;p50"/>
            <p:cNvSpPr/>
            <p:nvPr/>
          </p:nvSpPr>
          <p:spPr>
            <a:xfrm flipH="1">
              <a:off x="7680296" y="1699868"/>
              <a:ext cx="71959" cy="92532"/>
            </a:xfrm>
            <a:custGeom>
              <a:avLst/>
              <a:gdLst/>
              <a:ahLst/>
              <a:cxnLst/>
              <a:rect l="l" t="t" r="r" b="b"/>
              <a:pathLst>
                <a:path w="787" h="1012" extrusionOk="0">
                  <a:moveTo>
                    <a:pt x="281" y="1011"/>
                  </a:moveTo>
                  <a:lnTo>
                    <a:pt x="786" y="1011"/>
                  </a:lnTo>
                  <a:lnTo>
                    <a:pt x="786" y="0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393"/>
                    <a:pt x="56" y="730"/>
                    <a:pt x="281" y="1011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49" name="Google Shape;14549;p50"/>
            <p:cNvSpPr/>
            <p:nvPr/>
          </p:nvSpPr>
          <p:spPr>
            <a:xfrm flipH="1">
              <a:off x="7397853" y="1545800"/>
              <a:ext cx="359614" cy="364643"/>
            </a:xfrm>
            <a:custGeom>
              <a:avLst/>
              <a:gdLst/>
              <a:ahLst/>
              <a:cxnLst/>
              <a:rect l="l" t="t" r="r" b="b"/>
              <a:pathLst>
                <a:path w="3933" h="3988" extrusionOk="0">
                  <a:moveTo>
                    <a:pt x="2079" y="3932"/>
                  </a:moveTo>
                  <a:cubicBezTo>
                    <a:pt x="619" y="3819"/>
                    <a:pt x="1" y="1966"/>
                    <a:pt x="1124" y="1011"/>
                  </a:cubicBezTo>
                  <a:cubicBezTo>
                    <a:pt x="2248" y="0"/>
                    <a:pt x="3932" y="899"/>
                    <a:pt x="3876" y="2359"/>
                  </a:cubicBezTo>
                  <a:cubicBezTo>
                    <a:pt x="3764" y="3258"/>
                    <a:pt x="2978" y="3988"/>
                    <a:pt x="2079" y="39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0" name="Google Shape;14550;p50"/>
            <p:cNvSpPr/>
            <p:nvPr/>
          </p:nvSpPr>
          <p:spPr>
            <a:xfrm flipH="1">
              <a:off x="7382492" y="1545800"/>
              <a:ext cx="328709" cy="349282"/>
            </a:xfrm>
            <a:custGeom>
              <a:avLst/>
              <a:gdLst/>
              <a:ahLst/>
              <a:cxnLst/>
              <a:rect l="l" t="t" r="r" b="b"/>
              <a:pathLst>
                <a:path w="3595" h="3820" extrusionOk="0">
                  <a:moveTo>
                    <a:pt x="169" y="2977"/>
                  </a:moveTo>
                  <a:cubicBezTo>
                    <a:pt x="57" y="2696"/>
                    <a:pt x="0" y="2415"/>
                    <a:pt x="0" y="2134"/>
                  </a:cubicBezTo>
                  <a:cubicBezTo>
                    <a:pt x="113" y="562"/>
                    <a:pt x="2191" y="0"/>
                    <a:pt x="3033" y="1348"/>
                  </a:cubicBezTo>
                  <a:cubicBezTo>
                    <a:pt x="3595" y="2471"/>
                    <a:pt x="2696" y="3819"/>
                    <a:pt x="1405" y="3707"/>
                  </a:cubicBezTo>
                  <a:cubicBezTo>
                    <a:pt x="899" y="3651"/>
                    <a:pt x="450" y="3426"/>
                    <a:pt x="169" y="303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1" name="Google Shape;14551;p50"/>
            <p:cNvSpPr/>
            <p:nvPr/>
          </p:nvSpPr>
          <p:spPr>
            <a:xfrm flipH="1">
              <a:off x="7402974" y="1586855"/>
              <a:ext cx="308227" cy="297987"/>
            </a:xfrm>
            <a:custGeom>
              <a:avLst/>
              <a:gdLst/>
              <a:ahLst/>
              <a:cxnLst/>
              <a:rect l="l" t="t" r="r" b="b"/>
              <a:pathLst>
                <a:path w="3371" h="3259" extrusionOk="0">
                  <a:moveTo>
                    <a:pt x="1011" y="2303"/>
                  </a:moveTo>
                  <a:cubicBezTo>
                    <a:pt x="0" y="1461"/>
                    <a:pt x="1292" y="0"/>
                    <a:pt x="2247" y="843"/>
                  </a:cubicBezTo>
                  <a:cubicBezTo>
                    <a:pt x="3370" y="1629"/>
                    <a:pt x="2022" y="3258"/>
                    <a:pt x="1068" y="23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2" name="Google Shape;14552;p50"/>
            <p:cNvSpPr/>
            <p:nvPr/>
          </p:nvSpPr>
          <p:spPr>
            <a:xfrm flipH="1">
              <a:off x="7464601" y="1633029"/>
              <a:ext cx="210666" cy="210666"/>
            </a:xfrm>
            <a:custGeom>
              <a:avLst/>
              <a:gdLst/>
              <a:ahLst/>
              <a:cxnLst/>
              <a:rect l="l" t="t" r="r" b="b"/>
              <a:pathLst>
                <a:path w="2304" h="2304" extrusionOk="0">
                  <a:moveTo>
                    <a:pt x="1180" y="2248"/>
                  </a:moveTo>
                  <a:cubicBezTo>
                    <a:pt x="338" y="2191"/>
                    <a:pt x="1" y="1124"/>
                    <a:pt x="675" y="563"/>
                  </a:cubicBezTo>
                  <a:cubicBezTo>
                    <a:pt x="1292" y="1"/>
                    <a:pt x="2303" y="506"/>
                    <a:pt x="2247" y="1349"/>
                  </a:cubicBezTo>
                  <a:cubicBezTo>
                    <a:pt x="2191" y="1911"/>
                    <a:pt x="1742" y="2304"/>
                    <a:pt x="1180" y="224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3" name="Google Shape;14553;p50"/>
            <p:cNvSpPr/>
            <p:nvPr/>
          </p:nvSpPr>
          <p:spPr>
            <a:xfrm flipH="1">
              <a:off x="7485174" y="1658723"/>
              <a:ext cx="164400" cy="164492"/>
            </a:xfrm>
            <a:custGeom>
              <a:avLst/>
              <a:gdLst/>
              <a:ahLst/>
              <a:cxnLst/>
              <a:rect l="l" t="t" r="r" b="b"/>
              <a:pathLst>
                <a:path w="1798" h="1799" extrusionOk="0">
                  <a:moveTo>
                    <a:pt x="169" y="1517"/>
                  </a:moveTo>
                  <a:cubicBezTo>
                    <a:pt x="57" y="1349"/>
                    <a:pt x="0" y="1124"/>
                    <a:pt x="57" y="956"/>
                  </a:cubicBezTo>
                  <a:cubicBezTo>
                    <a:pt x="57" y="394"/>
                    <a:pt x="562" y="1"/>
                    <a:pt x="1068" y="57"/>
                  </a:cubicBezTo>
                  <a:cubicBezTo>
                    <a:pt x="1292" y="57"/>
                    <a:pt x="1461" y="169"/>
                    <a:pt x="1629" y="282"/>
                  </a:cubicBezTo>
                  <a:cubicBezTo>
                    <a:pt x="1742" y="450"/>
                    <a:pt x="1798" y="675"/>
                    <a:pt x="1798" y="899"/>
                  </a:cubicBezTo>
                  <a:cubicBezTo>
                    <a:pt x="1742" y="1405"/>
                    <a:pt x="1292" y="1798"/>
                    <a:pt x="731" y="1798"/>
                  </a:cubicBezTo>
                  <a:cubicBezTo>
                    <a:pt x="562" y="1742"/>
                    <a:pt x="337" y="1686"/>
                    <a:pt x="169" y="1517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4" name="Google Shape;14554;p50"/>
            <p:cNvSpPr/>
            <p:nvPr/>
          </p:nvSpPr>
          <p:spPr>
            <a:xfrm flipH="1">
              <a:off x="7485174" y="1653602"/>
              <a:ext cx="154159" cy="195214"/>
            </a:xfrm>
            <a:custGeom>
              <a:avLst/>
              <a:gdLst/>
              <a:ahLst/>
              <a:cxnLst/>
              <a:rect l="l" t="t" r="r" b="b"/>
              <a:pathLst>
                <a:path w="1686" h="2135" extrusionOk="0">
                  <a:moveTo>
                    <a:pt x="1573" y="450"/>
                  </a:moveTo>
                  <a:cubicBezTo>
                    <a:pt x="1630" y="618"/>
                    <a:pt x="1686" y="787"/>
                    <a:pt x="1686" y="955"/>
                  </a:cubicBezTo>
                  <a:cubicBezTo>
                    <a:pt x="1630" y="1686"/>
                    <a:pt x="731" y="2135"/>
                    <a:pt x="113" y="1629"/>
                  </a:cubicBezTo>
                  <a:cubicBezTo>
                    <a:pt x="57" y="1517"/>
                    <a:pt x="1" y="1349"/>
                    <a:pt x="1" y="1180"/>
                  </a:cubicBezTo>
                  <a:cubicBezTo>
                    <a:pt x="57" y="394"/>
                    <a:pt x="956" y="1"/>
                    <a:pt x="1573" y="450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5" name="Google Shape;14555;p50"/>
            <p:cNvSpPr/>
            <p:nvPr/>
          </p:nvSpPr>
          <p:spPr>
            <a:xfrm flipH="1">
              <a:off x="6766220" y="123254"/>
              <a:ext cx="61719" cy="760099"/>
            </a:xfrm>
            <a:custGeom>
              <a:avLst/>
              <a:gdLst/>
              <a:ahLst/>
              <a:cxnLst/>
              <a:rect l="l" t="t" r="r" b="b"/>
              <a:pathLst>
                <a:path w="675" h="8313" extrusionOk="0">
                  <a:moveTo>
                    <a:pt x="1" y="1"/>
                  </a:moveTo>
                  <a:lnTo>
                    <a:pt x="1" y="8313"/>
                  </a:lnTo>
                  <a:lnTo>
                    <a:pt x="675" y="8313"/>
                  </a:lnTo>
                  <a:lnTo>
                    <a:pt x="67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6" name="Google Shape;14556;p50"/>
            <p:cNvSpPr/>
            <p:nvPr/>
          </p:nvSpPr>
          <p:spPr>
            <a:xfrm flipH="1">
              <a:off x="6684020" y="883262"/>
              <a:ext cx="287655" cy="143919"/>
            </a:xfrm>
            <a:custGeom>
              <a:avLst/>
              <a:gdLst/>
              <a:ahLst/>
              <a:cxnLst/>
              <a:rect l="l" t="t" r="r" b="b"/>
              <a:pathLst>
                <a:path w="3146" h="1574" extrusionOk="0">
                  <a:moveTo>
                    <a:pt x="0" y="1"/>
                  </a:moveTo>
                  <a:lnTo>
                    <a:pt x="0" y="1574"/>
                  </a:lnTo>
                  <a:lnTo>
                    <a:pt x="2359" y="1574"/>
                  </a:lnTo>
                  <a:cubicBezTo>
                    <a:pt x="3145" y="1574"/>
                    <a:pt x="3145" y="1"/>
                    <a:pt x="23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7" name="Google Shape;14557;p50"/>
            <p:cNvSpPr/>
            <p:nvPr/>
          </p:nvSpPr>
          <p:spPr>
            <a:xfrm flipH="1">
              <a:off x="6694352" y="893594"/>
              <a:ext cx="277322" cy="133587"/>
            </a:xfrm>
            <a:custGeom>
              <a:avLst/>
              <a:gdLst/>
              <a:ahLst/>
              <a:cxnLst/>
              <a:rect l="l" t="t" r="r" b="b"/>
              <a:pathLst>
                <a:path w="3033" h="1461" extrusionOk="0">
                  <a:moveTo>
                    <a:pt x="0" y="0"/>
                  </a:moveTo>
                  <a:lnTo>
                    <a:pt x="0" y="1461"/>
                  </a:lnTo>
                  <a:lnTo>
                    <a:pt x="2359" y="1461"/>
                  </a:lnTo>
                  <a:cubicBezTo>
                    <a:pt x="2471" y="1461"/>
                    <a:pt x="2640" y="1404"/>
                    <a:pt x="2752" y="1292"/>
                  </a:cubicBezTo>
                  <a:cubicBezTo>
                    <a:pt x="3033" y="843"/>
                    <a:pt x="2865" y="0"/>
                    <a:pt x="22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8" name="Google Shape;14558;p50"/>
            <p:cNvSpPr/>
            <p:nvPr/>
          </p:nvSpPr>
          <p:spPr>
            <a:xfrm flipH="1">
              <a:off x="6745647" y="893594"/>
              <a:ext cx="107985" cy="118225"/>
            </a:xfrm>
            <a:custGeom>
              <a:avLst/>
              <a:gdLst/>
              <a:ahLst/>
              <a:cxnLst/>
              <a:rect l="l" t="t" r="r" b="b"/>
              <a:pathLst>
                <a:path w="1181" h="1293" extrusionOk="0">
                  <a:moveTo>
                    <a:pt x="1124" y="618"/>
                  </a:moveTo>
                  <a:cubicBezTo>
                    <a:pt x="956" y="0"/>
                    <a:pt x="1" y="169"/>
                    <a:pt x="57" y="787"/>
                  </a:cubicBezTo>
                  <a:cubicBezTo>
                    <a:pt x="113" y="1124"/>
                    <a:pt x="394" y="1292"/>
                    <a:pt x="675" y="1236"/>
                  </a:cubicBezTo>
                  <a:cubicBezTo>
                    <a:pt x="956" y="1180"/>
                    <a:pt x="1180" y="955"/>
                    <a:pt x="1124" y="61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59" name="Google Shape;14559;p50"/>
            <p:cNvSpPr/>
            <p:nvPr/>
          </p:nvSpPr>
          <p:spPr>
            <a:xfrm flipH="1">
              <a:off x="6755888" y="908956"/>
              <a:ext cx="97744" cy="92532"/>
            </a:xfrm>
            <a:custGeom>
              <a:avLst/>
              <a:gdLst/>
              <a:ahLst/>
              <a:cxnLst/>
              <a:rect l="l" t="t" r="r" b="b"/>
              <a:pathLst>
                <a:path w="1069" h="1012" extrusionOk="0">
                  <a:moveTo>
                    <a:pt x="843" y="57"/>
                  </a:moveTo>
                  <a:cubicBezTo>
                    <a:pt x="731" y="1"/>
                    <a:pt x="619" y="1"/>
                    <a:pt x="506" y="1"/>
                  </a:cubicBezTo>
                  <a:cubicBezTo>
                    <a:pt x="226" y="57"/>
                    <a:pt x="1" y="338"/>
                    <a:pt x="57" y="619"/>
                  </a:cubicBezTo>
                  <a:cubicBezTo>
                    <a:pt x="57" y="731"/>
                    <a:pt x="113" y="843"/>
                    <a:pt x="226" y="956"/>
                  </a:cubicBezTo>
                  <a:cubicBezTo>
                    <a:pt x="338" y="1012"/>
                    <a:pt x="450" y="1012"/>
                    <a:pt x="563" y="1012"/>
                  </a:cubicBezTo>
                  <a:cubicBezTo>
                    <a:pt x="843" y="956"/>
                    <a:pt x="1068" y="675"/>
                    <a:pt x="1012" y="394"/>
                  </a:cubicBezTo>
                  <a:cubicBezTo>
                    <a:pt x="1012" y="282"/>
                    <a:pt x="956" y="169"/>
                    <a:pt x="843" y="5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0" name="Google Shape;14560;p50"/>
            <p:cNvSpPr/>
            <p:nvPr/>
          </p:nvSpPr>
          <p:spPr>
            <a:xfrm flipH="1">
              <a:off x="6755888" y="914076"/>
              <a:ext cx="87412" cy="87412"/>
            </a:xfrm>
            <a:custGeom>
              <a:avLst/>
              <a:gdLst/>
              <a:ahLst/>
              <a:cxnLst/>
              <a:rect l="l" t="t" r="r" b="b"/>
              <a:pathLst>
                <a:path w="956" h="956" extrusionOk="0">
                  <a:moveTo>
                    <a:pt x="169" y="900"/>
                  </a:moveTo>
                  <a:cubicBezTo>
                    <a:pt x="281" y="956"/>
                    <a:pt x="337" y="956"/>
                    <a:pt x="450" y="900"/>
                  </a:cubicBezTo>
                  <a:cubicBezTo>
                    <a:pt x="730" y="843"/>
                    <a:pt x="955" y="563"/>
                    <a:pt x="899" y="282"/>
                  </a:cubicBezTo>
                  <a:cubicBezTo>
                    <a:pt x="899" y="169"/>
                    <a:pt x="843" y="113"/>
                    <a:pt x="730" y="1"/>
                  </a:cubicBezTo>
                  <a:cubicBezTo>
                    <a:pt x="674" y="1"/>
                    <a:pt x="562" y="1"/>
                    <a:pt x="506" y="1"/>
                  </a:cubicBezTo>
                  <a:cubicBezTo>
                    <a:pt x="169" y="57"/>
                    <a:pt x="0" y="338"/>
                    <a:pt x="56" y="619"/>
                  </a:cubicBezTo>
                  <a:cubicBezTo>
                    <a:pt x="56" y="731"/>
                    <a:pt x="113" y="843"/>
                    <a:pt x="169" y="900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1" name="Google Shape;14561;p50"/>
            <p:cNvSpPr/>
            <p:nvPr/>
          </p:nvSpPr>
          <p:spPr>
            <a:xfrm flipH="1">
              <a:off x="6745647" y="123254"/>
              <a:ext cx="102773" cy="452055"/>
            </a:xfrm>
            <a:custGeom>
              <a:avLst/>
              <a:gdLst/>
              <a:ahLst/>
              <a:cxnLst/>
              <a:rect l="l" t="t" r="r" b="b"/>
              <a:pathLst>
                <a:path w="1124" h="4944" extrusionOk="0">
                  <a:moveTo>
                    <a:pt x="0" y="1"/>
                  </a:moveTo>
                  <a:lnTo>
                    <a:pt x="0" y="4943"/>
                  </a:lnTo>
                  <a:lnTo>
                    <a:pt x="1123" y="4943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2" name="Google Shape;14562;p50"/>
            <p:cNvSpPr/>
            <p:nvPr/>
          </p:nvSpPr>
          <p:spPr>
            <a:xfrm flipH="1">
              <a:off x="6745647" y="123254"/>
              <a:ext cx="102773" cy="436602"/>
            </a:xfrm>
            <a:custGeom>
              <a:avLst/>
              <a:gdLst/>
              <a:ahLst/>
              <a:cxnLst/>
              <a:rect l="l" t="t" r="r" b="b"/>
              <a:pathLst>
                <a:path w="1124" h="4775" extrusionOk="0">
                  <a:moveTo>
                    <a:pt x="0" y="1"/>
                  </a:moveTo>
                  <a:lnTo>
                    <a:pt x="0" y="618"/>
                  </a:lnTo>
                  <a:lnTo>
                    <a:pt x="0" y="4775"/>
                  </a:lnTo>
                  <a:lnTo>
                    <a:pt x="1123" y="4775"/>
                  </a:lnTo>
                  <a:lnTo>
                    <a:pt x="1123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3" name="Google Shape;14563;p50"/>
            <p:cNvSpPr/>
            <p:nvPr/>
          </p:nvSpPr>
          <p:spPr>
            <a:xfrm flipH="1">
              <a:off x="6694352" y="169521"/>
              <a:ext cx="837087" cy="1776856"/>
            </a:xfrm>
            <a:custGeom>
              <a:avLst/>
              <a:gdLst/>
              <a:ahLst/>
              <a:cxnLst/>
              <a:rect l="l" t="t" r="r" b="b"/>
              <a:pathLst>
                <a:path w="9155" h="19433" extrusionOk="0">
                  <a:moveTo>
                    <a:pt x="0" y="0"/>
                  </a:moveTo>
                  <a:lnTo>
                    <a:pt x="6066" y="0"/>
                  </a:lnTo>
                  <a:lnTo>
                    <a:pt x="6066" y="6964"/>
                  </a:lnTo>
                  <a:lnTo>
                    <a:pt x="8874" y="17130"/>
                  </a:lnTo>
                  <a:cubicBezTo>
                    <a:pt x="9155" y="18591"/>
                    <a:pt x="7189" y="19433"/>
                    <a:pt x="6291" y="18197"/>
                  </a:cubicBezTo>
                  <a:lnTo>
                    <a:pt x="0" y="69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4" name="Google Shape;14564;p50"/>
            <p:cNvSpPr/>
            <p:nvPr/>
          </p:nvSpPr>
          <p:spPr>
            <a:xfrm flipH="1">
              <a:off x="6678900" y="0"/>
              <a:ext cx="1140194" cy="66839"/>
            </a:xfrm>
            <a:custGeom>
              <a:avLst/>
              <a:gdLst/>
              <a:ahLst/>
              <a:cxnLst/>
              <a:rect l="l" t="t" r="r" b="b"/>
              <a:pathLst>
                <a:path w="12470" h="731" extrusionOk="0">
                  <a:moveTo>
                    <a:pt x="12469" y="1"/>
                  </a:moveTo>
                  <a:lnTo>
                    <a:pt x="1" y="1"/>
                  </a:lnTo>
                  <a:lnTo>
                    <a:pt x="1" y="731"/>
                  </a:lnTo>
                  <a:lnTo>
                    <a:pt x="12469" y="73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5" name="Google Shape;14565;p50"/>
            <p:cNvSpPr/>
            <p:nvPr/>
          </p:nvSpPr>
          <p:spPr>
            <a:xfrm flipH="1">
              <a:off x="6761100" y="1581734"/>
              <a:ext cx="241388" cy="241480"/>
            </a:xfrm>
            <a:custGeom>
              <a:avLst/>
              <a:gdLst/>
              <a:ahLst/>
              <a:cxnLst/>
              <a:rect l="l" t="t" r="r" b="b"/>
              <a:pathLst>
                <a:path w="2640" h="2641" extrusionOk="0">
                  <a:moveTo>
                    <a:pt x="1517" y="2640"/>
                  </a:moveTo>
                  <a:cubicBezTo>
                    <a:pt x="562" y="2640"/>
                    <a:pt x="0" y="1461"/>
                    <a:pt x="730" y="730"/>
                  </a:cubicBezTo>
                  <a:cubicBezTo>
                    <a:pt x="1460" y="0"/>
                    <a:pt x="2640" y="506"/>
                    <a:pt x="2640" y="1517"/>
                  </a:cubicBezTo>
                  <a:cubicBezTo>
                    <a:pt x="2640" y="2135"/>
                    <a:pt x="2134" y="2640"/>
                    <a:pt x="1517" y="2640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6" name="Google Shape;14566;p50"/>
            <p:cNvSpPr/>
            <p:nvPr/>
          </p:nvSpPr>
          <p:spPr>
            <a:xfrm flipH="1">
              <a:off x="6750768" y="1602216"/>
              <a:ext cx="236359" cy="241480"/>
            </a:xfrm>
            <a:custGeom>
              <a:avLst/>
              <a:gdLst/>
              <a:ahLst/>
              <a:cxnLst/>
              <a:rect l="l" t="t" r="r" b="b"/>
              <a:pathLst>
                <a:path w="2585" h="2641" extrusionOk="0">
                  <a:moveTo>
                    <a:pt x="1461" y="2641"/>
                  </a:moveTo>
                  <a:cubicBezTo>
                    <a:pt x="450" y="2641"/>
                    <a:pt x="1" y="1405"/>
                    <a:pt x="675" y="731"/>
                  </a:cubicBezTo>
                  <a:cubicBezTo>
                    <a:pt x="1405" y="1"/>
                    <a:pt x="2584" y="506"/>
                    <a:pt x="2584" y="1517"/>
                  </a:cubicBezTo>
                  <a:cubicBezTo>
                    <a:pt x="2584" y="2135"/>
                    <a:pt x="2079" y="2585"/>
                    <a:pt x="1461" y="26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7" name="Google Shape;14567;p50"/>
            <p:cNvSpPr/>
            <p:nvPr/>
          </p:nvSpPr>
          <p:spPr>
            <a:xfrm flipH="1">
              <a:off x="6761100" y="1576614"/>
              <a:ext cx="246600" cy="292775"/>
            </a:xfrm>
            <a:custGeom>
              <a:avLst/>
              <a:gdLst/>
              <a:ahLst/>
              <a:cxnLst/>
              <a:rect l="l" t="t" r="r" b="b"/>
              <a:pathLst>
                <a:path w="2697" h="3202" extrusionOk="0">
                  <a:moveTo>
                    <a:pt x="731" y="2303"/>
                  </a:moveTo>
                  <a:cubicBezTo>
                    <a:pt x="1" y="1123"/>
                    <a:pt x="1742" y="0"/>
                    <a:pt x="2585" y="1067"/>
                  </a:cubicBezTo>
                  <a:cubicBezTo>
                    <a:pt x="2641" y="1236"/>
                    <a:pt x="2697" y="1460"/>
                    <a:pt x="2697" y="1629"/>
                  </a:cubicBezTo>
                  <a:cubicBezTo>
                    <a:pt x="2697" y="2696"/>
                    <a:pt x="1349" y="3202"/>
                    <a:pt x="731" y="235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8" name="Google Shape;14568;p50"/>
            <p:cNvSpPr/>
            <p:nvPr/>
          </p:nvSpPr>
          <p:spPr>
            <a:xfrm flipH="1">
              <a:off x="6791913" y="1658723"/>
              <a:ext cx="138707" cy="138798"/>
            </a:xfrm>
            <a:custGeom>
              <a:avLst/>
              <a:gdLst/>
              <a:ahLst/>
              <a:cxnLst/>
              <a:rect l="l" t="t" r="r" b="b"/>
              <a:pathLst>
                <a:path w="1517" h="1518" extrusionOk="0">
                  <a:moveTo>
                    <a:pt x="843" y="1517"/>
                  </a:moveTo>
                  <a:cubicBezTo>
                    <a:pt x="281" y="1517"/>
                    <a:pt x="0" y="843"/>
                    <a:pt x="394" y="394"/>
                  </a:cubicBezTo>
                  <a:cubicBezTo>
                    <a:pt x="787" y="1"/>
                    <a:pt x="1517" y="282"/>
                    <a:pt x="1517" y="899"/>
                  </a:cubicBezTo>
                  <a:cubicBezTo>
                    <a:pt x="1517" y="1236"/>
                    <a:pt x="1180" y="1517"/>
                    <a:pt x="843" y="15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69" name="Google Shape;14569;p50"/>
            <p:cNvSpPr/>
            <p:nvPr/>
          </p:nvSpPr>
          <p:spPr>
            <a:xfrm flipH="1">
              <a:off x="6786702" y="1679296"/>
              <a:ext cx="143919" cy="107893"/>
            </a:xfrm>
            <a:custGeom>
              <a:avLst/>
              <a:gdLst/>
              <a:ahLst/>
              <a:cxnLst/>
              <a:rect l="l" t="t" r="r" b="b"/>
              <a:pathLst>
                <a:path w="1574" h="1180" extrusionOk="0">
                  <a:moveTo>
                    <a:pt x="337" y="1068"/>
                  </a:moveTo>
                  <a:cubicBezTo>
                    <a:pt x="0" y="618"/>
                    <a:pt x="337" y="0"/>
                    <a:pt x="843" y="0"/>
                  </a:cubicBezTo>
                  <a:cubicBezTo>
                    <a:pt x="1011" y="0"/>
                    <a:pt x="1124" y="57"/>
                    <a:pt x="1236" y="113"/>
                  </a:cubicBezTo>
                  <a:cubicBezTo>
                    <a:pt x="1573" y="562"/>
                    <a:pt x="1236" y="1180"/>
                    <a:pt x="731" y="1180"/>
                  </a:cubicBezTo>
                  <a:cubicBezTo>
                    <a:pt x="562" y="1180"/>
                    <a:pt x="450" y="1124"/>
                    <a:pt x="337" y="1068"/>
                  </a:cubicBez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0" name="Google Shape;14570;p50"/>
            <p:cNvSpPr/>
            <p:nvPr/>
          </p:nvSpPr>
          <p:spPr>
            <a:xfrm flipH="1">
              <a:off x="6807275" y="1689536"/>
              <a:ext cx="97653" cy="97653"/>
            </a:xfrm>
            <a:custGeom>
              <a:avLst/>
              <a:gdLst/>
              <a:ahLst/>
              <a:cxnLst/>
              <a:rect l="l" t="t" r="r" b="b"/>
              <a:pathLst>
                <a:path w="1068" h="1068" extrusionOk="0">
                  <a:moveTo>
                    <a:pt x="1011" y="113"/>
                  </a:moveTo>
                  <a:cubicBezTo>
                    <a:pt x="1067" y="169"/>
                    <a:pt x="1067" y="282"/>
                    <a:pt x="1067" y="394"/>
                  </a:cubicBezTo>
                  <a:cubicBezTo>
                    <a:pt x="1067" y="787"/>
                    <a:pt x="787" y="1068"/>
                    <a:pt x="450" y="1068"/>
                  </a:cubicBezTo>
                  <a:cubicBezTo>
                    <a:pt x="337" y="1068"/>
                    <a:pt x="169" y="1012"/>
                    <a:pt x="113" y="956"/>
                  </a:cubicBezTo>
                  <a:cubicBezTo>
                    <a:pt x="0" y="843"/>
                    <a:pt x="0" y="731"/>
                    <a:pt x="0" y="619"/>
                  </a:cubicBezTo>
                  <a:cubicBezTo>
                    <a:pt x="0" y="282"/>
                    <a:pt x="281" y="1"/>
                    <a:pt x="674" y="1"/>
                  </a:cubicBezTo>
                  <a:cubicBezTo>
                    <a:pt x="787" y="1"/>
                    <a:pt x="899" y="1"/>
                    <a:pt x="1011" y="113"/>
                  </a:cubicBezTo>
                  <a:close/>
                </a:path>
              </a:pathLst>
            </a:custGeom>
            <a:solidFill>
              <a:srgbClr val="EFF0F1">
                <a:alpha val="213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1" name="Google Shape;14571;p50"/>
            <p:cNvSpPr/>
            <p:nvPr/>
          </p:nvSpPr>
          <p:spPr>
            <a:xfrm flipH="1">
              <a:off x="6858661" y="179761"/>
              <a:ext cx="575218" cy="1396944"/>
            </a:xfrm>
            <a:custGeom>
              <a:avLst/>
              <a:gdLst/>
              <a:ahLst/>
              <a:cxnLst/>
              <a:rect l="l" t="t" r="r" b="b"/>
              <a:pathLst>
                <a:path w="6291" h="15278" extrusionOk="0">
                  <a:moveTo>
                    <a:pt x="0" y="0"/>
                  </a:moveTo>
                  <a:lnTo>
                    <a:pt x="3539" y="0"/>
                  </a:lnTo>
                  <a:lnTo>
                    <a:pt x="3539" y="6459"/>
                  </a:lnTo>
                  <a:lnTo>
                    <a:pt x="6010" y="13873"/>
                  </a:lnTo>
                  <a:cubicBezTo>
                    <a:pt x="6291" y="14828"/>
                    <a:pt x="4943" y="15277"/>
                    <a:pt x="4493" y="14491"/>
                  </a:cubicBezTo>
                  <a:lnTo>
                    <a:pt x="0" y="6459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2" name="Google Shape;14572;p50"/>
            <p:cNvSpPr/>
            <p:nvPr/>
          </p:nvSpPr>
          <p:spPr>
            <a:xfrm flipH="1">
              <a:off x="6889475" y="179761"/>
              <a:ext cx="534163" cy="1345557"/>
            </a:xfrm>
            <a:custGeom>
              <a:avLst/>
              <a:gdLst/>
              <a:ahLst/>
              <a:cxnLst/>
              <a:rect l="l" t="t" r="r" b="b"/>
              <a:pathLst>
                <a:path w="5842" h="14716" extrusionOk="0">
                  <a:moveTo>
                    <a:pt x="1" y="0"/>
                  </a:moveTo>
                  <a:lnTo>
                    <a:pt x="3314" y="0"/>
                  </a:lnTo>
                  <a:lnTo>
                    <a:pt x="3314" y="6459"/>
                  </a:lnTo>
                  <a:lnTo>
                    <a:pt x="5729" y="13873"/>
                  </a:lnTo>
                  <a:cubicBezTo>
                    <a:pt x="5842" y="14042"/>
                    <a:pt x="5842" y="14266"/>
                    <a:pt x="5729" y="14491"/>
                  </a:cubicBezTo>
                  <a:cubicBezTo>
                    <a:pt x="5336" y="14715"/>
                    <a:pt x="4775" y="14603"/>
                    <a:pt x="4550" y="14210"/>
                  </a:cubicBezTo>
                  <a:lnTo>
                    <a:pt x="1" y="6178"/>
                  </a:lnTo>
                  <a:close/>
                </a:path>
              </a:pathLst>
            </a:custGeom>
            <a:solidFill>
              <a:srgbClr val="191919">
                <a:alpha val="264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3" name="Google Shape;14573;p50"/>
            <p:cNvSpPr/>
            <p:nvPr/>
          </p:nvSpPr>
          <p:spPr>
            <a:xfrm flipH="1">
              <a:off x="6678900" y="66748"/>
              <a:ext cx="1134983" cy="154159"/>
            </a:xfrm>
            <a:custGeom>
              <a:avLst/>
              <a:gdLst/>
              <a:ahLst/>
              <a:cxnLst/>
              <a:rect l="l" t="t" r="r" b="b"/>
              <a:pathLst>
                <a:path w="12413" h="1686" extrusionOk="0">
                  <a:moveTo>
                    <a:pt x="6178" y="1686"/>
                  </a:moveTo>
                  <a:cubicBezTo>
                    <a:pt x="3089" y="1686"/>
                    <a:pt x="506" y="1012"/>
                    <a:pt x="0" y="1"/>
                  </a:cubicBezTo>
                  <a:lnTo>
                    <a:pt x="12412" y="1"/>
                  </a:lnTo>
                  <a:cubicBezTo>
                    <a:pt x="11851" y="956"/>
                    <a:pt x="9267" y="1686"/>
                    <a:pt x="6178" y="16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4" name="Google Shape;14574;p50"/>
            <p:cNvSpPr/>
            <p:nvPr/>
          </p:nvSpPr>
          <p:spPr>
            <a:xfrm flipH="1">
              <a:off x="6812395" y="66748"/>
              <a:ext cx="1006699" cy="118225"/>
            </a:xfrm>
            <a:custGeom>
              <a:avLst/>
              <a:gdLst/>
              <a:ahLst/>
              <a:cxnLst/>
              <a:rect l="l" t="t" r="r" b="b"/>
              <a:pathLst>
                <a:path w="11010" h="1293" extrusionOk="0">
                  <a:moveTo>
                    <a:pt x="619" y="619"/>
                  </a:moveTo>
                  <a:cubicBezTo>
                    <a:pt x="394" y="450"/>
                    <a:pt x="169" y="225"/>
                    <a:pt x="1" y="1"/>
                  </a:cubicBezTo>
                  <a:lnTo>
                    <a:pt x="11009" y="1"/>
                  </a:lnTo>
                  <a:cubicBezTo>
                    <a:pt x="9998" y="731"/>
                    <a:pt x="7808" y="1236"/>
                    <a:pt x="5224" y="1236"/>
                  </a:cubicBezTo>
                  <a:cubicBezTo>
                    <a:pt x="3652" y="1293"/>
                    <a:pt x="2135" y="1068"/>
                    <a:pt x="619" y="61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575" name="Google Shape;14575;p50"/>
            <p:cNvSpPr/>
            <p:nvPr/>
          </p:nvSpPr>
          <p:spPr>
            <a:xfrm flipH="1">
              <a:off x="7151345" y="282443"/>
              <a:ext cx="215787" cy="482868"/>
            </a:xfrm>
            <a:custGeom>
              <a:avLst/>
              <a:gdLst/>
              <a:ahLst/>
              <a:cxnLst/>
              <a:rect l="l" t="t" r="r" b="b"/>
              <a:pathLst>
                <a:path w="2360" h="5281" extrusionOk="0">
                  <a:moveTo>
                    <a:pt x="0" y="4101"/>
                  </a:moveTo>
                  <a:lnTo>
                    <a:pt x="2359" y="5280"/>
                  </a:lnTo>
                  <a:lnTo>
                    <a:pt x="2359" y="4550"/>
                  </a:lnTo>
                  <a:lnTo>
                    <a:pt x="0" y="3483"/>
                  </a:lnTo>
                  <a:lnTo>
                    <a:pt x="0" y="4213"/>
                  </a:lnTo>
                  <a:close/>
                  <a:moveTo>
                    <a:pt x="0" y="675"/>
                  </a:moveTo>
                  <a:lnTo>
                    <a:pt x="2359" y="1854"/>
                  </a:lnTo>
                  <a:lnTo>
                    <a:pt x="2359" y="1124"/>
                  </a:lnTo>
                  <a:lnTo>
                    <a:pt x="0" y="1"/>
                  </a:lnTo>
                  <a:lnTo>
                    <a:pt x="0" y="675"/>
                  </a:lnTo>
                  <a:close/>
                  <a:moveTo>
                    <a:pt x="0" y="1854"/>
                  </a:moveTo>
                  <a:lnTo>
                    <a:pt x="2359" y="2977"/>
                  </a:lnTo>
                  <a:lnTo>
                    <a:pt x="2359" y="2303"/>
                  </a:lnTo>
                  <a:lnTo>
                    <a:pt x="0" y="1124"/>
                  </a:lnTo>
                  <a:close/>
                  <a:moveTo>
                    <a:pt x="0" y="2977"/>
                  </a:moveTo>
                  <a:lnTo>
                    <a:pt x="2359" y="4101"/>
                  </a:lnTo>
                  <a:lnTo>
                    <a:pt x="2359" y="3483"/>
                  </a:lnTo>
                  <a:lnTo>
                    <a:pt x="0" y="2360"/>
                  </a:lnTo>
                  <a:lnTo>
                    <a:pt x="0" y="3034"/>
                  </a:lnTo>
                  <a:close/>
                </a:path>
              </a:pathLst>
            </a:custGeom>
            <a:solidFill>
              <a:srgbClr val="F476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Mechanical Articulating Axes Project Proposal by Slidesgo">
  <a:themeElements>
    <a:clrScheme name="Simple Light">
      <a:dk1>
        <a:srgbClr val="191919"/>
      </a:dk1>
      <a:lt1>
        <a:srgbClr val="EFF0F1"/>
      </a:lt1>
      <a:dk2>
        <a:srgbClr val="E65C31"/>
      </a:dk2>
      <a:lt2>
        <a:srgbClr val="F4763C"/>
      </a:lt2>
      <a:accent1>
        <a:srgbClr val="0AAAC4"/>
      </a:accent1>
      <a:accent2>
        <a:srgbClr val="FAA53D"/>
      </a:accent2>
      <a:accent3>
        <a:srgbClr val="7A7A7A"/>
      </a:accent3>
      <a:accent4>
        <a:srgbClr val="2D2D2D"/>
      </a:accent4>
      <a:accent5>
        <a:srgbClr val="565656"/>
      </a:accent5>
      <a:accent6>
        <a:srgbClr val="032A5A"/>
      </a:accent6>
      <a:hlink>
        <a:srgbClr val="EFF0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614</Words>
  <Application>Microsoft Office PowerPoint</Application>
  <PresentationFormat>On-screen Show (16:9)</PresentationFormat>
  <Paragraphs>165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Michroma</vt:lpstr>
      <vt:lpstr>DM Sans</vt:lpstr>
      <vt:lpstr>Wingdings</vt:lpstr>
      <vt:lpstr>DM Sans Medium</vt:lpstr>
      <vt:lpstr>Mechanical Articulating Axes Project Proposal by Slidesgo</vt:lpstr>
      <vt:lpstr>Robot Arm Ned2 Pick &amp; Place</vt:lpstr>
      <vt:lpstr>Table of contents</vt:lpstr>
      <vt:lpstr>Robot introduction</vt:lpstr>
      <vt:lpstr>Robot Introduction</vt:lpstr>
      <vt:lpstr>Objectives</vt:lpstr>
      <vt:lpstr>Focus areas:</vt:lpstr>
      <vt:lpstr>Algorithms that control the system</vt:lpstr>
      <vt:lpstr>Pick-and-Place control algorithm</vt:lpstr>
      <vt:lpstr>Pick-and-Place control algorithm</vt:lpstr>
      <vt:lpstr>Pick-and-Place control algorithm</vt:lpstr>
      <vt:lpstr>Pick-and-Place control algorithm</vt:lpstr>
      <vt:lpstr>Pick-and-Place control algorithm</vt:lpstr>
      <vt:lpstr>Challenges</vt:lpstr>
      <vt:lpstr>Challenges</vt:lpstr>
      <vt:lpstr>Working Scenarios </vt:lpstr>
      <vt:lpstr>Standard Pick-and-Place</vt:lpstr>
      <vt:lpstr>Multi-Tool Selection </vt:lpstr>
      <vt:lpstr>Handling Different Materials</vt:lpstr>
      <vt:lpstr>Pick-and-Sort Demo </vt:lpstr>
      <vt:lpstr>Laboratory Implementation </vt:lpstr>
      <vt:lpstr>Integration Ideas </vt:lpstr>
      <vt:lpstr>Integration Ideas</vt:lpstr>
      <vt:lpstr>Production Line Integration </vt:lpstr>
      <vt:lpstr>Key Considerations</vt:lpstr>
      <vt:lpstr>Conclusion </vt:lpstr>
      <vt:lpstr>Conclusion</vt:lpstr>
      <vt:lpstr>Thank you for listening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Arm Ned2 Pick &amp; Place</dc:title>
  <dc:creator>ThinkPad L13</dc:creator>
  <cp:lastModifiedBy>Mustafa</cp:lastModifiedBy>
  <cp:revision>13</cp:revision>
  <dcterms:modified xsi:type="dcterms:W3CDTF">2026-01-04T18:30:44Z</dcterms:modified>
</cp:coreProperties>
</file>